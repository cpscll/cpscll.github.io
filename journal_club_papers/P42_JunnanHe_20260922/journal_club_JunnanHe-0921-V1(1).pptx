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4.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notesSlides/notesSlide12.xml" ContentType="application/vnd.openxmlformats-officedocument.presentationml.notesSlide+xml"/>
  <Override PartName="/ppt/tags/tag125.xml" ContentType="application/vnd.openxmlformats-officedocument.presentationml.tags+xml"/>
  <Override PartName="/ppt/tags/tag126.xml" ContentType="application/vnd.openxmlformats-officedocument.presentationml.tags+xml"/>
  <Override PartName="/ppt/notesSlides/notesSlide13.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notesSlides/notesSlide14.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notesSlides/notesSlide15.xml" ContentType="application/vnd.openxmlformats-officedocument.presentationml.notesSlide+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notesSlides/notesSlide19.xml" ContentType="application/vnd.openxmlformats-officedocument.presentationml.notesSlide+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notesSlides/notesSlide26.xml" ContentType="application/vnd.openxmlformats-officedocument.presentationml.notesSlide+xml"/>
  <Override PartName="/ppt/tags/tag271.xml" ContentType="application/vnd.openxmlformats-officedocument.presentationml.tags+xml"/>
  <Override PartName="/ppt/tags/tag272.xml" ContentType="application/vnd.openxmlformats-officedocument.presentationml.tags+xml"/>
  <Override PartName="/ppt/notesSlides/notesSlide27.xml" ContentType="application/vnd.openxmlformats-officedocument.presentationml.notesSlide+xml"/>
  <Override PartName="/ppt/tags/tag273.xml" ContentType="application/vnd.openxmlformats-officedocument.presentationml.tags+xml"/>
  <Override PartName="/ppt/tags/tag274.xml" ContentType="application/vnd.openxmlformats-officedocument.presentationml.tags+xml"/>
  <Override PartName="/ppt/notesSlides/notesSlide28.xml" ContentType="application/vnd.openxmlformats-officedocument.presentationml.notesSlide+xml"/>
  <Override PartName="/ppt/tags/tag275.xml" ContentType="application/vnd.openxmlformats-officedocument.presentationml.tags+xml"/>
  <Override PartName="/ppt/tags/tag276.xml" ContentType="application/vnd.openxmlformats-officedocument.presentationml.tags+xml"/>
  <Override PartName="/ppt/notesSlides/notesSlide29.xml" ContentType="application/vnd.openxmlformats-officedocument.presentationml.notesSlide+xml"/>
  <Override PartName="/ppt/tags/tag277.xml" ContentType="application/vnd.openxmlformats-officedocument.presentationml.tags+xml"/>
  <Override PartName="/ppt/tags/tag278.xml" ContentType="application/vnd.openxmlformats-officedocument.presentationml.tags+xml"/>
  <Override PartName="/ppt/notesSlides/notesSlide30.xml" ContentType="application/vnd.openxmlformats-officedocument.presentationml.notesSlide+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notesSlides/notesSlide34.xml" ContentType="application/vnd.openxmlformats-officedocument.presentationml.notesSlide+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notesSlides/notesSlide41.xml" ContentType="application/vnd.openxmlformats-officedocument.presentationml.notesSlide+xml"/>
  <Override PartName="/ppt/tags/tag419.xml" ContentType="application/vnd.openxmlformats-officedocument.presentationml.tags+xml"/>
  <Override PartName="/ppt/tags/tag420.xml" ContentType="application/vnd.openxmlformats-officedocument.presentationml.tags+xml"/>
  <Override PartName="/ppt/notesSlides/notesSlide4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tags/tag421.xml" ContentType="application/vnd.openxmlformats-officedocument.presentationml.tags+xml"/>
  <Override PartName="/ppt/tags/tag422.xml" ContentType="application/vnd.openxmlformats-officedocument.presentationml.tags+xml"/>
  <Override PartName="/ppt/notesSlides/notesSlide43.xml" ContentType="application/vnd.openxmlformats-officedocument.presentationml.notesSlide+xml"/>
  <Override PartName="/ppt/tags/tag423.xml" ContentType="application/vnd.openxmlformats-officedocument.presentationml.tags+xml"/>
  <Override PartName="/ppt/tags/tag424.xml" ContentType="application/vnd.openxmlformats-officedocument.presentationml.tags+xml"/>
  <Override PartName="/ppt/notesSlides/notesSlide44.xml" ContentType="application/vnd.openxmlformats-officedocument.presentationml.notesSlide+xml"/>
  <Override PartName="/ppt/tags/tag425.xml" ContentType="application/vnd.openxmlformats-officedocument.presentationml.tags+xml"/>
  <Override PartName="/ppt/tags/tag426.xml" ContentType="application/vnd.openxmlformats-officedocument.presentationml.tags+xml"/>
  <Override PartName="/ppt/notesSlides/notesSlide45.xml" ContentType="application/vnd.openxmlformats-officedocument.presentationml.notesSlide+xml"/>
  <Override PartName="/ppt/tags/tag427.xml" ContentType="application/vnd.openxmlformats-officedocument.presentationml.tags+xml"/>
  <Override PartName="/ppt/tags/tag428.xml" ContentType="application/vnd.openxmlformats-officedocument.presentationml.tags+xml"/>
  <Override PartName="/ppt/notesSlides/notesSlide46.xml" ContentType="application/vnd.openxmlformats-officedocument.presentationml.notesSlide+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notesSlides/notesSlide50.xml" ContentType="application/vnd.openxmlformats-officedocument.presentationml.notesSlide+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notesSlides/notesSlide58.xml" ContentType="application/vnd.openxmlformats-officedocument.presentationml.notesSlide+xml"/>
  <Override PartName="/ppt/tags/tag569.xml" ContentType="application/vnd.openxmlformats-officedocument.presentationml.tags+xml"/>
  <Override PartName="/ppt/tags/tag570.xml" ContentType="application/vnd.openxmlformats-officedocument.presentationml.tags+xml"/>
  <Override PartName="/ppt/notesSlides/notesSlide59.xml" ContentType="application/vnd.openxmlformats-officedocument.presentationml.notesSlide+xml"/>
  <Override PartName="/ppt/tags/tag571.xml" ContentType="application/vnd.openxmlformats-officedocument.presentationml.tags+xml"/>
  <Override PartName="/ppt/tags/tag572.xml" ContentType="application/vnd.openxmlformats-officedocument.presentationml.tags+xml"/>
  <Override PartName="/ppt/notesSlides/notesSlide60.xml" ContentType="application/vnd.openxmlformats-officedocument.presentationml.notesSlide+xml"/>
  <Override PartName="/ppt/tags/tag573.xml" ContentType="application/vnd.openxmlformats-officedocument.presentationml.tags+xml"/>
  <Override PartName="/ppt/tags/tag574.xml" ContentType="application/vnd.openxmlformats-officedocument.presentationml.tags+xml"/>
  <Override PartName="/ppt/notesSlides/notesSlide61.xml" ContentType="application/vnd.openxmlformats-officedocument.presentationml.notesSlide+xml"/>
  <Override PartName="/ppt/tags/tag575.xml" ContentType="application/vnd.openxmlformats-officedocument.presentationml.tags+xml"/>
  <Override PartName="/ppt/tags/tag576.xml" ContentType="application/vnd.openxmlformats-officedocument.presentationml.tags+xml"/>
  <Override PartName="/ppt/notesSlides/notesSlide62.xml" ContentType="application/vnd.openxmlformats-officedocument.presentationml.notesSlide+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notesSlides/notesSlide66.xml" ContentType="application/vnd.openxmlformats-officedocument.presentationml.notesSlide+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notesSlides/notesSlide74.xml" ContentType="application/vnd.openxmlformats-officedocument.presentationml.notesSlide+xml"/>
  <Override PartName="/ppt/tags/tag717.xml" ContentType="application/vnd.openxmlformats-officedocument.presentationml.tags+xml"/>
  <Override PartName="/ppt/tags/tag718.xml" ContentType="application/vnd.openxmlformats-officedocument.presentationml.tags+xml"/>
  <Override PartName="/ppt/notesSlides/notesSlide75.xml" ContentType="application/vnd.openxmlformats-officedocument.presentationml.notesSlide+xml"/>
  <Override PartName="/ppt/tags/tag719.xml" ContentType="application/vnd.openxmlformats-officedocument.presentationml.tags+xml"/>
  <Override PartName="/ppt/tags/tag720.xml" ContentType="application/vnd.openxmlformats-officedocument.presentationml.tags+xml"/>
  <Override PartName="/ppt/notesSlides/notesSlide76.xml" ContentType="application/vnd.openxmlformats-officedocument.presentationml.notesSlide+xml"/>
  <Override PartName="/ppt/tags/tag721.xml" ContentType="application/vnd.openxmlformats-officedocument.presentationml.tags+xml"/>
  <Override PartName="/ppt/tags/tag722.xml" ContentType="application/vnd.openxmlformats-officedocument.presentationml.tags+xml"/>
  <Override PartName="/ppt/notesSlides/notesSlide77.xml" ContentType="application/vnd.openxmlformats-officedocument.presentationml.notesSlide+xml"/>
  <Override PartName="/ppt/tags/tag723.xml" ContentType="application/vnd.openxmlformats-officedocument.presentationml.tags+xml"/>
  <Override PartName="/ppt/tags/tag724.xml" ContentType="application/vnd.openxmlformats-officedocument.presentationml.tags+xml"/>
  <Override PartName="/ppt/notesSlides/notesSlide78.xml" ContentType="application/vnd.openxmlformats-officedocument.presentationml.notesSlide+xml"/>
  <Override PartName="/ppt/tags/tag725.xml" ContentType="application/vnd.openxmlformats-officedocument.presentationml.tags+xml"/>
  <Override PartName="/ppt/tags/tag726.xml" ContentType="application/vnd.openxmlformats-officedocument.presentationml.tags+xml"/>
  <Override PartName="/ppt/notesSlides/notesSlide79.xml" ContentType="application/vnd.openxmlformats-officedocument.presentationml.notesSlide+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2" r:id="rId1"/>
    <p:sldMasterId id="2147483684" r:id="rId2"/>
  </p:sldMasterIdLst>
  <p:notesMasterIdLst>
    <p:notesMasterId r:id="rId86"/>
  </p:notesMasterIdLst>
  <p:handoutMasterIdLst>
    <p:handoutMasterId r:id="rId87"/>
  </p:handoutMasterIdLst>
  <p:sldIdLst>
    <p:sldId id="256" r:id="rId3"/>
    <p:sldId id="1070" r:id="rId4"/>
    <p:sldId id="257" r:id="rId5"/>
    <p:sldId id="1367" r:id="rId6"/>
    <p:sldId id="706" r:id="rId7"/>
    <p:sldId id="835" r:id="rId8"/>
    <p:sldId id="707" r:id="rId9"/>
    <p:sldId id="768" r:id="rId10"/>
    <p:sldId id="1341" r:id="rId11"/>
    <p:sldId id="1342" r:id="rId12"/>
    <p:sldId id="1386" r:id="rId13"/>
    <p:sldId id="914" r:id="rId14"/>
    <p:sldId id="915" r:id="rId15"/>
    <p:sldId id="1309" r:id="rId16"/>
    <p:sldId id="1387" r:id="rId17"/>
    <p:sldId id="926" r:id="rId18"/>
    <p:sldId id="560" r:id="rId19"/>
    <p:sldId id="1346" r:id="rId20"/>
    <p:sldId id="1368" r:id="rId21"/>
    <p:sldId id="1072" r:id="rId22"/>
    <p:sldId id="1347" r:id="rId23"/>
    <p:sldId id="1083" r:id="rId24"/>
    <p:sldId id="938" r:id="rId25"/>
    <p:sldId id="1348" r:id="rId26"/>
    <p:sldId id="1349" r:id="rId27"/>
    <p:sldId id="1087" r:id="rId28"/>
    <p:sldId id="1351" r:id="rId29"/>
    <p:sldId id="1350" r:id="rId30"/>
    <p:sldId id="1388" r:id="rId31"/>
    <p:sldId id="1389" r:id="rId32"/>
    <p:sldId id="1116" r:id="rId33"/>
    <p:sldId id="1354" r:id="rId34"/>
    <p:sldId id="1355" r:id="rId35"/>
    <p:sldId id="1369" r:id="rId36"/>
    <p:sldId id="1074" r:id="rId37"/>
    <p:sldId id="1358" r:id="rId38"/>
    <p:sldId id="1084" r:id="rId39"/>
    <p:sldId id="978" r:id="rId40"/>
    <p:sldId id="1359" r:id="rId41"/>
    <p:sldId id="1360" r:id="rId42"/>
    <p:sldId id="1088" r:id="rId43"/>
    <p:sldId id="1276" r:id="rId44"/>
    <p:sldId id="1361" r:id="rId45"/>
    <p:sldId id="1363" r:id="rId46"/>
    <p:sldId id="1362" r:id="rId47"/>
    <p:sldId id="1364" r:id="rId48"/>
    <p:sldId id="1115" r:id="rId49"/>
    <p:sldId id="1366" r:id="rId50"/>
    <p:sldId id="1357" r:id="rId51"/>
    <p:sldId id="1077" r:id="rId52"/>
    <p:sldId id="1078" r:id="rId53"/>
    <p:sldId id="1380" r:id="rId54"/>
    <p:sldId id="1086" r:id="rId55"/>
    <p:sldId id="1324" r:id="rId56"/>
    <p:sldId id="1325" r:id="rId57"/>
    <p:sldId id="1327" r:id="rId58"/>
    <p:sldId id="1391" r:id="rId59"/>
    <p:sldId id="1090" r:id="rId60"/>
    <p:sldId id="1257" r:id="rId61"/>
    <p:sldId id="1382" r:id="rId62"/>
    <p:sldId id="1381" r:id="rId63"/>
    <p:sldId id="1383" r:id="rId64"/>
    <p:sldId id="1113" r:id="rId65"/>
    <p:sldId id="1385" r:id="rId66"/>
    <p:sldId id="1356" r:id="rId67"/>
    <p:sldId id="1117" r:id="rId68"/>
    <p:sldId id="1076" r:id="rId69"/>
    <p:sldId id="1370" r:id="rId70"/>
    <p:sldId id="1085" r:id="rId71"/>
    <p:sldId id="1273" r:id="rId72"/>
    <p:sldId id="1371" r:id="rId73"/>
    <p:sldId id="1390" r:id="rId74"/>
    <p:sldId id="1372" r:id="rId75"/>
    <p:sldId id="1089" r:id="rId76"/>
    <p:sldId id="1218" r:id="rId77"/>
    <p:sldId id="1323" r:id="rId78"/>
    <p:sldId id="1373" r:id="rId79"/>
    <p:sldId id="1375" r:id="rId80"/>
    <p:sldId id="1378" r:id="rId81"/>
    <p:sldId id="1114" r:id="rId82"/>
    <p:sldId id="1379" r:id="rId83"/>
    <p:sldId id="1337" r:id="rId84"/>
    <p:sldId id="296" r:id="rId85"/>
  </p:sldIdLst>
  <p:sldSz cx="12192000" cy="6858000"/>
  <p:notesSz cx="6858000" cy="9144000"/>
  <p:custDataLst>
    <p:tags r:id="rId8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2" userDrawn="1">
          <p15:clr>
            <a:srgbClr val="A4A3A4"/>
          </p15:clr>
        </p15:guide>
        <p15:guide id="2" pos="385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y yang" initials="hy" lastIdx="2" clrIdx="0"/>
  <p:cmAuthor id="2" name="Hongyan Yang" initials="YHY" lastIdx="5"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0174AB"/>
    <a:srgbClr val="044875"/>
    <a:srgbClr val="D0CECE"/>
    <a:srgbClr val="000000"/>
    <a:srgbClr val="7F7F7F"/>
    <a:srgbClr val="C00000"/>
    <a:srgbClr val="5B9BD5"/>
    <a:srgbClr val="0E0E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07" autoAdjust="0"/>
    <p:restoredTop sz="86397" autoAdjust="0"/>
  </p:normalViewPr>
  <p:slideViewPr>
    <p:cSldViewPr showGuides="1">
      <p:cViewPr varScale="1">
        <p:scale>
          <a:sx n="63" d="100"/>
          <a:sy n="63" d="100"/>
        </p:scale>
        <p:origin x="834" y="48"/>
      </p:cViewPr>
      <p:guideLst>
        <p:guide orient="horz" pos="2442"/>
        <p:guide pos="3853"/>
      </p:guideLst>
    </p:cSldViewPr>
  </p:slideViewPr>
  <p:notesTextViewPr>
    <p:cViewPr>
      <p:scale>
        <a:sx n="125" d="100"/>
        <a:sy n="125" d="100"/>
      </p:scale>
      <p:origin x="0" y="0"/>
    </p:cViewPr>
  </p:notesTextViewPr>
  <p:sorterViewPr>
    <p:cViewPr>
      <p:scale>
        <a:sx n="100" d="100"/>
        <a:sy n="100" d="100"/>
      </p:scale>
      <p:origin x="0" y="0"/>
    </p:cViewPr>
  </p:sorter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commentAuthors" Target="commentAuthor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presProps" Target="pres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tags" Target="tags/tag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handoutMaster" Target="handoutMasters/handout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t>2026/9/21</a:t>
            </a:fld>
            <a:endParaRPr lang="zh-CN" altLang="en-US">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t>‹#›</a:t>
            </a:fld>
            <a:endParaRPr lang="zh-CN" altLang="en-US">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0T15:04:34.50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1 120,'101'-5,"0"-5,153-35,-157 25,1 3,174-5,296 24,-541-1,-1 1,0 1,0 1,0 1,42 15,-39-10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0T15:04:41.21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 0,'2191'0'0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0T15:04:43.71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0,'1485'0,"-1457"0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0T15:04:47.97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 0,'1080'31'0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0T15:04:54.15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30,'200'2,"220"-5,-279-11,21 0,306 14,-448 1,-1 0,1 1,20 6,-13-2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0T15:04:57.26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58 0,'3708'-57'0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t>2026/9/21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t>1</a:t>
            </a:fld>
            <a:endParaRPr lang="zh-CN" altLang="en-US"/>
          </a:p>
        </p:txBody>
      </p:sp>
    </p:spTree>
    <p:extLst>
      <p:ext uri="{BB962C8B-B14F-4D97-AF65-F5344CB8AC3E}">
        <p14:creationId xmlns:p14="http://schemas.microsoft.com/office/powerpoint/2010/main" val="39511875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49F42C-2DAE-424C-A4B8-3140182C3E9F}"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1611911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A5976-5646-D90D-9DD6-37A80EC94AA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3DCDF2D-71C8-260B-6CBD-5B29A4EC441D}"/>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68B38F60-0AE4-3CDB-7FDC-FAA09594BDEF}"/>
              </a:ext>
            </a:extLst>
          </p:cNvPr>
          <p:cNvSpPr>
            <a:spLocks noGrp="1"/>
          </p:cNvSpPr>
          <p:nvPr>
            <p:ph type="body" idx="1"/>
          </p:nvPr>
        </p:nvSpPr>
        <p:spPr/>
        <p:txBody>
          <a:bodyPr/>
          <a:lstStyle/>
          <a:p>
            <a:r>
              <a:rPr lang="zh-CN" altLang="en-US" dirty="0"/>
              <a:t>主要分为以下四个部分</a:t>
            </a:r>
          </a:p>
        </p:txBody>
      </p:sp>
      <p:sp>
        <p:nvSpPr>
          <p:cNvPr id="4" name="灯片编号占位符 3">
            <a:extLst>
              <a:ext uri="{FF2B5EF4-FFF2-40B4-BE49-F238E27FC236}">
                <a16:creationId xmlns:a16="http://schemas.microsoft.com/office/drawing/2014/main" id="{D669BB96-20B6-6E24-E102-9C6CDA8E1D5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852923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effectLst/>
                <a:latin typeface="微软雅黑" panose="020B0503020204020204" charset="-122"/>
                <a:ea typeface="微软雅黑" panose="020B0503020204020204" charset="-122"/>
                <a:cs typeface="+mn-cs"/>
              </a:rPr>
              <a:t>GIS</a:t>
            </a:r>
            <a:r>
              <a:rPr lang="zh-CN" altLang="en-US" sz="1600" kern="1200" dirty="0">
                <a:solidFill>
                  <a:schemeClr val="tx1"/>
                </a:solidFill>
                <a:effectLst/>
                <a:latin typeface="微软雅黑" panose="020B0503020204020204" charset="-122"/>
                <a:ea typeface="微软雅黑" panose="020B0503020204020204" charset="-122"/>
                <a:cs typeface="+mn-cs"/>
              </a:rPr>
              <a:t>（</a:t>
            </a:r>
            <a:r>
              <a:rPr lang="en-US" altLang="zh-CN" sz="1600" kern="1200" dirty="0">
                <a:solidFill>
                  <a:schemeClr val="tx1"/>
                </a:solidFill>
                <a:effectLst/>
                <a:latin typeface="微软雅黑" panose="020B0503020204020204" charset="-122"/>
                <a:ea typeface="微软雅黑" panose="020B0503020204020204" charset="-122"/>
                <a:cs typeface="+mn-cs"/>
              </a:rPr>
              <a:t>Gas-Insulated Switchgear</a:t>
            </a:r>
            <a:r>
              <a:rPr lang="zh-CN" altLang="en-US" sz="1600" kern="1200" dirty="0">
                <a:solidFill>
                  <a:schemeClr val="tx1"/>
                </a:solidFill>
                <a:effectLst/>
                <a:latin typeface="微软雅黑" panose="020B0503020204020204" charset="-122"/>
                <a:ea typeface="微软雅黑" panose="020B0503020204020204" charset="-122"/>
                <a:cs typeface="+mn-cs"/>
              </a:rPr>
              <a:t>，气体绝缘开关设备）是电网里的关键设备。它内部充 </a:t>
            </a:r>
            <a:r>
              <a:rPr lang="en-US" altLang="zh-CN" sz="1600" kern="1200" dirty="0">
                <a:solidFill>
                  <a:schemeClr val="tx1"/>
                </a:solidFill>
                <a:effectLst/>
                <a:latin typeface="微软雅黑" panose="020B0503020204020204" charset="-122"/>
                <a:ea typeface="微软雅黑" panose="020B0503020204020204" charset="-122"/>
                <a:cs typeface="+mn-cs"/>
              </a:rPr>
              <a:t>SF₆ </a:t>
            </a:r>
            <a:r>
              <a:rPr lang="zh-CN" altLang="en-US" sz="1600" kern="1200" dirty="0">
                <a:solidFill>
                  <a:schemeClr val="tx1"/>
                </a:solidFill>
                <a:effectLst/>
                <a:latin typeface="微软雅黑" panose="020B0503020204020204" charset="-122"/>
                <a:ea typeface="微软雅黑" panose="020B0503020204020204" charset="-122"/>
                <a:cs typeface="+mn-cs"/>
              </a:rPr>
              <a:t>气体做绝缘。如果内部出现绝缘缺陷，就会发生局部放电（</a:t>
            </a:r>
            <a:r>
              <a:rPr lang="en-US" altLang="zh-CN" sz="1600" kern="1200" dirty="0">
                <a:solidFill>
                  <a:schemeClr val="tx1"/>
                </a:solidFill>
                <a:effectLst/>
                <a:latin typeface="微软雅黑" panose="020B0503020204020204" charset="-122"/>
                <a:ea typeface="微软雅黑" panose="020B0503020204020204" charset="-122"/>
                <a:cs typeface="+mn-cs"/>
              </a:rPr>
              <a:t>Partial Discharge, PD</a:t>
            </a:r>
            <a:r>
              <a:rPr lang="zh-CN" altLang="en-US" sz="1600" kern="1200" dirty="0">
                <a:solidFill>
                  <a:schemeClr val="tx1"/>
                </a:solidFill>
                <a:effectLst/>
                <a:latin typeface="微软雅黑" panose="020B0503020204020204" charset="-122"/>
                <a:ea typeface="微软雅黑" panose="020B0503020204020204" charset="-122"/>
                <a:cs typeface="+mn-cs"/>
              </a:rPr>
              <a:t>）。局部放电长期存在会逐步破坏绝缘，最终导致闪络、击穿甚至爆炸。所以任务是：通过监测局部放电，判断 </a:t>
            </a:r>
            <a:r>
              <a:rPr lang="en-US" altLang="zh-CN" sz="1600" kern="1200" dirty="0">
                <a:solidFill>
                  <a:schemeClr val="tx1"/>
                </a:solidFill>
                <a:effectLst/>
                <a:latin typeface="微软雅黑" panose="020B0503020204020204" charset="-122"/>
                <a:ea typeface="微软雅黑" panose="020B0503020204020204" charset="-122"/>
                <a:cs typeface="+mn-cs"/>
              </a:rPr>
              <a:t>GIS </a:t>
            </a:r>
            <a:r>
              <a:rPr lang="zh-CN" altLang="en-US" sz="1600" kern="1200" dirty="0">
                <a:solidFill>
                  <a:schemeClr val="tx1"/>
                </a:solidFill>
                <a:effectLst/>
                <a:latin typeface="微软雅黑" panose="020B0503020204020204" charset="-122"/>
                <a:ea typeface="微软雅黑" panose="020B0503020204020204" charset="-122"/>
                <a:cs typeface="+mn-cs"/>
              </a:rPr>
              <a:t>内部是哪种绝缘缺陷。</a:t>
            </a:r>
            <a:r>
              <a:rPr lang="zh-CN" altLang="en-US" b="0" i="0" dirty="0">
                <a:solidFill>
                  <a:srgbClr val="0F1115"/>
                </a:solidFill>
                <a:effectLst/>
                <a:latin typeface="quote-cjk-patch"/>
              </a:rPr>
              <a:t>这三类传感器物理机理不同、时间尺度不同、信号形态不同</a:t>
            </a:r>
            <a:r>
              <a:rPr lang="en-US" altLang="zh-CN" b="0" i="0" dirty="0">
                <a:solidFill>
                  <a:srgbClr val="0F1115"/>
                </a:solidFill>
                <a:effectLst/>
                <a:latin typeface="quote-cjk-patch"/>
              </a:rPr>
              <a:t>——</a:t>
            </a:r>
            <a:r>
              <a:rPr lang="zh-CN" altLang="en-US" b="0" i="0" dirty="0">
                <a:solidFill>
                  <a:srgbClr val="0F1115"/>
                </a:solidFill>
                <a:effectLst/>
                <a:latin typeface="quote-cjk-patch"/>
              </a:rPr>
              <a:t>这就是“异构” 的含义。</a:t>
            </a:r>
            <a:r>
              <a:rPr lang="en-US" altLang="zh-CN" b="0" i="0" dirty="0">
                <a:solidFill>
                  <a:srgbClr val="0F1115"/>
                </a:solidFill>
                <a:effectLst/>
                <a:latin typeface="quote-cjk-patch"/>
              </a:rPr>
              <a:t>UHF/AE </a:t>
            </a:r>
            <a:r>
              <a:rPr lang="zh-CN" altLang="en-US" b="0" i="0" dirty="0">
                <a:solidFill>
                  <a:srgbClr val="0F1115"/>
                </a:solidFill>
                <a:effectLst/>
                <a:latin typeface="quote-cjk-patch"/>
              </a:rPr>
              <a:t>是瞬态信号，</a:t>
            </a:r>
            <a:r>
              <a:rPr lang="en-US" altLang="zh-CN" b="0" i="0" dirty="0">
                <a:solidFill>
                  <a:srgbClr val="0F1115"/>
                </a:solidFill>
                <a:effectLst/>
                <a:latin typeface="quote-cjk-patch"/>
              </a:rPr>
              <a:t>CE </a:t>
            </a:r>
            <a:r>
              <a:rPr lang="zh-CN" altLang="en-US" b="0" i="0" dirty="0">
                <a:solidFill>
                  <a:srgbClr val="0F1115"/>
                </a:solidFill>
                <a:effectLst/>
                <a:latin typeface="quote-cjk-patch"/>
              </a:rPr>
              <a:t>是累积效应</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l">
              <a:buFont typeface="Arial" panose="020B0604020202020204" pitchFamily="34" charset="0"/>
              <a:buChar char="•"/>
            </a:pPr>
            <a:r>
              <a:rPr lang="en-US" altLang="zh-CN" b="1" i="0" dirty="0">
                <a:solidFill>
                  <a:srgbClr val="0F1115"/>
                </a:solidFill>
                <a:effectLst/>
                <a:latin typeface="quote-cjk-patch"/>
              </a:rPr>
              <a:t>UHF</a:t>
            </a:r>
            <a:r>
              <a:rPr lang="zh-CN" altLang="en-US" b="0" i="0" dirty="0">
                <a:solidFill>
                  <a:srgbClr val="0F1115"/>
                </a:solidFill>
                <a:effectLst/>
                <a:latin typeface="quote-cjk-patch"/>
              </a:rPr>
              <a:t>：电磁波信号，反映放电电气特性</a:t>
            </a:r>
          </a:p>
          <a:p>
            <a:pPr algn="l">
              <a:buFont typeface="Arial" panose="020B0604020202020204" pitchFamily="34" charset="0"/>
              <a:buChar char="•"/>
            </a:pPr>
            <a:r>
              <a:rPr lang="en-US" altLang="zh-CN" b="1" i="0" dirty="0">
                <a:solidFill>
                  <a:srgbClr val="0F1115"/>
                </a:solidFill>
                <a:effectLst/>
                <a:latin typeface="quote-cjk-patch"/>
              </a:rPr>
              <a:t>AE</a:t>
            </a:r>
            <a:r>
              <a:rPr lang="zh-CN" altLang="en-US" b="0" i="0" dirty="0">
                <a:solidFill>
                  <a:srgbClr val="0F1115"/>
                </a:solidFill>
                <a:effectLst/>
                <a:latin typeface="quote-cjk-patch"/>
              </a:rPr>
              <a:t>：超声波信号，反映放电声学响应</a:t>
            </a:r>
          </a:p>
          <a:p>
            <a:pPr algn="l">
              <a:buFont typeface="Arial" panose="020B0604020202020204" pitchFamily="34" charset="0"/>
              <a:buChar char="•"/>
            </a:pPr>
            <a:r>
              <a:rPr lang="en-US" altLang="zh-CN" b="1" i="0" dirty="0">
                <a:solidFill>
                  <a:srgbClr val="0F1115"/>
                </a:solidFill>
                <a:effectLst/>
                <a:latin typeface="quote-cjk-patch"/>
              </a:rPr>
              <a:t>CE</a:t>
            </a:r>
            <a:r>
              <a:rPr lang="zh-CN" altLang="en-US" b="0" i="0" dirty="0">
                <a:solidFill>
                  <a:srgbClr val="0F1115"/>
                </a:solidFill>
                <a:effectLst/>
                <a:latin typeface="quote-cjk-patch"/>
              </a:rPr>
              <a:t>：</a:t>
            </a:r>
            <a:r>
              <a:rPr lang="en-US" altLang="zh-CN" b="0" i="0" dirty="0">
                <a:solidFill>
                  <a:srgbClr val="0F1115"/>
                </a:solidFill>
                <a:effectLst/>
                <a:latin typeface="quote-cjk-patch"/>
              </a:rPr>
              <a:t>SF₆ </a:t>
            </a:r>
            <a:r>
              <a:rPr lang="zh-CN" altLang="en-US" b="0" i="0" dirty="0">
                <a:solidFill>
                  <a:srgbClr val="0F1115"/>
                </a:solidFill>
                <a:effectLst/>
                <a:latin typeface="quote-cjk-patch"/>
              </a:rPr>
              <a:t>分解气体，反映累积绝缘劣化</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两级融合网络（</a:t>
            </a:r>
            <a:r>
              <a:rPr lang="en-US" altLang="zh-CN" sz="1600" kern="1200" dirty="0">
                <a:solidFill>
                  <a:schemeClr val="tx1"/>
                </a:solidFill>
                <a:effectLst/>
                <a:latin typeface="微软雅黑" panose="020B0503020204020204" charset="-122"/>
                <a:ea typeface="微软雅黑" panose="020B0503020204020204" charset="-122"/>
                <a:cs typeface="+mn-cs"/>
              </a:rPr>
              <a:t>Two-Level Fusion</a:t>
            </a:r>
            <a:r>
              <a:rPr lang="zh-CN" altLang="en-US" sz="1600" kern="1200" dirty="0">
                <a:solidFill>
                  <a:schemeClr val="tx1"/>
                </a:solidFill>
                <a:effectLst/>
                <a:latin typeface="微软雅黑" panose="020B0503020204020204" charset="-122"/>
                <a:ea typeface="微软雅黑" panose="020B0503020204020204" charset="-122"/>
                <a:cs typeface="+mn-cs"/>
              </a:rPr>
              <a:t>）</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dirty="0">
              <a:solidFill>
                <a:srgbClr val="0F1115"/>
              </a:solidFill>
              <a:effectLst/>
              <a:latin typeface="quote-cjk-patch"/>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8B870-D6BD-46DE-F9CF-D406C333E73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02E9D1-5156-EDA5-8D0F-3B405E735CD9}"/>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C5ABBD1B-ED08-21A4-6B92-35478BA8C50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同类传感器（如多个 </a:t>
            </a:r>
            <a:r>
              <a:rPr lang="en-US" altLang="zh-CN" dirty="0"/>
              <a:t>UHF</a:t>
            </a:r>
            <a:r>
              <a:rPr lang="zh-CN" altLang="en-US" dirty="0"/>
              <a:t>）放电耦合路径相似，不需要语义对齐，只需要通道重加权。</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kern="1200" dirty="0">
                <a:solidFill>
                  <a:schemeClr val="tx1"/>
                </a:solidFill>
                <a:effectLst/>
                <a:latin typeface="微软雅黑" panose="020B0503020204020204" charset="-122"/>
                <a:ea typeface="微软雅黑" panose="020B0503020204020204" charset="-122"/>
                <a:cs typeface="+mn-cs"/>
              </a:rPr>
              <a:t>采用</a:t>
            </a:r>
            <a:r>
              <a:rPr lang="en-US" altLang="zh-CN" sz="1600" kern="1200" dirty="0">
                <a:solidFill>
                  <a:schemeClr val="tx1"/>
                </a:solidFill>
                <a:effectLst/>
                <a:latin typeface="微软雅黑" panose="020B0503020204020204" charset="-122"/>
                <a:ea typeface="微软雅黑" panose="020B0503020204020204" charset="-122"/>
                <a:cs typeface="+mn-cs"/>
              </a:rPr>
              <a:t>SE</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36E05C7A-BF99-AD28-169D-8329245FFB49}"/>
              </a:ext>
            </a:extLst>
          </p:cNvPr>
          <p:cNvSpPr>
            <a:spLocks noGrp="1"/>
          </p:cNvSpPr>
          <p:nvPr>
            <p:ph type="sldNum" sz="quarter" idx="10"/>
          </p:nvPr>
        </p:nvSpPr>
        <p:spPr/>
        <p:txBody>
          <a:bodyPr/>
          <a:lstStyle/>
          <a:p>
            <a:fld id="{677A2CBA-E486-4DC8-8696-C7854B0A28FD}" type="slidenum">
              <a:rPr lang="zh-CN" altLang="en-US" smtClean="0"/>
              <a:t>9</a:t>
            </a:fld>
            <a:endParaRPr lang="zh-CN" altLang="en-US"/>
          </a:p>
        </p:txBody>
      </p:sp>
    </p:spTree>
    <p:extLst>
      <p:ext uri="{BB962C8B-B14F-4D97-AF65-F5344CB8AC3E}">
        <p14:creationId xmlns:p14="http://schemas.microsoft.com/office/powerpoint/2010/main" val="14972517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C8DCA-9355-41D8-FFE7-6FD1EBD2197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AC8D77-6C01-3F9A-6A45-D34963F773C9}"/>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C3BE23C2-4DB6-69C9-B1DF-63D463E57F7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600" kern="1200" dirty="0">
              <a:solidFill>
                <a:schemeClr val="tx1"/>
              </a:solidFill>
              <a:effectLst/>
              <a:highlight>
                <a:srgbClr val="FFFF00"/>
              </a:highligh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9E961888-AB7E-16BF-E27E-69719DAD9984}"/>
              </a:ext>
            </a:extLst>
          </p:cNvPr>
          <p:cNvSpPr>
            <a:spLocks noGrp="1"/>
          </p:cNvSpPr>
          <p:nvPr>
            <p:ph type="sldNum" sz="quarter" idx="10"/>
          </p:nvPr>
        </p:nvSpPr>
        <p:spPr/>
        <p:txBody>
          <a:bodyPr/>
          <a:lstStyle/>
          <a:p>
            <a:fld id="{677A2CBA-E486-4DC8-8696-C7854B0A28FD}" type="slidenum">
              <a:rPr lang="zh-CN" altLang="en-US" smtClean="0"/>
              <a:t>10</a:t>
            </a:fld>
            <a:endParaRPr lang="zh-CN" altLang="en-US"/>
          </a:p>
        </p:txBody>
      </p:sp>
    </p:spTree>
    <p:extLst>
      <p:ext uri="{BB962C8B-B14F-4D97-AF65-F5344CB8AC3E}">
        <p14:creationId xmlns:p14="http://schemas.microsoft.com/office/powerpoint/2010/main" val="39279929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C8DCA-9355-41D8-FFE7-6FD1EBD2197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AC8D77-6C01-3F9A-6A45-D34963F773C9}"/>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C3BE23C2-4DB6-69C9-B1DF-63D463E57F7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600" kern="1200" dirty="0">
              <a:solidFill>
                <a:schemeClr val="tx1"/>
              </a:solidFill>
              <a:effectLst/>
              <a:highlight>
                <a:srgbClr val="FFFF00"/>
              </a:highligh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9E961888-AB7E-16BF-E27E-69719DAD9984}"/>
              </a:ext>
            </a:extLst>
          </p:cNvPr>
          <p:cNvSpPr>
            <a:spLocks noGrp="1"/>
          </p:cNvSpPr>
          <p:nvPr>
            <p:ph type="sldNum" sz="quarter" idx="10"/>
          </p:nvPr>
        </p:nvSpPr>
        <p:spPr/>
        <p:txBody>
          <a:bodyPr/>
          <a:lstStyle/>
          <a:p>
            <a:fld id="{677A2CBA-E486-4DC8-8696-C7854B0A28FD}" type="slidenum">
              <a:rPr lang="zh-CN" altLang="en-US" smtClean="0"/>
              <a:t>11</a:t>
            </a:fld>
            <a:endParaRPr lang="zh-CN" altLang="en-US"/>
          </a:p>
        </p:txBody>
      </p:sp>
    </p:spTree>
    <p:extLst>
      <p:ext uri="{BB962C8B-B14F-4D97-AF65-F5344CB8AC3E}">
        <p14:creationId xmlns:p14="http://schemas.microsoft.com/office/powerpoint/2010/main" val="1416292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12</a:t>
            </a:fld>
            <a:endParaRPr lang="zh-CN" altLang="en-US"/>
          </a:p>
        </p:txBody>
      </p:sp>
    </p:spTree>
    <p:extLst>
      <p:ext uri="{BB962C8B-B14F-4D97-AF65-F5344CB8AC3E}">
        <p14:creationId xmlns:p14="http://schemas.microsoft.com/office/powerpoint/2010/main" val="24089691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latin typeface="微软雅黑" panose="020B0503020204020204" charset="-122"/>
                <a:ea typeface="微软雅黑" panose="020B0503020204020204" charset="-122"/>
                <a:cs typeface="+mn-cs"/>
              </a:rPr>
              <a:t>252 kV GIS</a:t>
            </a:r>
            <a:r>
              <a:rPr lang="zh-CN" altLang="en-US" sz="1600" kern="1200" dirty="0">
                <a:solidFill>
                  <a:schemeClr val="tx1"/>
                </a:solidFill>
                <a:latin typeface="微软雅黑" panose="020B0503020204020204" charset="-122"/>
                <a:ea typeface="微软雅黑" panose="020B0503020204020204" charset="-122"/>
                <a:cs typeface="+mn-cs"/>
              </a:rPr>
              <a:t>仿真平台 </a:t>
            </a:r>
            <a:r>
              <a:rPr lang="en-US" altLang="zh-CN" sz="1600" kern="1200" dirty="0">
                <a:solidFill>
                  <a:schemeClr val="tx1"/>
                </a:solidFill>
                <a:latin typeface="微软雅黑" panose="020B0503020204020204" charset="-122"/>
                <a:ea typeface="微软雅黑" panose="020B0503020204020204" charset="-122"/>
                <a:cs typeface="+mn-cs"/>
              </a:rPr>
              <a:t>+ </a:t>
            </a:r>
            <a:r>
              <a:rPr lang="zh-CN" altLang="en-US" sz="1600" kern="1200" dirty="0">
                <a:solidFill>
                  <a:schemeClr val="tx1"/>
                </a:solidFill>
                <a:latin typeface="微软雅黑" panose="020B0503020204020204" charset="-122"/>
                <a:ea typeface="微软雅黑" panose="020B0503020204020204" charset="-122"/>
                <a:cs typeface="+mn-cs"/>
              </a:rPr>
              <a:t>现场长期监测</a:t>
            </a:r>
            <a:endParaRPr lang="en-US" altLang="zh-CN" sz="1600" kern="1200" dirty="0">
              <a:solidFill>
                <a:schemeClr val="tx1"/>
              </a:solidFill>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latin typeface="微软雅黑" panose="020B0503020204020204" charset="-122"/>
                <a:ea typeface="微软雅黑" panose="020B0503020204020204" charset="-122"/>
                <a:cs typeface="+mn-cs"/>
              </a:rPr>
              <a:t>三类传感器：</a:t>
            </a:r>
            <a:r>
              <a:rPr lang="en-US" altLang="zh-CN" sz="1600" kern="1200" dirty="0">
                <a:solidFill>
                  <a:schemeClr val="tx1"/>
                </a:solidFill>
                <a:latin typeface="微软雅黑" panose="020B0503020204020204" charset="-122"/>
                <a:ea typeface="微软雅黑" panose="020B0503020204020204" charset="-122"/>
                <a:cs typeface="+mn-cs"/>
              </a:rPr>
              <a:t>UHF</a:t>
            </a:r>
            <a:r>
              <a:rPr lang="zh-CN" altLang="en-US" sz="1600" kern="1200" dirty="0">
                <a:solidFill>
                  <a:schemeClr val="tx1"/>
                </a:solidFill>
                <a:latin typeface="微软雅黑" panose="020B0503020204020204" charset="-122"/>
                <a:ea typeface="微软雅黑" panose="020B0503020204020204" charset="-122"/>
                <a:cs typeface="+mn-cs"/>
              </a:rPr>
              <a:t>、</a:t>
            </a:r>
            <a:r>
              <a:rPr lang="en-US" altLang="zh-CN" sz="1600" kern="1200" dirty="0">
                <a:solidFill>
                  <a:schemeClr val="tx1"/>
                </a:solidFill>
                <a:latin typeface="微软雅黑" panose="020B0503020204020204" charset="-122"/>
                <a:ea typeface="微软雅黑" panose="020B0503020204020204" charset="-122"/>
                <a:cs typeface="+mn-cs"/>
              </a:rPr>
              <a:t>AE</a:t>
            </a:r>
            <a:r>
              <a:rPr lang="zh-CN" altLang="en-US" sz="1600" kern="1200" dirty="0">
                <a:solidFill>
                  <a:schemeClr val="tx1"/>
                </a:solidFill>
                <a:latin typeface="微软雅黑" panose="020B0503020204020204" charset="-122"/>
                <a:ea typeface="微软雅黑" panose="020B0503020204020204" charset="-122"/>
                <a:cs typeface="+mn-cs"/>
              </a:rPr>
              <a:t>、</a:t>
            </a:r>
            <a:r>
              <a:rPr lang="en-US" altLang="zh-CN" sz="1600" kern="1200" dirty="0">
                <a:solidFill>
                  <a:schemeClr val="tx1"/>
                </a:solidFill>
                <a:latin typeface="微软雅黑" panose="020B0503020204020204" charset="-122"/>
                <a:ea typeface="微软雅黑" panose="020B0503020204020204" charset="-122"/>
                <a:cs typeface="+mn-cs"/>
              </a:rPr>
              <a:t>CE</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latin typeface="微软雅黑" panose="020B0503020204020204" charset="-122"/>
                <a:ea typeface="微软雅黑" panose="020B0503020204020204" charset="-122"/>
                <a:cs typeface="+mn-cs"/>
              </a:rPr>
              <a:t>五类缺陷：金属尖端、自由颗粒、表面放电、悬浮电极、气隙</a:t>
            </a:r>
            <a:endParaRPr lang="en-US" altLang="zh-CN" sz="1600" kern="1200" dirty="0">
              <a:solidFill>
                <a:schemeClr val="tx1"/>
              </a:solidFill>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13</a:t>
            </a:fld>
            <a:endParaRPr lang="zh-CN" altLang="en-US"/>
          </a:p>
        </p:txBody>
      </p:sp>
    </p:spTree>
    <p:extLst>
      <p:ext uri="{BB962C8B-B14F-4D97-AF65-F5344CB8AC3E}">
        <p14:creationId xmlns:p14="http://schemas.microsoft.com/office/powerpoint/2010/main" val="15346347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1545A-C2E5-8490-AEC4-CA41F4C43C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9351F94-0CD7-709A-7B9F-F42839D62981}"/>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AB41315F-BBB0-ABB5-6155-A7808AAD18DF}"/>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根据表格可以看出：</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单传感器：</a:t>
            </a:r>
            <a:r>
              <a:rPr lang="en-US" altLang="zh-CN" sz="1600" kern="1200" dirty="0">
                <a:solidFill>
                  <a:schemeClr val="tx1"/>
                </a:solidFill>
                <a:effectLst/>
                <a:latin typeface="微软雅黑" panose="020B0503020204020204" charset="-122"/>
                <a:ea typeface="微软雅黑" panose="020B0503020204020204" charset="-122"/>
                <a:cs typeface="+mn-cs"/>
              </a:rPr>
              <a:t>93.77%-94.19%</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双传感器：</a:t>
            </a:r>
            <a:r>
              <a:rPr lang="en-US" altLang="zh-CN" sz="1600" kern="1200" dirty="0">
                <a:solidFill>
                  <a:schemeClr val="tx1"/>
                </a:solidFill>
                <a:effectLst/>
                <a:latin typeface="微软雅黑" panose="020B0503020204020204" charset="-122"/>
                <a:ea typeface="微软雅黑" panose="020B0503020204020204" charset="-122"/>
                <a:cs typeface="+mn-cs"/>
              </a:rPr>
              <a:t>94.68%-94.93%</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三传感器：</a:t>
            </a:r>
            <a:r>
              <a:rPr lang="en-US" altLang="zh-CN" sz="1600" kern="1200" dirty="0">
                <a:solidFill>
                  <a:schemeClr val="tx1"/>
                </a:solidFill>
                <a:effectLst/>
                <a:latin typeface="微软雅黑" panose="020B0503020204020204" charset="-122"/>
                <a:ea typeface="微软雅黑" panose="020B0503020204020204" charset="-122"/>
                <a:cs typeface="+mn-cs"/>
              </a:rPr>
              <a:t>95.86%</a:t>
            </a:r>
            <a:r>
              <a:rPr lang="zh-CN" altLang="en-US" sz="1600" kern="1200" dirty="0">
                <a:solidFill>
                  <a:schemeClr val="tx1"/>
                </a:solidFill>
                <a:effectLst/>
                <a:latin typeface="微软雅黑" panose="020B0503020204020204" charset="-122"/>
                <a:ea typeface="微软雅黑" panose="020B0503020204020204" charset="-122"/>
                <a:cs typeface="+mn-cs"/>
              </a:rPr>
              <a:t>，显著优于所有双传感器组合</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根据混淆矩阵可以看出：</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单传感器模型表现不稳定：</a:t>
            </a:r>
            <a:r>
              <a:rPr lang="en-US" altLang="zh-CN" sz="1600" kern="1200" dirty="0">
                <a:solidFill>
                  <a:schemeClr val="tx1"/>
                </a:solidFill>
                <a:effectLst/>
                <a:latin typeface="微软雅黑" panose="020B0503020204020204" charset="-122"/>
                <a:ea typeface="微软雅黑" panose="020B0503020204020204" charset="-122"/>
                <a:cs typeface="+mn-cs"/>
              </a:rPr>
              <a:t>UHF</a:t>
            </a:r>
            <a:r>
              <a:rPr lang="zh-CN" altLang="en-US" sz="1600" kern="1200" dirty="0">
                <a:solidFill>
                  <a:schemeClr val="tx1"/>
                </a:solidFill>
                <a:effectLst/>
                <a:latin typeface="微软雅黑" panose="020B0503020204020204" charset="-122"/>
                <a:ea typeface="微软雅黑" panose="020B0503020204020204" charset="-122"/>
                <a:cs typeface="+mn-cs"/>
              </a:rPr>
              <a:t>对绝缘子表面放电识别差、</a:t>
            </a:r>
            <a:r>
              <a:rPr lang="en-US" altLang="zh-CN" sz="1600" kern="1200" dirty="0">
                <a:solidFill>
                  <a:schemeClr val="tx1"/>
                </a:solidFill>
                <a:effectLst/>
                <a:latin typeface="微软雅黑" panose="020B0503020204020204" charset="-122"/>
                <a:ea typeface="微软雅黑" panose="020B0503020204020204" charset="-122"/>
                <a:cs typeface="+mn-cs"/>
              </a:rPr>
              <a:t>AE</a:t>
            </a:r>
            <a:r>
              <a:rPr lang="zh-CN" altLang="en-US" sz="1600" kern="1200" dirty="0">
                <a:solidFill>
                  <a:schemeClr val="tx1"/>
                </a:solidFill>
                <a:effectLst/>
                <a:latin typeface="微软雅黑" panose="020B0503020204020204" charset="-122"/>
                <a:ea typeface="微软雅黑" panose="020B0503020204020204" charset="-122"/>
                <a:cs typeface="+mn-cs"/>
              </a:rPr>
              <a:t>和</a:t>
            </a:r>
            <a:r>
              <a:rPr lang="en-US" altLang="zh-CN" sz="1600" kern="1200" dirty="0">
                <a:solidFill>
                  <a:schemeClr val="tx1"/>
                </a:solidFill>
                <a:effectLst/>
                <a:latin typeface="微软雅黑" panose="020B0503020204020204" charset="-122"/>
                <a:ea typeface="微软雅黑" panose="020B0503020204020204" charset="-122"/>
                <a:cs typeface="+mn-cs"/>
              </a:rPr>
              <a:t>CE</a:t>
            </a:r>
            <a:r>
              <a:rPr lang="zh-CN" altLang="en-US" sz="1600" kern="1200" dirty="0">
                <a:solidFill>
                  <a:schemeClr val="tx1"/>
                </a:solidFill>
                <a:effectLst/>
                <a:latin typeface="微软雅黑" panose="020B0503020204020204" charset="-122"/>
                <a:ea typeface="微软雅黑" panose="020B0503020204020204" charset="-122"/>
                <a:cs typeface="+mn-cs"/>
              </a:rPr>
              <a:t>单独无法覆盖所有特征缺陷</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多传感器融合在所有缺陷类型上一致提升</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432BEAB8-E13F-E0FB-C022-1BE738FFCCB3}"/>
              </a:ext>
            </a:extLst>
          </p:cNvPr>
          <p:cNvSpPr>
            <a:spLocks noGrp="1"/>
          </p:cNvSpPr>
          <p:nvPr>
            <p:ph type="sldNum" sz="quarter" idx="10"/>
          </p:nvPr>
        </p:nvSpPr>
        <p:spPr/>
        <p:txBody>
          <a:bodyPr/>
          <a:lstStyle/>
          <a:p>
            <a:fld id="{677A2CBA-E486-4DC8-8696-C7854B0A28FD}" type="slidenum">
              <a:rPr lang="zh-CN" altLang="en-US" smtClean="0"/>
              <a:t>14</a:t>
            </a:fld>
            <a:endParaRPr lang="zh-CN" altLang="en-US"/>
          </a:p>
        </p:txBody>
      </p:sp>
    </p:spTree>
    <p:extLst>
      <p:ext uri="{BB962C8B-B14F-4D97-AF65-F5344CB8AC3E}">
        <p14:creationId xmlns:p14="http://schemas.microsoft.com/office/powerpoint/2010/main" val="7133252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1545A-C2E5-8490-AEC4-CA41F4C43C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9351F94-0CD7-709A-7B9F-F42839D62981}"/>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AB41315F-BBB0-ABB5-6155-A7808AAD18DF}"/>
              </a:ext>
            </a:extLst>
          </p:cNvPr>
          <p:cNvSpPr>
            <a:spLocks noGrp="1"/>
          </p:cNvSpPr>
          <p:nvPr>
            <p:ph type="body" idx="1"/>
          </p:nvPr>
        </p:nvSpPr>
        <p:spPr/>
        <p:txBody>
          <a:bodyPr/>
          <a:lstStyle/>
          <a:p>
            <a:pPr algn="l">
              <a:buFont typeface="Arial" panose="020B0604020202020204" pitchFamily="34" charset="0"/>
              <a:buChar char="•"/>
            </a:pPr>
            <a:r>
              <a:rPr lang="en-US" altLang="zh-CN" b="0" i="0" dirty="0">
                <a:solidFill>
                  <a:srgbClr val="0F1115"/>
                </a:solidFill>
                <a:effectLst/>
                <a:latin typeface="quote-cjk-patch"/>
              </a:rPr>
              <a:t>D-S</a:t>
            </a:r>
            <a:r>
              <a:rPr lang="zh-CN" altLang="en-US" b="0" i="0" dirty="0">
                <a:solidFill>
                  <a:srgbClr val="0F1115"/>
                </a:solidFill>
                <a:effectLst/>
                <a:latin typeface="quote-cjk-patch"/>
              </a:rPr>
              <a:t>：</a:t>
            </a:r>
            <a:r>
              <a:rPr lang="en-US" altLang="zh-CN" b="0" i="0" dirty="0">
                <a:solidFill>
                  <a:srgbClr val="0F1115"/>
                </a:solidFill>
                <a:effectLst/>
                <a:latin typeface="quote-cjk-patch"/>
              </a:rPr>
              <a:t>Dempster-Shafer </a:t>
            </a:r>
            <a:r>
              <a:rPr lang="zh-CN" altLang="en-US" b="0" i="0" dirty="0">
                <a:solidFill>
                  <a:srgbClr val="0F1115"/>
                </a:solidFill>
                <a:effectLst/>
                <a:latin typeface="quote-cjk-patch"/>
              </a:rPr>
              <a:t>证据理论</a:t>
            </a:r>
          </a:p>
          <a:p>
            <a:pPr algn="l">
              <a:buFont typeface="Arial" panose="020B0604020202020204" pitchFamily="34" charset="0"/>
              <a:buChar char="•"/>
            </a:pPr>
            <a:r>
              <a:rPr lang="en-US" altLang="zh-CN" b="0" i="0" dirty="0">
                <a:solidFill>
                  <a:srgbClr val="0F1115"/>
                </a:solidFill>
                <a:effectLst/>
                <a:latin typeface="quote-cjk-patch"/>
              </a:rPr>
              <a:t>EL</a:t>
            </a:r>
            <a:r>
              <a:rPr lang="zh-CN" altLang="en-US" b="0" i="0" dirty="0">
                <a:solidFill>
                  <a:srgbClr val="0F1115"/>
                </a:solidFill>
                <a:effectLst/>
                <a:latin typeface="quote-cjk-patch"/>
              </a:rPr>
              <a:t>：</a:t>
            </a:r>
            <a:r>
              <a:rPr lang="en-US" altLang="zh-CN" b="0" i="0" dirty="0">
                <a:solidFill>
                  <a:srgbClr val="0F1115"/>
                </a:solidFill>
                <a:effectLst/>
                <a:latin typeface="quote-cjk-patch"/>
              </a:rPr>
              <a:t>Ensemble Learning</a:t>
            </a:r>
          </a:p>
          <a:p>
            <a:pPr algn="l">
              <a:buFont typeface="Arial" panose="020B0604020202020204" pitchFamily="34" charset="0"/>
              <a:buChar char="•"/>
            </a:pPr>
            <a:r>
              <a:rPr lang="en-US" altLang="zh-CN" b="0" i="0" dirty="0">
                <a:solidFill>
                  <a:srgbClr val="0F1115"/>
                </a:solidFill>
                <a:effectLst/>
                <a:latin typeface="quote-cjk-patch"/>
              </a:rPr>
              <a:t>DF</a:t>
            </a:r>
            <a:r>
              <a:rPr lang="zh-CN" altLang="en-US" b="0" i="0" dirty="0">
                <a:solidFill>
                  <a:srgbClr val="0F1115"/>
                </a:solidFill>
                <a:effectLst/>
                <a:latin typeface="quote-cjk-patch"/>
              </a:rPr>
              <a:t>：只用第一级同类融合</a:t>
            </a:r>
          </a:p>
          <a:p>
            <a:pPr algn="l">
              <a:buFont typeface="Arial" panose="020B0604020202020204" pitchFamily="34" charset="0"/>
              <a:buChar char="•"/>
            </a:pPr>
            <a:r>
              <a:rPr lang="en-US" altLang="zh-CN" b="0" i="0" dirty="0">
                <a:solidFill>
                  <a:srgbClr val="0F1115"/>
                </a:solidFill>
                <a:effectLst/>
                <a:latin typeface="quote-cjk-patch"/>
              </a:rPr>
              <a:t>TF</a:t>
            </a:r>
            <a:r>
              <a:rPr lang="zh-CN" altLang="en-US" b="0" i="0" dirty="0">
                <a:solidFill>
                  <a:srgbClr val="0F1115"/>
                </a:solidFill>
                <a:effectLst/>
                <a:latin typeface="quote-cjk-patch"/>
              </a:rPr>
              <a:t>：只用第二级异类融合</a:t>
            </a:r>
          </a:p>
          <a:p>
            <a:pPr algn="l">
              <a:buFont typeface="Arial" panose="020B0604020202020204" pitchFamily="34" charset="0"/>
              <a:buChar char="•"/>
            </a:pPr>
            <a:r>
              <a:rPr lang="en-US" altLang="zh-CN" b="0" i="0" dirty="0">
                <a:solidFill>
                  <a:srgbClr val="0F1115"/>
                </a:solidFill>
                <a:effectLst/>
                <a:latin typeface="quote-cjk-patch"/>
              </a:rPr>
              <a:t>FCF</a:t>
            </a:r>
            <a:r>
              <a:rPr lang="zh-CN" altLang="en-US" b="0" i="0" dirty="0">
                <a:solidFill>
                  <a:srgbClr val="0F1115"/>
                </a:solidFill>
                <a:effectLst/>
                <a:latin typeface="quote-cjk-patch"/>
              </a:rPr>
              <a:t>：直接拼接替代自适应融合</a:t>
            </a:r>
          </a:p>
          <a:p>
            <a:pPr algn="l">
              <a:buFont typeface="Arial" panose="020B0604020202020204" pitchFamily="34" charset="0"/>
              <a:buChar char="•"/>
            </a:pPr>
            <a:r>
              <a:rPr lang="en-US" altLang="zh-CN" b="0" i="0" dirty="0">
                <a:solidFill>
                  <a:srgbClr val="0F1115"/>
                </a:solidFill>
                <a:effectLst/>
                <a:latin typeface="quote-cjk-patch"/>
              </a:rPr>
              <a:t>MF</a:t>
            </a:r>
            <a:r>
              <a:rPr lang="zh-CN" altLang="en-US" b="0" i="0" dirty="0">
                <a:solidFill>
                  <a:srgbClr val="0F1115"/>
                </a:solidFill>
                <a:effectLst/>
                <a:latin typeface="quote-cjk-patch"/>
              </a:rPr>
              <a:t>：去掉 </a:t>
            </a:r>
            <a:r>
              <a:rPr lang="en-US" altLang="zh-CN" b="0" i="0" dirty="0">
                <a:solidFill>
                  <a:srgbClr val="0F1115"/>
                </a:solidFill>
                <a:effectLst/>
                <a:latin typeface="quote-cjk-patch"/>
              </a:rPr>
              <a:t>ESA </a:t>
            </a:r>
            <a:r>
              <a:rPr lang="zh-CN" altLang="en-US" b="0" i="0" dirty="0">
                <a:solidFill>
                  <a:srgbClr val="0F1115"/>
                </a:solidFill>
                <a:effectLst/>
                <a:latin typeface="quote-cjk-patch"/>
              </a:rPr>
              <a:t>的多模态融合</a:t>
            </a:r>
          </a:p>
          <a:p>
            <a:pPr algn="l">
              <a:buFont typeface="Arial" panose="020B0604020202020204" pitchFamily="34" charset="0"/>
              <a:buChar char="•"/>
            </a:pPr>
            <a:r>
              <a:rPr lang="en-US" altLang="zh-CN" b="1" i="0" dirty="0">
                <a:solidFill>
                  <a:srgbClr val="0F1115"/>
                </a:solidFill>
                <a:effectLst/>
                <a:latin typeface="quote-cjk-patch"/>
              </a:rPr>
              <a:t>TFMNIL</a:t>
            </a:r>
            <a:r>
              <a:rPr lang="zh-CN" altLang="en-US" b="1" i="0" dirty="0">
                <a:solidFill>
                  <a:srgbClr val="0F1115"/>
                </a:solidFill>
                <a:effectLst/>
                <a:latin typeface="quote-cjk-patch"/>
              </a:rPr>
              <a:t>：完整两级融合</a:t>
            </a:r>
            <a:endParaRPr lang="zh-CN" altLang="en-US" b="0" i="0" dirty="0">
              <a:solidFill>
                <a:srgbClr val="0F1115"/>
              </a:solidFill>
              <a:effectLst/>
              <a:latin typeface="quote-cjk-patch"/>
            </a:endParaRPr>
          </a:p>
          <a:p>
            <a:pPr algn="l">
              <a:buFont typeface="Arial" panose="020B0604020202020204" pitchFamily="34" charset="0"/>
              <a:buChar char="•"/>
            </a:pPr>
            <a:r>
              <a:rPr lang="en-US" altLang="zh-CN" b="0" i="0" dirty="0">
                <a:solidFill>
                  <a:srgbClr val="0F1115"/>
                </a:solidFill>
                <a:effectLst/>
                <a:latin typeface="quote-cjk-patch"/>
              </a:rPr>
              <a:t>TFMNIL </a:t>
            </a:r>
            <a:r>
              <a:rPr lang="zh-CN" altLang="en-US" b="0" i="0" dirty="0">
                <a:solidFill>
                  <a:srgbClr val="0F1115"/>
                </a:solidFill>
                <a:effectLst/>
                <a:latin typeface="quote-cjk-patch"/>
              </a:rPr>
              <a:t>类内紧凑度最低（</a:t>
            </a:r>
            <a:r>
              <a:rPr lang="en-US" altLang="zh-CN" b="0" i="0" dirty="0">
                <a:solidFill>
                  <a:srgbClr val="0F1115"/>
                </a:solidFill>
                <a:effectLst/>
                <a:latin typeface="quote-cjk-patch"/>
              </a:rPr>
              <a:t>IC=1.17</a:t>
            </a:r>
            <a:r>
              <a:rPr lang="zh-CN" altLang="en-US" b="0" i="0" dirty="0">
                <a:solidFill>
                  <a:srgbClr val="0F1115"/>
                </a:solidFill>
                <a:effectLst/>
                <a:latin typeface="quote-cjk-patch"/>
              </a:rPr>
              <a:t>），类间可分性最高（</a:t>
            </a:r>
            <a:r>
              <a:rPr lang="en-US" altLang="zh-CN" b="0" i="0" dirty="0">
                <a:solidFill>
                  <a:srgbClr val="0F1115"/>
                </a:solidFill>
                <a:effectLst/>
                <a:latin typeface="quote-cjk-patch"/>
              </a:rPr>
              <a:t>IS=4.15</a:t>
            </a:r>
            <a:r>
              <a:rPr lang="zh-CN" altLang="en-US" b="0" i="0" dirty="0">
                <a:solidFill>
                  <a:srgbClr val="0F1115"/>
                </a:solidFill>
                <a:effectLst/>
                <a:latin typeface="quote-cjk-patch"/>
              </a:rPr>
              <a:t>）</a:t>
            </a:r>
          </a:p>
          <a:p>
            <a:pPr algn="l">
              <a:buFont typeface="Arial" panose="020B0604020202020204" pitchFamily="34" charset="0"/>
              <a:buChar char="•"/>
            </a:pPr>
            <a:r>
              <a:rPr lang="zh-CN" altLang="en-US" b="0" i="0" dirty="0">
                <a:solidFill>
                  <a:srgbClr val="0F1115"/>
                </a:solidFill>
                <a:effectLst/>
                <a:latin typeface="quote-cjk-patch"/>
              </a:rPr>
              <a:t>比 </a:t>
            </a:r>
            <a:r>
              <a:rPr lang="en-US" altLang="zh-CN" b="0" i="0" dirty="0">
                <a:solidFill>
                  <a:srgbClr val="0F1115"/>
                </a:solidFill>
                <a:effectLst/>
                <a:latin typeface="quote-cjk-patch"/>
              </a:rPr>
              <a:t>DF </a:t>
            </a:r>
            <a:r>
              <a:rPr lang="zh-CN" altLang="en-US" b="0" i="0" dirty="0">
                <a:solidFill>
                  <a:srgbClr val="0F1115"/>
                </a:solidFill>
                <a:effectLst/>
                <a:latin typeface="quote-cjk-patch"/>
              </a:rPr>
              <a:t>降低 </a:t>
            </a:r>
            <a:r>
              <a:rPr lang="en-US" altLang="zh-CN" b="0" i="0" dirty="0">
                <a:solidFill>
                  <a:srgbClr val="0F1115"/>
                </a:solidFill>
                <a:effectLst/>
                <a:latin typeface="quote-cjk-patch"/>
              </a:rPr>
              <a:t>IC 34.2%</a:t>
            </a:r>
            <a:r>
              <a:rPr lang="zh-CN" altLang="en-US" b="0" i="0" dirty="0">
                <a:solidFill>
                  <a:srgbClr val="0F1115"/>
                </a:solidFill>
                <a:effectLst/>
                <a:latin typeface="quote-cjk-patch"/>
              </a:rPr>
              <a:t>，比 </a:t>
            </a:r>
            <a:r>
              <a:rPr lang="en-US" altLang="zh-CN" b="0" i="0" dirty="0">
                <a:solidFill>
                  <a:srgbClr val="0F1115"/>
                </a:solidFill>
                <a:effectLst/>
                <a:latin typeface="quote-cjk-patch"/>
              </a:rPr>
              <a:t>TF </a:t>
            </a:r>
            <a:r>
              <a:rPr lang="zh-CN" altLang="en-US" b="0" i="0" dirty="0">
                <a:solidFill>
                  <a:srgbClr val="0F1115"/>
                </a:solidFill>
                <a:effectLst/>
                <a:latin typeface="quote-cjk-patch"/>
              </a:rPr>
              <a:t>提高 </a:t>
            </a:r>
            <a:r>
              <a:rPr lang="en-US" altLang="zh-CN" b="0" i="0" dirty="0">
                <a:solidFill>
                  <a:srgbClr val="0F1115"/>
                </a:solidFill>
                <a:effectLst/>
                <a:latin typeface="quote-cjk-patch"/>
              </a:rPr>
              <a:t>IS 29.8%</a:t>
            </a:r>
          </a:p>
          <a:p>
            <a:pPr algn="l">
              <a:buFont typeface="Arial" panose="020B0604020202020204" pitchFamily="34" charset="0"/>
              <a:buChar char="•"/>
            </a:pPr>
            <a:r>
              <a:rPr lang="zh-CN" altLang="en-US" b="0" i="0" dirty="0">
                <a:solidFill>
                  <a:srgbClr val="0F1115"/>
                </a:solidFill>
                <a:effectLst/>
                <a:latin typeface="quote-cjk-patch"/>
              </a:rPr>
              <a:t>两级融合产生更可分、更鲁棒的特征</a:t>
            </a:r>
          </a:p>
        </p:txBody>
      </p:sp>
      <p:sp>
        <p:nvSpPr>
          <p:cNvPr id="4" name="灯片编号占位符 3">
            <a:extLst>
              <a:ext uri="{FF2B5EF4-FFF2-40B4-BE49-F238E27FC236}">
                <a16:creationId xmlns:a16="http://schemas.microsoft.com/office/drawing/2014/main" id="{432BEAB8-E13F-E0FB-C022-1BE738FFCCB3}"/>
              </a:ext>
            </a:extLst>
          </p:cNvPr>
          <p:cNvSpPr>
            <a:spLocks noGrp="1"/>
          </p:cNvSpPr>
          <p:nvPr>
            <p:ph type="sldNum" sz="quarter" idx="10"/>
          </p:nvPr>
        </p:nvSpPr>
        <p:spPr/>
        <p:txBody>
          <a:bodyPr/>
          <a:lstStyle/>
          <a:p>
            <a:fld id="{677A2CBA-E486-4DC8-8696-C7854B0A28FD}" type="slidenum">
              <a:rPr lang="zh-CN" altLang="en-US" smtClean="0"/>
              <a:t>15</a:t>
            </a:fld>
            <a:endParaRPr lang="zh-CN" altLang="en-US"/>
          </a:p>
        </p:txBody>
      </p:sp>
    </p:spTree>
    <p:extLst>
      <p:ext uri="{BB962C8B-B14F-4D97-AF65-F5344CB8AC3E}">
        <p14:creationId xmlns:p14="http://schemas.microsoft.com/office/powerpoint/2010/main" val="3407568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16</a:t>
            </a:fld>
            <a:endParaRPr lang="zh-CN" altLang="en-US"/>
          </a:p>
        </p:txBody>
      </p:sp>
    </p:spTree>
    <p:extLst>
      <p:ext uri="{BB962C8B-B14F-4D97-AF65-F5344CB8AC3E}">
        <p14:creationId xmlns:p14="http://schemas.microsoft.com/office/powerpoint/2010/main" val="17028647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l">
              <a:buFont typeface="+mj-lt"/>
              <a:buAutoNum type="arabicPeriod"/>
            </a:pPr>
            <a:r>
              <a:rPr lang="zh-CN" altLang="en-US" b="1" i="0" dirty="0">
                <a:solidFill>
                  <a:srgbClr val="0F1115"/>
                </a:solidFill>
                <a:effectLst/>
                <a:latin typeface="quote-cjk-patch"/>
              </a:rPr>
              <a:t>两级融合实现异构多传感器表征对齐</a:t>
            </a:r>
            <a:r>
              <a:rPr lang="zh-CN" altLang="en-US" b="0" i="0" dirty="0">
                <a:solidFill>
                  <a:srgbClr val="0F1115"/>
                </a:solidFill>
                <a:effectLst/>
                <a:latin typeface="quote-cjk-patch"/>
              </a:rPr>
              <a:t>：</a:t>
            </a:r>
          </a:p>
          <a:p>
            <a:pPr marL="742950" lvl="1" indent="-285750" algn="l">
              <a:buFont typeface="+mj-lt"/>
              <a:buAutoNum type="arabicPeriod"/>
            </a:pPr>
            <a:r>
              <a:rPr lang="zh-CN" altLang="en-US" b="0" i="0" dirty="0">
                <a:solidFill>
                  <a:srgbClr val="0F1115"/>
                </a:solidFill>
                <a:effectLst/>
                <a:latin typeface="quote-cjk-patch"/>
              </a:rPr>
              <a:t>第一级：同类传感器通道级融合，保持物理一致性</a:t>
            </a:r>
          </a:p>
          <a:p>
            <a:pPr marL="742950" lvl="1" indent="-285750" algn="l">
              <a:buFont typeface="+mj-lt"/>
              <a:buAutoNum type="arabicPeriod"/>
            </a:pPr>
            <a:r>
              <a:rPr lang="zh-CN" altLang="en-US" b="0" i="0" dirty="0">
                <a:solidFill>
                  <a:srgbClr val="0F1115"/>
                </a:solidFill>
                <a:effectLst/>
                <a:latin typeface="quote-cjk-patch"/>
              </a:rPr>
              <a:t>第二级：异类传感器特征级融合 </a:t>
            </a:r>
            <a:r>
              <a:rPr lang="en-US" altLang="zh-CN" b="0" i="0" dirty="0">
                <a:solidFill>
                  <a:srgbClr val="0F1115"/>
                </a:solidFill>
                <a:effectLst/>
                <a:latin typeface="quote-cjk-patch"/>
              </a:rPr>
              <a:t>+ ESA</a:t>
            </a:r>
            <a:r>
              <a:rPr lang="zh-CN" altLang="en-US" b="0" i="0" dirty="0">
                <a:solidFill>
                  <a:srgbClr val="0F1115"/>
                </a:solidFill>
                <a:effectLst/>
                <a:latin typeface="quote-cjk-patch"/>
              </a:rPr>
              <a:t>，建立跨模态语义一致性</a:t>
            </a:r>
          </a:p>
          <a:p>
            <a:pPr algn="l">
              <a:buFont typeface="+mj-lt"/>
              <a:buAutoNum type="arabicPeriod"/>
            </a:pPr>
            <a:r>
              <a:rPr lang="zh-CN" altLang="en-US" b="1" i="0" dirty="0">
                <a:solidFill>
                  <a:srgbClr val="0F1115"/>
                </a:solidFill>
                <a:effectLst/>
                <a:latin typeface="quote-cjk-patch"/>
              </a:rPr>
              <a:t>三传感器融合 </a:t>
            </a:r>
            <a:r>
              <a:rPr lang="en-US" altLang="zh-CN" b="1" i="0" dirty="0">
                <a:solidFill>
                  <a:srgbClr val="0F1115"/>
                </a:solidFill>
                <a:effectLst/>
                <a:latin typeface="quote-cjk-patch"/>
              </a:rPr>
              <a:t>95.86%</a:t>
            </a:r>
            <a:r>
              <a:rPr lang="zh-CN" altLang="en-US" b="0" i="0" dirty="0">
                <a:solidFill>
                  <a:srgbClr val="0F1115"/>
                </a:solidFill>
                <a:effectLst/>
                <a:latin typeface="quote-cjk-patch"/>
              </a:rPr>
              <a:t>，显著优于单</a:t>
            </a:r>
            <a:r>
              <a:rPr lang="en-US" altLang="zh-CN" b="0" i="0" dirty="0">
                <a:solidFill>
                  <a:srgbClr val="0F1115"/>
                </a:solidFill>
                <a:effectLst/>
                <a:latin typeface="quote-cjk-patch"/>
              </a:rPr>
              <a:t>/</a:t>
            </a:r>
            <a:r>
              <a:rPr lang="zh-CN" altLang="en-US" b="0" i="0" dirty="0">
                <a:solidFill>
                  <a:srgbClr val="0F1115"/>
                </a:solidFill>
                <a:effectLst/>
                <a:latin typeface="quote-cjk-patch"/>
              </a:rPr>
              <a:t>双传感器</a:t>
            </a:r>
          </a:p>
          <a:p>
            <a:pPr algn="l">
              <a:buFont typeface="+mj-lt"/>
              <a:buAutoNum type="arabicPeriod"/>
            </a:pPr>
            <a:r>
              <a:rPr lang="zh-CN" altLang="en-US" b="1" i="0" dirty="0">
                <a:solidFill>
                  <a:srgbClr val="0F1115"/>
                </a:solidFill>
                <a:effectLst/>
                <a:latin typeface="quote-cjk-patch"/>
              </a:rPr>
              <a:t>两级缺一不可</a:t>
            </a:r>
            <a:r>
              <a:rPr lang="zh-CN" altLang="en-US" b="0" i="0" dirty="0">
                <a:solidFill>
                  <a:srgbClr val="0F1115"/>
                </a:solidFill>
                <a:effectLst/>
                <a:latin typeface="quote-cjk-patch"/>
              </a:rPr>
              <a:t>：</a:t>
            </a:r>
            <a:r>
              <a:rPr lang="en-US" altLang="zh-CN" b="0" i="0" dirty="0">
                <a:solidFill>
                  <a:srgbClr val="0F1115"/>
                </a:solidFill>
                <a:effectLst/>
                <a:latin typeface="quote-cjk-patch"/>
              </a:rPr>
              <a:t>DF </a:t>
            </a:r>
            <a:r>
              <a:rPr lang="zh-CN" altLang="en-US" b="0" i="0" dirty="0">
                <a:solidFill>
                  <a:srgbClr val="0F1115"/>
                </a:solidFill>
                <a:effectLst/>
                <a:latin typeface="quote-cjk-patch"/>
              </a:rPr>
              <a:t>和 </a:t>
            </a:r>
            <a:r>
              <a:rPr lang="en-US" altLang="zh-CN" b="0" i="0" dirty="0">
                <a:solidFill>
                  <a:srgbClr val="0F1115"/>
                </a:solidFill>
                <a:effectLst/>
                <a:latin typeface="quote-cjk-patch"/>
              </a:rPr>
              <a:t>TF </a:t>
            </a:r>
            <a:r>
              <a:rPr lang="zh-CN" altLang="en-US" b="0" i="0" dirty="0">
                <a:solidFill>
                  <a:srgbClr val="0F1115"/>
                </a:solidFill>
                <a:effectLst/>
                <a:latin typeface="quote-cjk-patch"/>
              </a:rPr>
              <a:t>都不如完整 </a:t>
            </a:r>
            <a:r>
              <a:rPr lang="en-US" altLang="zh-CN" b="0" i="0" dirty="0">
                <a:solidFill>
                  <a:srgbClr val="0F1115"/>
                </a:solidFill>
                <a:effectLst/>
                <a:latin typeface="quote-cjk-patch"/>
              </a:rPr>
              <a:t>TFMNIL</a:t>
            </a:r>
          </a:p>
          <a:p>
            <a:pPr algn="l">
              <a:buFont typeface="+mj-lt"/>
              <a:buAutoNum type="arabicPeriod"/>
            </a:pPr>
            <a:r>
              <a:rPr lang="en-US" altLang="zh-CN" b="1" i="0" dirty="0">
                <a:solidFill>
                  <a:srgbClr val="0F1115"/>
                </a:solidFill>
                <a:effectLst/>
                <a:latin typeface="quote-cjk-patch"/>
              </a:rPr>
              <a:t>ESA </a:t>
            </a:r>
            <a:r>
              <a:rPr lang="zh-CN" altLang="en-US" b="1" i="0" dirty="0">
                <a:solidFill>
                  <a:srgbClr val="0F1115"/>
                </a:solidFill>
                <a:effectLst/>
                <a:latin typeface="quote-cjk-patch"/>
              </a:rPr>
              <a:t>非冗余</a:t>
            </a:r>
            <a:r>
              <a:rPr lang="zh-CN" altLang="en-US" b="0" i="0" dirty="0">
                <a:solidFill>
                  <a:srgbClr val="0F1115"/>
                </a:solidFill>
                <a:effectLst/>
                <a:latin typeface="quote-cjk-patch"/>
              </a:rPr>
              <a:t>：与 </a:t>
            </a:r>
            <a:r>
              <a:rPr lang="en-US" altLang="zh-CN" b="0" i="0" dirty="0">
                <a:solidFill>
                  <a:srgbClr val="0F1115"/>
                </a:solidFill>
                <a:effectLst/>
                <a:latin typeface="quote-cjk-patch"/>
              </a:rPr>
              <a:t>SE </a:t>
            </a:r>
            <a:r>
              <a:rPr lang="zh-CN" altLang="en-US" b="0" i="0" dirty="0">
                <a:solidFill>
                  <a:srgbClr val="0F1115"/>
                </a:solidFill>
                <a:effectLst/>
                <a:latin typeface="quote-cjk-patch"/>
              </a:rPr>
              <a:t>互补，增强跨模态空间一致性</a:t>
            </a:r>
          </a:p>
          <a:p>
            <a:pPr algn="l">
              <a:buFont typeface="Arial" panose="020B0604020202020204" pitchFamily="34" charset="0"/>
              <a:buChar char="•"/>
            </a:pPr>
            <a:r>
              <a:rPr lang="zh-CN" altLang="en-US" b="0" i="0" dirty="0">
                <a:solidFill>
                  <a:srgbClr val="0F1115"/>
                </a:solidFill>
                <a:effectLst/>
                <a:latin typeface="quote-cjk-patch"/>
              </a:rPr>
              <a:t>稀有缺陷和标签噪声下鲁棒性有待提升</a:t>
            </a:r>
          </a:p>
          <a:p>
            <a:pPr algn="l">
              <a:buFont typeface="Arial" panose="020B0604020202020204" pitchFamily="34" charset="0"/>
              <a:buChar char="•"/>
            </a:pPr>
            <a:r>
              <a:rPr lang="zh-CN" altLang="en-US" b="0" i="0" dirty="0">
                <a:solidFill>
                  <a:srgbClr val="0F1115"/>
                </a:solidFill>
                <a:effectLst/>
                <a:latin typeface="quote-cjk-patch"/>
              </a:rPr>
              <a:t>未来扩展到变压器、电缆等其他电力设备</a:t>
            </a:r>
          </a:p>
          <a:p>
            <a:pPr algn="l">
              <a:buFont typeface="Arial" panose="020B0604020202020204" pitchFamily="34" charset="0"/>
              <a:buChar char="•"/>
            </a:pPr>
            <a:r>
              <a:rPr lang="zh-CN" altLang="en-US" b="0" i="0" dirty="0">
                <a:solidFill>
                  <a:srgbClr val="0F1115"/>
                </a:solidFill>
                <a:effectLst/>
                <a:latin typeface="quote-cjk-patch"/>
              </a:rPr>
              <a:t>构建标准化、公开的多传感器 </a:t>
            </a:r>
            <a:r>
              <a:rPr lang="en-US" altLang="zh-CN" b="0" i="0" dirty="0">
                <a:solidFill>
                  <a:srgbClr val="0F1115"/>
                </a:solidFill>
                <a:effectLst/>
                <a:latin typeface="quote-cjk-patch"/>
              </a:rPr>
              <a:t>PD </a:t>
            </a:r>
            <a:r>
              <a:rPr lang="zh-CN" altLang="en-US" b="0" i="0" dirty="0">
                <a:solidFill>
                  <a:srgbClr val="0F1115"/>
                </a:solidFill>
                <a:effectLst/>
                <a:latin typeface="quote-cjk-patch"/>
              </a:rPr>
              <a:t>数据集</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8C17F-839C-DC71-7BB4-89AC098636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166379B-566C-B9D5-FA4F-3F23A8718C4B}"/>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E58D15E0-B738-A041-0282-60C63C82EAC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a:extLst>
              <a:ext uri="{FF2B5EF4-FFF2-40B4-BE49-F238E27FC236}">
                <a16:creationId xmlns:a16="http://schemas.microsoft.com/office/drawing/2014/main" id="{46C12250-84F9-5083-4C0D-5AC6E33129F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12113433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51DE9-9BBD-BE01-4337-B303F0F109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FE6E6B-09EB-8F0D-D6DA-1175FF4BFEA0}"/>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732E1979-B8BB-C7AB-3991-C5F048C35744}"/>
              </a:ext>
            </a:extLst>
          </p:cNvPr>
          <p:cNvSpPr>
            <a:spLocks noGrp="1"/>
          </p:cNvSpPr>
          <p:nvPr>
            <p:ph type="body" idx="1"/>
          </p:nvPr>
        </p:nvSpPr>
        <p:spPr/>
        <p:txBody>
          <a:bodyPr/>
          <a:lstStyle/>
          <a:p>
            <a:r>
              <a:rPr lang="zh-CN" altLang="en-US" dirty="0"/>
              <a:t>主要分为以下四个部分</a:t>
            </a:r>
          </a:p>
        </p:txBody>
      </p:sp>
      <p:sp>
        <p:nvSpPr>
          <p:cNvPr id="4" name="灯片编号占位符 3">
            <a:extLst>
              <a:ext uri="{FF2B5EF4-FFF2-40B4-BE49-F238E27FC236}">
                <a16:creationId xmlns:a16="http://schemas.microsoft.com/office/drawing/2014/main" id="{E6692843-98B6-9C3C-9CFE-03029413344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2772350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首先是问题描述</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20</a:t>
            </a:fld>
            <a:endParaRPr lang="zh-CN" altLang="en-US"/>
          </a:p>
        </p:txBody>
      </p:sp>
    </p:spTree>
    <p:extLst>
      <p:ext uri="{BB962C8B-B14F-4D97-AF65-F5344CB8AC3E}">
        <p14:creationId xmlns:p14="http://schemas.microsoft.com/office/powerpoint/2010/main" val="10688736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FB7D9-6F5F-DD53-2FE6-BABFFF035D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02FA21-B527-05F4-6D85-30F394296890}"/>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F5D1FB57-58F6-AE09-A7DB-4CCB6C74E7A9}"/>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现代工业过程高度耦合，故障会引发多种类型数据同时异常</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单一类型数据无法完整刻画故障</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仅分析单一数据源 → 故障信息丢失 → 诊断精度下降</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因此必须整合多源异构数据</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F1115"/>
                </a:solidFill>
                <a:effectLst/>
                <a:latin typeface="quote-cjk-patch"/>
              </a:rPr>
              <a:t>不同传感器采集的数据类型不同、维度不同、结构不同，</a:t>
            </a:r>
            <a:r>
              <a:rPr lang="zh-CN" altLang="en-US" b="1" i="0" dirty="0">
                <a:solidFill>
                  <a:srgbClr val="0F1115"/>
                </a:solidFill>
                <a:effectLst/>
                <a:latin typeface="quote-cjk-patch"/>
              </a:rPr>
              <a:t>简单拼接无法实现有效融合</a:t>
            </a:r>
            <a:endParaRPr lang="en-US" altLang="zh-CN" b="0" i="0" dirty="0">
              <a:solidFill>
                <a:srgbClr val="0F1115"/>
              </a:solidFill>
              <a:effectLst/>
              <a:latin typeface="quote-cjk-patch"/>
            </a:endParaRPr>
          </a:p>
        </p:txBody>
      </p:sp>
      <p:sp>
        <p:nvSpPr>
          <p:cNvPr id="4" name="灯片编号占位符 3">
            <a:extLst>
              <a:ext uri="{FF2B5EF4-FFF2-40B4-BE49-F238E27FC236}">
                <a16:creationId xmlns:a16="http://schemas.microsoft.com/office/drawing/2014/main" id="{86C73734-EC02-3858-C001-020F71B589E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14276448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22</a:t>
            </a:fld>
            <a:endParaRPr lang="zh-CN" altLang="en-US"/>
          </a:p>
        </p:txBody>
      </p:sp>
    </p:spTree>
    <p:extLst>
      <p:ext uri="{BB962C8B-B14F-4D97-AF65-F5344CB8AC3E}">
        <p14:creationId xmlns:p14="http://schemas.microsoft.com/office/powerpoint/2010/main" val="2527458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框架由三个模块组成：</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最优区域选择模块（图像数据预处理）</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统一表征与融合模块（核心，低秩分解）</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多尺度轻量 </a:t>
            </a:r>
            <a:r>
              <a:rPr lang="en-US" altLang="zh-CN" sz="1600" kern="1200" dirty="0">
                <a:solidFill>
                  <a:schemeClr val="tx1"/>
                </a:solidFill>
                <a:effectLst/>
                <a:latin typeface="微软雅黑" panose="020B0503020204020204" charset="-122"/>
                <a:ea typeface="微软雅黑" panose="020B0503020204020204" charset="-122"/>
                <a:cs typeface="+mn-cs"/>
              </a:rPr>
              <a:t>CNN </a:t>
            </a:r>
            <a:r>
              <a:rPr lang="zh-CN" altLang="en-US" sz="1600" kern="1200" dirty="0">
                <a:solidFill>
                  <a:schemeClr val="tx1"/>
                </a:solidFill>
                <a:effectLst/>
                <a:latin typeface="微软雅黑" panose="020B0503020204020204" charset="-122"/>
                <a:ea typeface="微软雅黑" panose="020B0503020204020204" charset="-122"/>
                <a:cs typeface="+mn-cs"/>
              </a:rPr>
              <a:t>诊断模块</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主线：异构数据 → 统一表征 → 对齐融合 → 诊断</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23</a:t>
            </a:fld>
            <a:endParaRPr lang="zh-CN" altLang="en-US"/>
          </a:p>
        </p:txBody>
      </p:sp>
    </p:spTree>
    <p:extLst>
      <p:ext uri="{BB962C8B-B14F-4D97-AF65-F5344CB8AC3E}">
        <p14:creationId xmlns:p14="http://schemas.microsoft.com/office/powerpoint/2010/main" val="12816924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9C7F2-6753-CCAF-4037-4CA9F5159D1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A30F32-0C55-036C-8413-40D17A4D83E8}"/>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808DE5F3-6E7E-087F-AA7C-B83F1977BB1D}"/>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图像数据最优区域选择</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故障图像中，关键特征只占特定区域，背景占大部分。直接分析整图，受背景干扰，模型复杂度上升。作者提出的方法：</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effectLst/>
                <a:latin typeface="微软雅黑" panose="020B0503020204020204" charset="-122"/>
                <a:ea typeface="微软雅黑" panose="020B0503020204020204" charset="-122"/>
                <a:cs typeface="+mn-cs"/>
              </a:rPr>
              <a:t>1.</a:t>
            </a:r>
            <a:r>
              <a:rPr lang="zh-CN" altLang="en-US" sz="1600" kern="1200" dirty="0">
                <a:solidFill>
                  <a:schemeClr val="tx1"/>
                </a:solidFill>
                <a:effectLst/>
                <a:latin typeface="微软雅黑" panose="020B0503020204020204" charset="-122"/>
                <a:ea typeface="微软雅黑" panose="020B0503020204020204" charset="-122"/>
                <a:cs typeface="+mn-cs"/>
              </a:rPr>
              <a:t>通过滑动窗口将图像分成</a:t>
            </a:r>
            <a:r>
              <a:rPr lang="en-US" altLang="zh-CN" sz="1600" kern="1200" dirty="0">
                <a:solidFill>
                  <a:schemeClr val="tx1"/>
                </a:solidFill>
                <a:effectLst/>
                <a:latin typeface="微软雅黑" panose="020B0503020204020204" charset="-122"/>
                <a:ea typeface="微软雅黑" panose="020B0503020204020204" charset="-122"/>
                <a:cs typeface="+mn-cs"/>
              </a:rPr>
              <a:t>patches</a:t>
            </a: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effectLst/>
                <a:latin typeface="微软雅黑" panose="020B0503020204020204" charset="-122"/>
                <a:ea typeface="微软雅黑" panose="020B0503020204020204" charset="-122"/>
                <a:cs typeface="+mn-cs"/>
              </a:rPr>
              <a:t>2.</a:t>
            </a:r>
            <a:r>
              <a:rPr lang="zh-CN" altLang="en-US" sz="1600" kern="1200" dirty="0">
                <a:solidFill>
                  <a:schemeClr val="tx1"/>
                </a:solidFill>
                <a:effectLst/>
                <a:latin typeface="微软雅黑" panose="020B0503020204020204" charset="-122"/>
                <a:ea typeface="微软雅黑" panose="020B0503020204020204" charset="-122"/>
                <a:cs typeface="+mn-cs"/>
              </a:rPr>
              <a:t>自注意力机制计算每个</a:t>
            </a:r>
            <a:r>
              <a:rPr lang="en-US" altLang="zh-CN" sz="1600" kern="1200" dirty="0">
                <a:solidFill>
                  <a:schemeClr val="tx1"/>
                </a:solidFill>
                <a:effectLst/>
                <a:latin typeface="微软雅黑" panose="020B0503020204020204" charset="-122"/>
                <a:ea typeface="微软雅黑" panose="020B0503020204020204" charset="-122"/>
                <a:cs typeface="+mn-cs"/>
              </a:rPr>
              <a:t>patch</a:t>
            </a:r>
            <a:r>
              <a:rPr lang="zh-CN" altLang="en-US" sz="1600" kern="1200" dirty="0">
                <a:solidFill>
                  <a:schemeClr val="tx1"/>
                </a:solidFill>
                <a:effectLst/>
                <a:latin typeface="微软雅黑" panose="020B0503020204020204" charset="-122"/>
                <a:ea typeface="微软雅黑" panose="020B0503020204020204" charset="-122"/>
                <a:cs typeface="+mn-cs"/>
              </a:rPr>
              <a:t>的重要性权重</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effectLst/>
                <a:latin typeface="微软雅黑" panose="020B0503020204020204" charset="-122"/>
                <a:ea typeface="微软雅黑" panose="020B0503020204020204" charset="-122"/>
                <a:cs typeface="+mn-cs"/>
              </a:rPr>
              <a:t>3.</a:t>
            </a:r>
            <a:r>
              <a:rPr lang="zh-CN" altLang="en-US" sz="1600" kern="1200" dirty="0">
                <a:solidFill>
                  <a:schemeClr val="tx1"/>
                </a:solidFill>
                <a:effectLst/>
                <a:latin typeface="微软雅黑" panose="020B0503020204020204" charset="-122"/>
                <a:ea typeface="微软雅黑" panose="020B0503020204020204" charset="-122"/>
                <a:cs typeface="+mn-cs"/>
              </a:rPr>
              <a:t>选权重最高的</a:t>
            </a:r>
            <a:r>
              <a:rPr lang="en-US" altLang="zh-CN" sz="1600" kern="1200" dirty="0">
                <a:solidFill>
                  <a:schemeClr val="tx1"/>
                </a:solidFill>
                <a:effectLst/>
                <a:latin typeface="微软雅黑" panose="020B0503020204020204" charset="-122"/>
                <a:ea typeface="微软雅黑" panose="020B0503020204020204" charset="-122"/>
                <a:cs typeface="+mn-cs"/>
              </a:rPr>
              <a:t>patch</a:t>
            </a:r>
            <a:r>
              <a:rPr lang="zh-CN" altLang="en-US" sz="1600" kern="1200" dirty="0">
                <a:solidFill>
                  <a:schemeClr val="tx1"/>
                </a:solidFill>
                <a:effectLst/>
                <a:latin typeface="微软雅黑" panose="020B0503020204020204" charset="-122"/>
                <a:ea typeface="微软雅黑" panose="020B0503020204020204" charset="-122"/>
                <a:cs typeface="+mn-cs"/>
              </a:rPr>
              <a:t>作为代表区域</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最终实现减少冗余，为后续对齐提供干净输入。</a:t>
            </a:r>
          </a:p>
        </p:txBody>
      </p:sp>
      <p:sp>
        <p:nvSpPr>
          <p:cNvPr id="4" name="灯片编号占位符 3">
            <a:extLst>
              <a:ext uri="{FF2B5EF4-FFF2-40B4-BE49-F238E27FC236}">
                <a16:creationId xmlns:a16="http://schemas.microsoft.com/office/drawing/2014/main" id="{85112B45-B557-5817-B6D0-CEF5EFD3C6DF}"/>
              </a:ext>
            </a:extLst>
          </p:cNvPr>
          <p:cNvSpPr>
            <a:spLocks noGrp="1"/>
          </p:cNvSpPr>
          <p:nvPr>
            <p:ph type="sldNum" sz="quarter" idx="10"/>
          </p:nvPr>
        </p:nvSpPr>
        <p:spPr/>
        <p:txBody>
          <a:bodyPr/>
          <a:lstStyle/>
          <a:p>
            <a:fld id="{677A2CBA-E486-4DC8-8696-C7854B0A28FD}" type="slidenum">
              <a:rPr lang="zh-CN" altLang="en-US" smtClean="0"/>
              <a:t>24</a:t>
            </a:fld>
            <a:endParaRPr lang="zh-CN" altLang="en-US"/>
          </a:p>
        </p:txBody>
      </p:sp>
    </p:spTree>
    <p:extLst>
      <p:ext uri="{BB962C8B-B14F-4D97-AF65-F5344CB8AC3E}">
        <p14:creationId xmlns:p14="http://schemas.microsoft.com/office/powerpoint/2010/main" val="6389760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83B43-7DAB-1F6D-9E30-92E6DEA00C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AED09AB-D717-00A4-AB88-816FBD971A3E}"/>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74A9A0DC-7BCF-E987-7B27-62085709A087}"/>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低秩分解统一表征与融合</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第一步张量融合：对时间序列数据和图像数据分别做张量外积，得到高维张量表示，保留原始信息</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第二步低秩分解：将高维张量分解为低秩因子矩阵，得到低维统一向量表示</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对齐逻辑：异构数据→同一张量空间→同一低维向量空间</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张量融合把异构数据放到同一个高维张量空间→这是第一层对齐</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低秩分解把高维张量压缩到低维统一向量空间→这是第二层对齐</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每个低秩因子对应张量的一个维度（即一个数据源），不同数据源在低维空间中获得统一、可比较的表示</a:t>
            </a:r>
          </a:p>
        </p:txBody>
      </p:sp>
      <p:sp>
        <p:nvSpPr>
          <p:cNvPr id="4" name="灯片编号占位符 3">
            <a:extLst>
              <a:ext uri="{FF2B5EF4-FFF2-40B4-BE49-F238E27FC236}">
                <a16:creationId xmlns:a16="http://schemas.microsoft.com/office/drawing/2014/main" id="{CBC00D79-DB4A-1C06-C784-6E5FD2D41663}"/>
              </a:ext>
            </a:extLst>
          </p:cNvPr>
          <p:cNvSpPr>
            <a:spLocks noGrp="1"/>
          </p:cNvSpPr>
          <p:nvPr>
            <p:ph type="sldNum" sz="quarter" idx="10"/>
          </p:nvPr>
        </p:nvSpPr>
        <p:spPr/>
        <p:txBody>
          <a:bodyPr/>
          <a:lstStyle/>
          <a:p>
            <a:fld id="{677A2CBA-E486-4DC8-8696-C7854B0A28FD}" type="slidenum">
              <a:rPr lang="zh-CN" altLang="en-US" smtClean="0"/>
              <a:t>25</a:t>
            </a:fld>
            <a:endParaRPr lang="zh-CN" altLang="en-US"/>
          </a:p>
        </p:txBody>
      </p:sp>
    </p:spTree>
    <p:extLst>
      <p:ext uri="{BB962C8B-B14F-4D97-AF65-F5344CB8AC3E}">
        <p14:creationId xmlns:p14="http://schemas.microsoft.com/office/powerpoint/2010/main" val="27465254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26</a:t>
            </a:fld>
            <a:endParaRPr lang="zh-CN" altLang="en-US"/>
          </a:p>
        </p:txBody>
      </p:sp>
    </p:spTree>
    <p:extLst>
      <p:ext uri="{BB962C8B-B14F-4D97-AF65-F5344CB8AC3E}">
        <p14:creationId xmlns:p14="http://schemas.microsoft.com/office/powerpoint/2010/main" val="42298585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AB2BC-638E-5E92-564E-1817443C5F8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6D0E878-8536-7A8E-64CA-CEF047AA010B}"/>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AF2E3BD6-396F-5DCA-1E2B-DE7D77FE3B61}"/>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latin typeface="微软雅黑" panose="020B0503020204020204" charset="-122"/>
                <a:ea typeface="微软雅黑" panose="020B0503020204020204" charset="-122"/>
                <a:cs typeface="+mn-cs"/>
              </a:rPr>
              <a:t>数据集为热轧过程实际数据，数据类型包括时间序列数据和图像数据。分为两个案例展示模型效果，案例</a:t>
            </a:r>
            <a:r>
              <a:rPr lang="en-US" altLang="zh-CN" sz="1600" kern="1200" dirty="0">
                <a:solidFill>
                  <a:schemeClr val="tx1"/>
                </a:solidFill>
                <a:latin typeface="微软雅黑" panose="020B0503020204020204" charset="-122"/>
                <a:ea typeface="微软雅黑" panose="020B0503020204020204" charset="-122"/>
                <a:cs typeface="+mn-cs"/>
              </a:rPr>
              <a:t>1</a:t>
            </a:r>
            <a:r>
              <a:rPr lang="zh-CN" altLang="en-US" sz="1600" kern="1200" dirty="0">
                <a:solidFill>
                  <a:schemeClr val="tx1"/>
                </a:solidFill>
                <a:latin typeface="微软雅黑" panose="020B0503020204020204" charset="-122"/>
                <a:ea typeface="微软雅黑" panose="020B0503020204020204" charset="-122"/>
                <a:cs typeface="+mn-cs"/>
              </a:rPr>
              <a:t>是</a:t>
            </a:r>
            <a:r>
              <a:rPr lang="en-US" altLang="zh-CN" sz="1600" kern="1200" dirty="0">
                <a:solidFill>
                  <a:schemeClr val="tx1"/>
                </a:solidFill>
                <a:latin typeface="微软雅黑" panose="020B0503020204020204" charset="-122"/>
                <a:ea typeface="微软雅黑" panose="020B0503020204020204" charset="-122"/>
                <a:cs typeface="+mn-cs"/>
              </a:rPr>
              <a:t>3</a:t>
            </a:r>
            <a:r>
              <a:rPr lang="zh-CN" altLang="en-US" sz="1600" kern="1200" dirty="0">
                <a:solidFill>
                  <a:schemeClr val="tx1"/>
                </a:solidFill>
                <a:latin typeface="微软雅黑" panose="020B0503020204020204" charset="-122"/>
                <a:ea typeface="微软雅黑" panose="020B0503020204020204" charset="-122"/>
                <a:cs typeface="+mn-cs"/>
              </a:rPr>
              <a:t>分类，案例</a:t>
            </a:r>
            <a:r>
              <a:rPr lang="en-US" altLang="zh-CN" sz="1600" kern="1200" dirty="0">
                <a:solidFill>
                  <a:schemeClr val="tx1"/>
                </a:solidFill>
                <a:latin typeface="微软雅黑" panose="020B0503020204020204" charset="-122"/>
                <a:ea typeface="微软雅黑" panose="020B0503020204020204" charset="-122"/>
                <a:cs typeface="+mn-cs"/>
              </a:rPr>
              <a:t>2</a:t>
            </a:r>
            <a:r>
              <a:rPr lang="zh-CN" altLang="en-US" sz="1600" kern="1200" dirty="0">
                <a:solidFill>
                  <a:schemeClr val="tx1"/>
                </a:solidFill>
                <a:latin typeface="微软雅黑" panose="020B0503020204020204" charset="-122"/>
                <a:ea typeface="微软雅黑" panose="020B0503020204020204" charset="-122"/>
                <a:cs typeface="+mn-cs"/>
              </a:rPr>
              <a:t>是</a:t>
            </a:r>
            <a:r>
              <a:rPr lang="en-US" altLang="zh-CN" sz="1600" kern="1200" dirty="0">
                <a:solidFill>
                  <a:schemeClr val="tx1"/>
                </a:solidFill>
                <a:latin typeface="微软雅黑" panose="020B0503020204020204" charset="-122"/>
                <a:ea typeface="微软雅黑" panose="020B0503020204020204" charset="-122"/>
                <a:cs typeface="+mn-cs"/>
              </a:rPr>
              <a:t>4</a:t>
            </a:r>
            <a:r>
              <a:rPr lang="zh-CN" altLang="en-US" sz="1600" kern="1200" dirty="0">
                <a:solidFill>
                  <a:schemeClr val="tx1"/>
                </a:solidFill>
                <a:latin typeface="微软雅黑" panose="020B0503020204020204" charset="-122"/>
                <a:ea typeface="微软雅黑" panose="020B0503020204020204" charset="-122"/>
                <a:cs typeface="+mn-cs"/>
              </a:rPr>
              <a:t>分类。</a:t>
            </a:r>
            <a:endParaRPr lang="en-US" altLang="zh-CN" sz="1600" kern="1200" dirty="0">
              <a:solidFill>
                <a:schemeClr val="tx1"/>
              </a:solidFill>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5551C03E-5F6D-889A-E384-CB15E90F78B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3729739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8BB0C-46FD-E29B-089D-222DB259443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7037DA-2656-C212-BAF7-2A24B194A2DB}"/>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F0782265-FA9A-9DDA-876E-9C197993064A}"/>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latin typeface="微软雅黑" panose="020B0503020204020204" charset="-122"/>
                <a:ea typeface="微软雅黑" panose="020B0503020204020204" charset="-122"/>
                <a:cs typeface="+mn-cs"/>
              </a:rPr>
              <a:t>URF</a:t>
            </a:r>
            <a:r>
              <a:rPr lang="zh-CN" altLang="en-US" sz="1600" kern="1200" dirty="0">
                <a:solidFill>
                  <a:schemeClr val="tx1"/>
                </a:solidFill>
                <a:latin typeface="微软雅黑" panose="020B0503020204020204" charset="-122"/>
                <a:ea typeface="微软雅黑" panose="020B0503020204020204" charset="-122"/>
                <a:cs typeface="+mn-cs"/>
              </a:rPr>
              <a:t>：不做最优区域选择，直接融合图像和时间序列</a:t>
            </a:r>
            <a:endParaRPr lang="en-US" altLang="zh-CN" sz="1600" kern="1200" dirty="0">
              <a:solidFill>
                <a:schemeClr val="tx1"/>
              </a:solidFill>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latin typeface="微软雅黑" panose="020B0503020204020204" charset="-122"/>
                <a:ea typeface="微软雅黑" panose="020B0503020204020204" charset="-122"/>
                <a:cs typeface="+mn-cs"/>
              </a:rPr>
              <a:t>FLF</a:t>
            </a:r>
            <a:r>
              <a:rPr lang="zh-CN" altLang="en-US" sz="1600" kern="1200" dirty="0">
                <a:solidFill>
                  <a:schemeClr val="tx1"/>
                </a:solidFill>
                <a:latin typeface="微软雅黑" panose="020B0503020204020204" charset="-122"/>
                <a:ea typeface="微软雅黑" panose="020B0503020204020204" charset="-122"/>
                <a:cs typeface="+mn-cs"/>
              </a:rPr>
              <a:t>：特征级融合：</a:t>
            </a:r>
            <a:r>
              <a:rPr lang="en-US" altLang="zh-CN" sz="1600" kern="1200" dirty="0">
                <a:solidFill>
                  <a:schemeClr val="tx1"/>
                </a:solidFill>
                <a:latin typeface="微软雅黑" panose="020B0503020204020204" charset="-122"/>
                <a:ea typeface="微软雅黑" panose="020B0503020204020204" charset="-122"/>
                <a:cs typeface="+mn-cs"/>
              </a:rPr>
              <a:t>1DCNN+2DCNN</a:t>
            </a:r>
            <a:r>
              <a:rPr lang="zh-CN" altLang="en-US" sz="1600" kern="1200" dirty="0">
                <a:solidFill>
                  <a:schemeClr val="tx1"/>
                </a:solidFill>
                <a:latin typeface="微软雅黑" panose="020B0503020204020204" charset="-122"/>
                <a:ea typeface="微软雅黑" panose="020B0503020204020204" charset="-122"/>
                <a:cs typeface="+mn-cs"/>
              </a:rPr>
              <a:t>分别提特征后拼接</a:t>
            </a:r>
            <a:endParaRPr lang="en-US" altLang="zh-CN" sz="1600" kern="1200" dirty="0">
              <a:solidFill>
                <a:schemeClr val="tx1"/>
              </a:solidFill>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latin typeface="微软雅黑" panose="020B0503020204020204" charset="-122"/>
                <a:ea typeface="微软雅黑" panose="020B0503020204020204" charset="-122"/>
                <a:cs typeface="+mn-cs"/>
              </a:rPr>
              <a:t>1DCNN-FFED</a:t>
            </a:r>
            <a:r>
              <a:rPr lang="zh-CN" altLang="en-US" sz="1600" kern="1200" dirty="0">
                <a:solidFill>
                  <a:schemeClr val="tx1"/>
                </a:solidFill>
                <a:latin typeface="微软雅黑" panose="020B0503020204020204" charset="-122"/>
                <a:ea typeface="微软雅黑" panose="020B0503020204020204" charset="-122"/>
                <a:cs typeface="+mn-cs"/>
              </a:rPr>
              <a:t>：统一表征后用传统</a:t>
            </a:r>
            <a:r>
              <a:rPr lang="en-US" altLang="zh-CN" sz="1600" kern="1200" dirty="0">
                <a:solidFill>
                  <a:schemeClr val="tx1"/>
                </a:solidFill>
                <a:latin typeface="微软雅黑" panose="020B0503020204020204" charset="-122"/>
                <a:ea typeface="微软雅黑" panose="020B0503020204020204" charset="-122"/>
                <a:cs typeface="+mn-cs"/>
              </a:rPr>
              <a:t>1DCNN</a:t>
            </a:r>
            <a:r>
              <a:rPr lang="zh-CN" altLang="en-US" sz="1600" kern="1200" dirty="0">
                <a:solidFill>
                  <a:schemeClr val="tx1"/>
                </a:solidFill>
                <a:latin typeface="微软雅黑" panose="020B0503020204020204" charset="-122"/>
                <a:ea typeface="微软雅黑" panose="020B0503020204020204" charset="-122"/>
                <a:cs typeface="+mn-cs"/>
              </a:rPr>
              <a:t>提特征诊断</a:t>
            </a:r>
            <a:endParaRPr lang="en-US" altLang="zh-CN" sz="1600" kern="1200" dirty="0">
              <a:solidFill>
                <a:schemeClr val="tx1"/>
              </a:solidFill>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latin typeface="微软雅黑" panose="020B0503020204020204" charset="-122"/>
                <a:ea typeface="微软雅黑" panose="020B0503020204020204" charset="-122"/>
                <a:cs typeface="+mn-cs"/>
              </a:rPr>
              <a:t>AIFN</a:t>
            </a:r>
            <a:r>
              <a:rPr lang="zh-CN" altLang="en-US" sz="1600" kern="1200" dirty="0">
                <a:solidFill>
                  <a:schemeClr val="tx1"/>
                </a:solidFill>
                <a:latin typeface="微软雅黑" panose="020B0503020204020204" charset="-122"/>
                <a:ea typeface="微软雅黑" panose="020B0503020204020204" charset="-122"/>
                <a:cs typeface="+mn-cs"/>
              </a:rPr>
              <a:t>：将时间序列转图像后做数据级融合</a:t>
            </a:r>
            <a:endParaRPr lang="en-US" altLang="zh-CN" sz="1600" kern="1200" dirty="0">
              <a:solidFill>
                <a:schemeClr val="tx1"/>
              </a:solidFill>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err="1">
                <a:solidFill>
                  <a:schemeClr val="tx1"/>
                </a:solidFill>
                <a:latin typeface="微软雅黑" panose="020B0503020204020204" charset="-122"/>
                <a:ea typeface="微软雅黑" panose="020B0503020204020204" charset="-122"/>
                <a:cs typeface="+mn-cs"/>
              </a:rPr>
              <a:t>DFINet</a:t>
            </a:r>
            <a:r>
              <a:rPr lang="zh-CN" altLang="en-US" sz="1600" kern="1200" dirty="0">
                <a:solidFill>
                  <a:schemeClr val="tx1"/>
                </a:solidFill>
                <a:latin typeface="微软雅黑" panose="020B0503020204020204" charset="-122"/>
                <a:ea typeface="微软雅黑" panose="020B0503020204020204" charset="-122"/>
                <a:cs typeface="+mn-cs"/>
              </a:rPr>
              <a:t>：提取公共</a:t>
            </a:r>
            <a:r>
              <a:rPr lang="en-US" altLang="zh-CN" sz="1600" kern="1200" dirty="0">
                <a:solidFill>
                  <a:schemeClr val="tx1"/>
                </a:solidFill>
                <a:latin typeface="微软雅黑" panose="020B0503020204020204" charset="-122"/>
                <a:ea typeface="微软雅黑" panose="020B0503020204020204" charset="-122"/>
                <a:cs typeface="+mn-cs"/>
              </a:rPr>
              <a:t>/</a:t>
            </a:r>
            <a:r>
              <a:rPr lang="zh-CN" altLang="en-US" sz="1600" kern="1200" dirty="0">
                <a:solidFill>
                  <a:schemeClr val="tx1"/>
                </a:solidFill>
                <a:latin typeface="微软雅黑" panose="020B0503020204020204" charset="-122"/>
                <a:ea typeface="微软雅黑" panose="020B0503020204020204" charset="-122"/>
                <a:cs typeface="+mn-cs"/>
              </a:rPr>
              <a:t>私有特征后融合诊断</a:t>
            </a:r>
            <a:endParaRPr lang="en-US" altLang="zh-CN" sz="1600" kern="1200" dirty="0">
              <a:solidFill>
                <a:schemeClr val="tx1"/>
              </a:solidFill>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latin typeface="微软雅黑" panose="020B0503020204020204" charset="-122"/>
                <a:ea typeface="微软雅黑" panose="020B0503020204020204" charset="-122"/>
                <a:cs typeface="+mn-cs"/>
              </a:rPr>
              <a:t>由表</a:t>
            </a:r>
            <a:r>
              <a:rPr lang="en-US" altLang="zh-CN" sz="1600" kern="1200" dirty="0">
                <a:solidFill>
                  <a:schemeClr val="tx1"/>
                </a:solidFill>
                <a:latin typeface="微软雅黑" panose="020B0503020204020204" charset="-122"/>
                <a:ea typeface="微软雅黑" panose="020B0503020204020204" charset="-122"/>
                <a:cs typeface="+mn-cs"/>
              </a:rPr>
              <a:t>7</a:t>
            </a:r>
            <a:r>
              <a:rPr lang="zh-CN" altLang="en-US" sz="1600" kern="1200" dirty="0">
                <a:solidFill>
                  <a:schemeClr val="tx1"/>
                </a:solidFill>
                <a:latin typeface="微软雅黑" panose="020B0503020204020204" charset="-122"/>
                <a:ea typeface="微软雅黑" panose="020B0503020204020204" charset="-122"/>
                <a:cs typeface="+mn-cs"/>
              </a:rPr>
              <a:t>可以看出，本文方法与</a:t>
            </a:r>
            <a:r>
              <a:rPr lang="en-US" altLang="zh-CN" sz="1600" kern="1200" dirty="0" err="1">
                <a:solidFill>
                  <a:schemeClr val="tx1"/>
                </a:solidFill>
                <a:latin typeface="微软雅黑" panose="020B0503020204020204" charset="-122"/>
                <a:ea typeface="微软雅黑" panose="020B0503020204020204" charset="-122"/>
                <a:cs typeface="+mn-cs"/>
              </a:rPr>
              <a:t>DFINet</a:t>
            </a:r>
            <a:r>
              <a:rPr lang="zh-CN" altLang="en-US" sz="1600" kern="1200" dirty="0">
                <a:solidFill>
                  <a:schemeClr val="tx1"/>
                </a:solidFill>
                <a:latin typeface="微软雅黑" panose="020B0503020204020204" charset="-122"/>
                <a:ea typeface="微软雅黑" panose="020B0503020204020204" charset="-122"/>
                <a:cs typeface="+mn-cs"/>
              </a:rPr>
              <a:t>在无噪条件下持平；</a:t>
            </a:r>
            <a:r>
              <a:rPr lang="en-US" altLang="zh-CN" sz="1600" kern="1200" dirty="0">
                <a:solidFill>
                  <a:schemeClr val="tx1"/>
                </a:solidFill>
                <a:latin typeface="微软雅黑" panose="020B0503020204020204" charset="-122"/>
                <a:ea typeface="微软雅黑" panose="020B0503020204020204" charset="-122"/>
                <a:cs typeface="+mn-cs"/>
              </a:rPr>
              <a:t>URF</a:t>
            </a:r>
            <a:r>
              <a:rPr lang="zh-CN" altLang="en-US" sz="1600" kern="1200" dirty="0">
                <a:solidFill>
                  <a:schemeClr val="tx1"/>
                </a:solidFill>
                <a:latin typeface="微软雅黑" panose="020B0503020204020204" charset="-122"/>
                <a:ea typeface="微软雅黑" panose="020B0503020204020204" charset="-122"/>
                <a:cs typeface="+mn-cs"/>
              </a:rPr>
              <a:t>比本文方法低</a:t>
            </a:r>
            <a:r>
              <a:rPr lang="en-US" altLang="zh-CN" sz="1600" kern="1200" dirty="0">
                <a:solidFill>
                  <a:schemeClr val="tx1"/>
                </a:solidFill>
                <a:latin typeface="微软雅黑" panose="020B0503020204020204" charset="-122"/>
                <a:ea typeface="微软雅黑" panose="020B0503020204020204" charset="-122"/>
                <a:cs typeface="+mn-cs"/>
              </a:rPr>
              <a:t>0.055</a:t>
            </a:r>
            <a:r>
              <a:rPr lang="zh-CN" altLang="en-US" sz="1600" kern="1200" dirty="0">
                <a:solidFill>
                  <a:schemeClr val="tx1"/>
                </a:solidFill>
                <a:latin typeface="微软雅黑" panose="020B0503020204020204" charset="-122"/>
                <a:ea typeface="微软雅黑" panose="020B0503020204020204" charset="-122"/>
                <a:cs typeface="+mn-cs"/>
              </a:rPr>
              <a:t>，证明了最优区域选择有效；</a:t>
            </a:r>
            <a:r>
              <a:rPr lang="en-US" altLang="zh-CN" sz="1600" kern="1200" dirty="0">
                <a:solidFill>
                  <a:schemeClr val="tx1"/>
                </a:solidFill>
                <a:latin typeface="微软雅黑" panose="020B0503020204020204" charset="-122"/>
                <a:ea typeface="微软雅黑" panose="020B0503020204020204" charset="-122"/>
                <a:cs typeface="+mn-cs"/>
              </a:rPr>
              <a:t>FLF</a:t>
            </a:r>
            <a:r>
              <a:rPr lang="zh-CN" altLang="en-US" sz="1600" kern="1200" dirty="0">
                <a:solidFill>
                  <a:schemeClr val="tx1"/>
                </a:solidFill>
                <a:latin typeface="微软雅黑" panose="020B0503020204020204" charset="-122"/>
                <a:ea typeface="微软雅黑" panose="020B0503020204020204" charset="-122"/>
                <a:cs typeface="+mn-cs"/>
              </a:rPr>
              <a:t>比本文方法低</a:t>
            </a:r>
            <a:r>
              <a:rPr lang="en-US" altLang="zh-CN" sz="1600" kern="1200" dirty="0">
                <a:solidFill>
                  <a:schemeClr val="tx1"/>
                </a:solidFill>
                <a:latin typeface="微软雅黑" panose="020B0503020204020204" charset="-122"/>
                <a:ea typeface="微软雅黑" panose="020B0503020204020204" charset="-122"/>
                <a:cs typeface="+mn-cs"/>
              </a:rPr>
              <a:t>0.05</a:t>
            </a:r>
            <a:r>
              <a:rPr lang="zh-CN" altLang="en-US" sz="1600" kern="1200" dirty="0">
                <a:solidFill>
                  <a:schemeClr val="tx1"/>
                </a:solidFill>
                <a:latin typeface="微软雅黑" panose="020B0503020204020204" charset="-122"/>
                <a:ea typeface="微软雅黑" panose="020B0503020204020204" charset="-122"/>
                <a:cs typeface="+mn-cs"/>
              </a:rPr>
              <a:t>，证明了低秩统一表征能够避免信息丢失。</a:t>
            </a:r>
            <a:endParaRPr lang="en-US" altLang="zh-CN" sz="1600" kern="1200" dirty="0">
              <a:solidFill>
                <a:schemeClr val="tx1"/>
              </a:solidFill>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1DEC3AF5-1798-ADCE-E60B-BAB6B25FD59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85541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06E84-A180-B1E1-EF96-6184A386B16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9EC9B7-72B5-CE09-1D5C-71347543E348}"/>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C2288B3C-A69C-EC79-F13E-424C310C4B42}"/>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latin typeface="微软雅黑" panose="020B0503020204020204" charset="-122"/>
                <a:ea typeface="微软雅黑" panose="020B0503020204020204" charset="-122"/>
                <a:cs typeface="+mn-cs"/>
              </a:rPr>
              <a:t>三种加噪场景：仅时间序列加噪、仅图像加噪、两者同时加噪</a:t>
            </a:r>
            <a:endParaRPr lang="en-US" altLang="zh-CN" sz="1600" kern="1200" dirty="0">
              <a:solidFill>
                <a:schemeClr val="tx1"/>
              </a:solidFill>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err="1">
                <a:solidFill>
                  <a:schemeClr val="tx1"/>
                </a:solidFill>
                <a:latin typeface="微软雅黑" panose="020B0503020204020204" charset="-122"/>
                <a:ea typeface="微软雅黑" panose="020B0503020204020204" charset="-122"/>
                <a:cs typeface="+mn-cs"/>
              </a:rPr>
              <a:t>DFINet</a:t>
            </a:r>
            <a:r>
              <a:rPr lang="zh-CN" altLang="en-US" sz="1600" kern="1200" dirty="0">
                <a:solidFill>
                  <a:schemeClr val="tx1"/>
                </a:solidFill>
                <a:latin typeface="微软雅黑" panose="020B0503020204020204" charset="-122"/>
                <a:ea typeface="微软雅黑" panose="020B0503020204020204" charset="-122"/>
                <a:cs typeface="+mn-cs"/>
              </a:rPr>
              <a:t>无噪时表现好，但加噪后最大下降</a:t>
            </a:r>
            <a:r>
              <a:rPr lang="en-US" altLang="zh-CN" sz="1600" kern="1200" dirty="0">
                <a:solidFill>
                  <a:schemeClr val="tx1"/>
                </a:solidFill>
                <a:latin typeface="微软雅黑" panose="020B0503020204020204" charset="-122"/>
                <a:ea typeface="微软雅黑" panose="020B0503020204020204" charset="-122"/>
                <a:cs typeface="+mn-cs"/>
              </a:rPr>
              <a:t>0.8068</a:t>
            </a: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latin typeface="微软雅黑" panose="020B0503020204020204" charset="-122"/>
                <a:ea typeface="微软雅黑" panose="020B0503020204020204" charset="-122"/>
                <a:cs typeface="+mn-cs"/>
              </a:rPr>
              <a:t>本文方法在</a:t>
            </a:r>
            <a:r>
              <a:rPr lang="en-US" altLang="zh-CN" sz="1600" kern="1200" dirty="0">
                <a:solidFill>
                  <a:schemeClr val="tx1"/>
                </a:solidFill>
                <a:latin typeface="微软雅黑" panose="020B0503020204020204" charset="-122"/>
                <a:ea typeface="微软雅黑" panose="020B0503020204020204" charset="-122"/>
                <a:cs typeface="+mn-cs"/>
              </a:rPr>
              <a:t>-2dB</a:t>
            </a:r>
            <a:r>
              <a:rPr lang="zh-CN" altLang="en-US" sz="1600" kern="1200" dirty="0">
                <a:solidFill>
                  <a:schemeClr val="tx1"/>
                </a:solidFill>
                <a:latin typeface="微软雅黑" panose="020B0503020204020204" charset="-122"/>
                <a:ea typeface="微软雅黑" panose="020B0503020204020204" charset="-122"/>
                <a:cs typeface="+mn-cs"/>
              </a:rPr>
              <a:t>强噪声下仍保持</a:t>
            </a:r>
            <a:r>
              <a:rPr lang="en-US" altLang="zh-CN" sz="1600" kern="1200" dirty="0">
                <a:solidFill>
                  <a:schemeClr val="tx1"/>
                </a:solidFill>
                <a:latin typeface="微软雅黑" panose="020B0503020204020204" charset="-122"/>
                <a:ea typeface="微软雅黑" panose="020B0503020204020204" charset="-122"/>
                <a:cs typeface="+mn-cs"/>
              </a:rPr>
              <a:t>0.97</a:t>
            </a:r>
            <a:r>
              <a:rPr lang="zh-CN" altLang="en-US" sz="1600" kern="1200" dirty="0">
                <a:solidFill>
                  <a:schemeClr val="tx1"/>
                </a:solidFill>
                <a:latin typeface="微软雅黑" panose="020B0503020204020204" charset="-122"/>
                <a:ea typeface="微软雅黑" panose="020B0503020204020204" charset="-122"/>
                <a:cs typeface="+mn-cs"/>
              </a:rPr>
              <a:t>准确率</a:t>
            </a:r>
            <a:endParaRPr lang="en-US" altLang="zh-CN" sz="1600" kern="1200" dirty="0">
              <a:solidFill>
                <a:schemeClr val="tx1"/>
              </a:solidFill>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4B8999D4-5D44-B370-A4E8-CC0B9BE4933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4064414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79C6C-87FB-F12D-8FC6-4F3D78A758F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8285B47-DFB8-1195-7846-2072D3725DDA}"/>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3550A3FA-4D51-AEA1-9D53-435386ACEA5C}"/>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latin typeface="微软雅黑" panose="020B0503020204020204" charset="-122"/>
                <a:ea typeface="微软雅黑" panose="020B0503020204020204" charset="-122"/>
                <a:cs typeface="+mn-cs"/>
              </a:rPr>
              <a:t>验证泛化性</a:t>
            </a:r>
            <a:endParaRPr lang="en-US" altLang="zh-CN" sz="1600" kern="1200" dirty="0">
              <a:solidFill>
                <a:schemeClr val="tx1"/>
              </a:solidFill>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latin typeface="微软雅黑" panose="020B0503020204020204" charset="-122"/>
                <a:ea typeface="微软雅黑" panose="020B0503020204020204" charset="-122"/>
                <a:cs typeface="+mn-cs"/>
              </a:rPr>
              <a:t>由表可以看出，在</a:t>
            </a:r>
            <a:r>
              <a:rPr lang="en-US" altLang="zh-CN" sz="1600" kern="1200" dirty="0">
                <a:solidFill>
                  <a:schemeClr val="tx1"/>
                </a:solidFill>
                <a:latin typeface="微软雅黑" panose="020B0503020204020204" charset="-122"/>
                <a:ea typeface="微软雅黑" panose="020B0503020204020204" charset="-122"/>
                <a:cs typeface="+mn-cs"/>
              </a:rPr>
              <a:t>4</a:t>
            </a:r>
            <a:r>
              <a:rPr lang="zh-CN" altLang="en-US" sz="1600" kern="1200" dirty="0">
                <a:solidFill>
                  <a:schemeClr val="tx1"/>
                </a:solidFill>
                <a:latin typeface="微软雅黑" panose="020B0503020204020204" charset="-122"/>
                <a:ea typeface="微软雅黑" panose="020B0503020204020204" charset="-122"/>
                <a:cs typeface="+mn-cs"/>
              </a:rPr>
              <a:t>分类场景下，本文方法全面领先</a:t>
            </a:r>
            <a:endParaRPr lang="en-US" altLang="zh-CN" sz="1600" kern="1200" dirty="0">
              <a:solidFill>
                <a:schemeClr val="tx1"/>
              </a:solidFill>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610A7125-B982-89B3-7711-DD30904C5DB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9966473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31</a:t>
            </a:fld>
            <a:endParaRPr lang="zh-CN" altLang="en-US"/>
          </a:p>
        </p:txBody>
      </p:sp>
    </p:spTree>
    <p:extLst>
      <p:ext uri="{BB962C8B-B14F-4D97-AF65-F5344CB8AC3E}">
        <p14:creationId xmlns:p14="http://schemas.microsoft.com/office/powerpoint/2010/main" val="21156389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3B4A3-A506-A958-6059-DA73A25C09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17C084D-C356-1BA6-15E6-A1F324765D6B}"/>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DF5B67F5-9175-3C93-42D9-0A5CC4A58117}"/>
              </a:ext>
            </a:extLst>
          </p:cNvPr>
          <p:cNvSpPr>
            <a:spLocks noGrp="1"/>
          </p:cNvSpPr>
          <p:nvPr>
            <p:ph type="body" idx="1"/>
          </p:nvPr>
        </p:nvSpPr>
        <p:spPr/>
        <p:txBody>
          <a:bodyPr/>
          <a:lstStyle/>
          <a:p>
            <a:pPr algn="just"/>
            <a:r>
              <a:rPr lang="zh-CN" altLang="en-US" sz="1600" kern="1200" dirty="0">
                <a:solidFill>
                  <a:schemeClr val="tx1"/>
                </a:solidFill>
                <a:effectLst/>
                <a:latin typeface="微软雅黑" panose="020B0503020204020204" charset="-122"/>
                <a:ea typeface="微软雅黑" panose="020B0503020204020204" charset="-122"/>
                <a:cs typeface="+mn-cs"/>
              </a:rPr>
              <a:t>总结：</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en-US" altLang="zh-CN" sz="1600" kern="1200" dirty="0">
                <a:solidFill>
                  <a:schemeClr val="tx1"/>
                </a:solidFill>
                <a:effectLst/>
                <a:latin typeface="微软雅黑" panose="020B0503020204020204" charset="-122"/>
                <a:ea typeface="微软雅黑" panose="020B0503020204020204" charset="-122"/>
                <a:cs typeface="+mn-cs"/>
              </a:rPr>
              <a:t>1. </a:t>
            </a:r>
            <a:r>
              <a:rPr lang="zh-CN" altLang="en-US" sz="1600" kern="1200" dirty="0">
                <a:solidFill>
                  <a:schemeClr val="tx1"/>
                </a:solidFill>
                <a:effectLst/>
                <a:latin typeface="微软雅黑" panose="020B0503020204020204" charset="-122"/>
                <a:ea typeface="微软雅黑" panose="020B0503020204020204" charset="-122"/>
                <a:cs typeface="+mn-cs"/>
              </a:rPr>
              <a:t>统一表征对齐：通过张量融合 </a:t>
            </a:r>
            <a:r>
              <a:rPr lang="en-US" altLang="zh-CN" sz="1600" kern="1200" dirty="0">
                <a:solidFill>
                  <a:schemeClr val="tx1"/>
                </a:solidFill>
                <a:effectLst/>
                <a:latin typeface="微软雅黑" panose="020B0503020204020204" charset="-122"/>
                <a:ea typeface="微软雅黑" panose="020B0503020204020204" charset="-122"/>
                <a:cs typeface="+mn-cs"/>
              </a:rPr>
              <a:t>+ </a:t>
            </a:r>
            <a:r>
              <a:rPr lang="zh-CN" altLang="en-US" sz="1600" kern="1200" dirty="0">
                <a:solidFill>
                  <a:schemeClr val="tx1"/>
                </a:solidFill>
                <a:effectLst/>
                <a:latin typeface="微软雅黑" panose="020B0503020204020204" charset="-122"/>
                <a:ea typeface="微软雅黑" panose="020B0503020204020204" charset="-122"/>
                <a:cs typeface="+mn-cs"/>
              </a:rPr>
              <a:t>低秩分解，将时间序列和图像数据统一到低维向量空间</a:t>
            </a:r>
          </a:p>
          <a:p>
            <a:pPr algn="just"/>
            <a:r>
              <a:rPr lang="en-US" altLang="zh-CN" sz="1600" kern="1200" dirty="0">
                <a:solidFill>
                  <a:schemeClr val="tx1"/>
                </a:solidFill>
                <a:effectLst/>
                <a:latin typeface="微软雅黑" panose="020B0503020204020204" charset="-122"/>
                <a:ea typeface="微软雅黑" panose="020B0503020204020204" charset="-122"/>
                <a:cs typeface="+mn-cs"/>
              </a:rPr>
              <a:t>2. </a:t>
            </a:r>
            <a:r>
              <a:rPr lang="zh-CN" altLang="en-US" sz="1600" kern="1200" dirty="0">
                <a:solidFill>
                  <a:schemeClr val="tx1"/>
                </a:solidFill>
                <a:effectLst/>
                <a:latin typeface="微软雅黑" panose="020B0503020204020204" charset="-122"/>
                <a:ea typeface="微软雅黑" panose="020B0503020204020204" charset="-122"/>
                <a:cs typeface="+mn-cs"/>
              </a:rPr>
              <a:t>最优区域选择：减少图像冗余，为对齐提供干净输入</a:t>
            </a:r>
          </a:p>
          <a:p>
            <a:pPr algn="just"/>
            <a:r>
              <a:rPr lang="en-US" altLang="zh-CN" sz="1600" kern="1200" dirty="0">
                <a:solidFill>
                  <a:schemeClr val="tx1"/>
                </a:solidFill>
                <a:effectLst/>
                <a:latin typeface="微软雅黑" panose="020B0503020204020204" charset="-122"/>
                <a:ea typeface="微软雅黑" panose="020B0503020204020204" charset="-122"/>
                <a:cs typeface="+mn-cs"/>
              </a:rPr>
              <a:t>3. </a:t>
            </a:r>
            <a:r>
              <a:rPr lang="zh-CN" altLang="en-US" sz="1600" kern="1200" dirty="0">
                <a:solidFill>
                  <a:schemeClr val="tx1"/>
                </a:solidFill>
                <a:effectLst/>
                <a:latin typeface="微软雅黑" panose="020B0503020204020204" charset="-122"/>
                <a:ea typeface="微软雅黑" panose="020B0503020204020204" charset="-122"/>
                <a:cs typeface="+mn-cs"/>
              </a:rPr>
              <a:t>多尺度轻量 </a:t>
            </a:r>
            <a:r>
              <a:rPr lang="en-US" altLang="zh-CN" sz="1600" kern="1200" dirty="0">
                <a:solidFill>
                  <a:schemeClr val="tx1"/>
                </a:solidFill>
                <a:effectLst/>
                <a:latin typeface="微软雅黑" panose="020B0503020204020204" charset="-122"/>
                <a:ea typeface="微软雅黑" panose="020B0503020204020204" charset="-122"/>
                <a:cs typeface="+mn-cs"/>
              </a:rPr>
              <a:t>CNN</a:t>
            </a:r>
            <a:r>
              <a:rPr lang="zh-CN" altLang="en-US" sz="1600" kern="1200" dirty="0">
                <a:solidFill>
                  <a:schemeClr val="tx1"/>
                </a:solidFill>
                <a:effectLst/>
                <a:latin typeface="微软雅黑" panose="020B0503020204020204" charset="-122"/>
                <a:ea typeface="微软雅黑" panose="020B0503020204020204" charset="-122"/>
                <a:cs typeface="+mn-cs"/>
              </a:rPr>
              <a:t>：从融合向量中提取多尺度特征，实现高精度诊断</a:t>
            </a:r>
          </a:p>
          <a:p>
            <a:pPr algn="just"/>
            <a:r>
              <a:rPr lang="en-US" altLang="zh-CN" sz="1600" kern="1200" dirty="0">
                <a:solidFill>
                  <a:schemeClr val="tx1"/>
                </a:solidFill>
                <a:effectLst/>
                <a:latin typeface="微软雅黑" panose="020B0503020204020204" charset="-122"/>
                <a:ea typeface="微软雅黑" panose="020B0503020204020204" charset="-122"/>
                <a:cs typeface="+mn-cs"/>
              </a:rPr>
              <a:t>4. </a:t>
            </a:r>
            <a:r>
              <a:rPr lang="zh-CN" altLang="en-US" sz="1600" kern="1200" dirty="0">
                <a:solidFill>
                  <a:schemeClr val="tx1"/>
                </a:solidFill>
                <a:effectLst/>
                <a:latin typeface="微软雅黑" panose="020B0503020204020204" charset="-122"/>
                <a:ea typeface="微软雅黑" panose="020B0503020204020204" charset="-122"/>
                <a:cs typeface="+mn-cs"/>
              </a:rPr>
              <a:t>实验结果：</a:t>
            </a:r>
          </a:p>
          <a:p>
            <a:pPr algn="just"/>
            <a:r>
              <a:rPr lang="zh-CN" altLang="en-US" sz="1600" kern="1200" dirty="0">
                <a:solidFill>
                  <a:schemeClr val="tx1"/>
                </a:solidFill>
                <a:effectLst/>
                <a:latin typeface="微软雅黑" panose="020B0503020204020204" charset="-122"/>
                <a:ea typeface="微软雅黑" panose="020B0503020204020204" charset="-122"/>
                <a:cs typeface="+mn-cs"/>
              </a:rPr>
              <a:t>   </a:t>
            </a:r>
            <a:r>
              <a:rPr lang="en-US" altLang="zh-CN" sz="1600" kern="1200" dirty="0">
                <a:solidFill>
                  <a:schemeClr val="tx1"/>
                </a:solidFill>
                <a:effectLst/>
                <a:latin typeface="微软雅黑" panose="020B0503020204020204" charset="-122"/>
                <a:ea typeface="微软雅黑" panose="020B0503020204020204" charset="-122"/>
                <a:cs typeface="+mn-cs"/>
              </a:rPr>
              <a:t>· Case 1 </a:t>
            </a:r>
            <a:r>
              <a:rPr lang="zh-CN" altLang="en-US" sz="1600" kern="1200" dirty="0">
                <a:solidFill>
                  <a:schemeClr val="tx1"/>
                </a:solidFill>
                <a:effectLst/>
                <a:latin typeface="微软雅黑" panose="020B0503020204020204" charset="-122"/>
                <a:ea typeface="微软雅黑" panose="020B0503020204020204" charset="-122"/>
                <a:cs typeface="+mn-cs"/>
              </a:rPr>
              <a:t>和 </a:t>
            </a:r>
            <a:r>
              <a:rPr lang="en-US" altLang="zh-CN" sz="1600" kern="1200" dirty="0">
                <a:solidFill>
                  <a:schemeClr val="tx1"/>
                </a:solidFill>
                <a:effectLst/>
                <a:latin typeface="微软雅黑" panose="020B0503020204020204" charset="-122"/>
                <a:ea typeface="微软雅黑" panose="020B0503020204020204" charset="-122"/>
                <a:cs typeface="+mn-cs"/>
              </a:rPr>
              <a:t>Case 2 </a:t>
            </a:r>
            <a:r>
              <a:rPr lang="zh-CN" altLang="en-US" sz="1600" kern="1200" dirty="0">
                <a:solidFill>
                  <a:schemeClr val="tx1"/>
                </a:solidFill>
                <a:effectLst/>
                <a:latin typeface="微软雅黑" panose="020B0503020204020204" charset="-122"/>
                <a:ea typeface="微软雅黑" panose="020B0503020204020204" charset="-122"/>
                <a:cs typeface="+mn-cs"/>
              </a:rPr>
              <a:t>中四项指标全面领先</a:t>
            </a:r>
          </a:p>
          <a:p>
            <a:pPr algn="just"/>
            <a:r>
              <a:rPr lang="zh-CN" altLang="en-US" sz="1600" kern="1200" dirty="0">
                <a:solidFill>
                  <a:schemeClr val="tx1"/>
                </a:solidFill>
                <a:effectLst/>
                <a:latin typeface="微软雅黑" panose="020B0503020204020204" charset="-122"/>
                <a:ea typeface="微软雅黑" panose="020B0503020204020204" charset="-122"/>
                <a:cs typeface="+mn-cs"/>
              </a:rPr>
              <a:t>   </a:t>
            </a:r>
            <a:r>
              <a:rPr lang="en-US" altLang="zh-CN" sz="1600" kern="1200" dirty="0">
                <a:solidFill>
                  <a:schemeClr val="tx1"/>
                </a:solidFill>
                <a:effectLst/>
                <a:latin typeface="微软雅黑" panose="020B0503020204020204" charset="-122"/>
                <a:ea typeface="微软雅黑" panose="020B0503020204020204" charset="-122"/>
                <a:cs typeface="+mn-cs"/>
              </a:rPr>
              <a:t>· </a:t>
            </a:r>
            <a:r>
              <a:rPr lang="zh-CN" altLang="en-US" sz="1600" kern="1200" dirty="0">
                <a:solidFill>
                  <a:schemeClr val="tx1"/>
                </a:solidFill>
                <a:effectLst/>
                <a:latin typeface="微软雅黑" panose="020B0503020204020204" charset="-122"/>
                <a:ea typeface="微软雅黑" panose="020B0503020204020204" charset="-122"/>
                <a:cs typeface="+mn-cs"/>
              </a:rPr>
              <a:t>强噪声下仍保持 </a:t>
            </a:r>
            <a:r>
              <a:rPr lang="en-US" altLang="zh-CN" sz="1600" kern="1200" dirty="0">
                <a:solidFill>
                  <a:schemeClr val="tx1"/>
                </a:solidFill>
                <a:effectLst/>
                <a:latin typeface="微软雅黑" panose="020B0503020204020204" charset="-122"/>
                <a:ea typeface="微软雅黑" panose="020B0503020204020204" charset="-122"/>
                <a:cs typeface="+mn-cs"/>
              </a:rPr>
              <a:t>0.97 </a:t>
            </a:r>
            <a:r>
              <a:rPr lang="zh-CN" altLang="en-US" sz="1600" kern="1200" dirty="0">
                <a:solidFill>
                  <a:schemeClr val="tx1"/>
                </a:solidFill>
                <a:effectLst/>
                <a:latin typeface="微软雅黑" panose="020B0503020204020204" charset="-122"/>
                <a:ea typeface="微软雅黑" panose="020B0503020204020204" charset="-122"/>
                <a:cs typeface="+mn-cs"/>
              </a:rPr>
              <a:t>准确率</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zh-CN" altLang="en-US" sz="1600" kern="1200" dirty="0">
                <a:solidFill>
                  <a:schemeClr val="tx1"/>
                </a:solidFill>
                <a:effectLst/>
                <a:latin typeface="微软雅黑" panose="020B0503020204020204" charset="-122"/>
                <a:ea typeface="微软雅黑" panose="020B0503020204020204" charset="-122"/>
                <a:cs typeface="+mn-cs"/>
              </a:rPr>
              <a:t>未来：</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en-US" altLang="zh-CN" sz="1600" kern="1200" dirty="0">
                <a:solidFill>
                  <a:schemeClr val="tx1"/>
                </a:solidFill>
                <a:effectLst/>
                <a:latin typeface="微软雅黑" panose="020B0503020204020204" charset="-122"/>
                <a:ea typeface="微软雅黑" panose="020B0503020204020204" charset="-122"/>
                <a:cs typeface="+mn-cs"/>
              </a:rPr>
              <a:t>· </a:t>
            </a:r>
            <a:r>
              <a:rPr lang="zh-CN" altLang="en-US" sz="1600" kern="1200" dirty="0">
                <a:solidFill>
                  <a:schemeClr val="tx1"/>
                </a:solidFill>
                <a:effectLst/>
                <a:latin typeface="微软雅黑" panose="020B0503020204020204" charset="-122"/>
                <a:ea typeface="微软雅黑" panose="020B0503020204020204" charset="-122"/>
                <a:cs typeface="+mn-cs"/>
              </a:rPr>
              <a:t>滑动窗口尺寸和步长固定，可能重复选择非故障区域</a:t>
            </a:r>
          </a:p>
          <a:p>
            <a:pPr algn="just"/>
            <a:r>
              <a:rPr lang="en-US" altLang="zh-CN" sz="1600" kern="1200" dirty="0">
                <a:solidFill>
                  <a:schemeClr val="tx1"/>
                </a:solidFill>
                <a:effectLst/>
                <a:latin typeface="微软雅黑" panose="020B0503020204020204" charset="-122"/>
                <a:ea typeface="微软雅黑" panose="020B0503020204020204" charset="-122"/>
                <a:cs typeface="+mn-cs"/>
              </a:rPr>
              <a:t>· </a:t>
            </a:r>
            <a:r>
              <a:rPr lang="zh-CN" altLang="en-US" sz="1600" kern="1200" dirty="0">
                <a:solidFill>
                  <a:schemeClr val="tx1"/>
                </a:solidFill>
                <a:effectLst/>
                <a:latin typeface="微软雅黑" panose="020B0503020204020204" charset="-122"/>
                <a:ea typeface="微软雅黑" panose="020B0503020204020204" charset="-122"/>
                <a:cs typeface="+mn-cs"/>
              </a:rPr>
              <a:t>未来：研究自适应调整窗口和步长的方法</a:t>
            </a:r>
          </a:p>
          <a:p>
            <a:pPr algn="just"/>
            <a:r>
              <a:rPr lang="en-US" altLang="zh-CN" sz="1600" kern="1200" dirty="0">
                <a:solidFill>
                  <a:schemeClr val="tx1"/>
                </a:solidFill>
                <a:effectLst/>
                <a:latin typeface="微软雅黑" panose="020B0503020204020204" charset="-122"/>
                <a:ea typeface="微软雅黑" panose="020B0503020204020204" charset="-122"/>
                <a:cs typeface="+mn-cs"/>
              </a:rPr>
              <a:t>· </a:t>
            </a:r>
            <a:r>
              <a:rPr lang="zh-CN" altLang="en-US" sz="1600" kern="1200" dirty="0">
                <a:solidFill>
                  <a:schemeClr val="tx1"/>
                </a:solidFill>
                <a:effectLst/>
                <a:latin typeface="微软雅黑" panose="020B0503020204020204" charset="-122"/>
                <a:ea typeface="微软雅黑" panose="020B0503020204020204" charset="-122"/>
                <a:cs typeface="+mn-cs"/>
              </a:rPr>
              <a:t>提升故障区域选择的准确性</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2DD51C6E-191B-D45C-CE3C-039DCA837D8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144532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78E16-E44B-77A9-E5D8-8A064E8A0B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37ECAC6-4F38-C750-BA9A-A87281FACA48}"/>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5601F699-1E0C-2ABD-4667-587E99E1D8C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a:extLst>
              <a:ext uri="{FF2B5EF4-FFF2-40B4-BE49-F238E27FC236}">
                <a16:creationId xmlns:a16="http://schemas.microsoft.com/office/drawing/2014/main" id="{791E9730-02C7-214E-AA31-F10327EA4F7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32605801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FEB74-BD2F-D996-5B30-2590053940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9CE927-DDBD-AB62-EB5F-C93473FF0720}"/>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ED0A3076-3393-F984-038D-979BBB37DF12}"/>
              </a:ext>
            </a:extLst>
          </p:cNvPr>
          <p:cNvSpPr>
            <a:spLocks noGrp="1"/>
          </p:cNvSpPr>
          <p:nvPr>
            <p:ph type="body" idx="1"/>
          </p:nvPr>
        </p:nvSpPr>
        <p:spPr/>
        <p:txBody>
          <a:bodyPr/>
          <a:lstStyle/>
          <a:p>
            <a:r>
              <a:rPr lang="zh-CN" altLang="en-US" dirty="0"/>
              <a:t>主要分为以下四个部分</a:t>
            </a:r>
          </a:p>
        </p:txBody>
      </p:sp>
      <p:sp>
        <p:nvSpPr>
          <p:cNvPr id="4" name="灯片编号占位符 3">
            <a:extLst>
              <a:ext uri="{FF2B5EF4-FFF2-40B4-BE49-F238E27FC236}">
                <a16:creationId xmlns:a16="http://schemas.microsoft.com/office/drawing/2014/main" id="{9D88A79F-EB23-1559-1331-766973B58AB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2325171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首先是问题描述</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35</a:t>
            </a:fld>
            <a:endParaRPr lang="zh-CN" altLang="en-US"/>
          </a:p>
        </p:txBody>
      </p:sp>
    </p:spTree>
    <p:extLst>
      <p:ext uri="{BB962C8B-B14F-4D97-AF65-F5344CB8AC3E}">
        <p14:creationId xmlns:p14="http://schemas.microsoft.com/office/powerpoint/2010/main" val="3489322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96F1C-0E33-F783-40C1-A99F435878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1FA12D1-C339-26D2-D8E6-C52F22FD754A}"/>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83BC5612-20E6-2376-76B5-8D3830E0C9E6}"/>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机械系统越来越多地部署多个传感器，实现有效监测设备状态。同一个故障，不同传感器给出不同的表征，这种差异性导致模型训练和域对齐更加困难。</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多传感器数据中存在双重结构信息：</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数据层结构：不同传感器之间的拓扑关系</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特征层结构：融合后高层特征之间的相关性</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现有方法只关注单一传感器数据，只利用单一结构信息，需要同时挖掘传感器间结构和特征间结构</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本文提出的</a:t>
            </a:r>
            <a:r>
              <a:rPr lang="en-US" altLang="zh-CN" sz="1600" kern="1200" dirty="0">
                <a:solidFill>
                  <a:schemeClr val="tx1"/>
                </a:solidFill>
                <a:effectLst/>
                <a:latin typeface="微软雅黑" panose="020B0503020204020204" charset="-122"/>
                <a:ea typeface="微软雅黑" panose="020B0503020204020204" charset="-122"/>
                <a:cs typeface="+mn-cs"/>
              </a:rPr>
              <a:t>MGNT-DSI</a:t>
            </a:r>
            <a:r>
              <a:rPr lang="zh-CN" altLang="en-US" sz="1600" kern="1200" dirty="0">
                <a:solidFill>
                  <a:schemeClr val="tx1"/>
                </a:solidFill>
                <a:effectLst/>
                <a:latin typeface="微软雅黑" panose="020B0503020204020204" charset="-122"/>
                <a:ea typeface="微软雅黑" panose="020B0503020204020204" charset="-122"/>
                <a:cs typeface="+mn-cs"/>
              </a:rPr>
              <a:t>方法的对齐目标是从多传感器数据中学习域不变特征。首先构建传感器间结构关系，其次构建融合特征间相关性，最后形成双重结构信息的统一表征。</a:t>
            </a:r>
          </a:p>
        </p:txBody>
      </p:sp>
      <p:sp>
        <p:nvSpPr>
          <p:cNvPr id="4" name="灯片编号占位符 3">
            <a:extLst>
              <a:ext uri="{FF2B5EF4-FFF2-40B4-BE49-F238E27FC236}">
                <a16:creationId xmlns:a16="http://schemas.microsoft.com/office/drawing/2014/main" id="{422AA370-FDC2-6082-13B7-270AA57D24C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9615451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研究现状</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37</a:t>
            </a:fld>
            <a:endParaRPr lang="zh-CN" altLang="en-US"/>
          </a:p>
        </p:txBody>
      </p:sp>
    </p:spTree>
    <p:extLst>
      <p:ext uri="{BB962C8B-B14F-4D97-AF65-F5344CB8AC3E}">
        <p14:creationId xmlns:p14="http://schemas.microsoft.com/office/powerpoint/2010/main" val="5810469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en-US" altLang="zh-CN" sz="1600" kern="1200" dirty="0">
                <a:solidFill>
                  <a:schemeClr val="tx1"/>
                </a:solidFill>
                <a:effectLst/>
                <a:latin typeface="微软雅黑" panose="020B0503020204020204" charset="-122"/>
                <a:ea typeface="微软雅黑" panose="020B0503020204020204" charset="-122"/>
                <a:cs typeface="+mn-cs"/>
              </a:rPr>
              <a:t>MGTN-DSI</a:t>
            </a:r>
            <a:r>
              <a:rPr lang="zh-CN" altLang="en-US" sz="1600" kern="1200" dirty="0">
                <a:solidFill>
                  <a:schemeClr val="tx1"/>
                </a:solidFill>
                <a:effectLst/>
                <a:latin typeface="微软雅黑" panose="020B0503020204020204" charset="-122"/>
                <a:ea typeface="微软雅黑" panose="020B0503020204020204" charset="-122"/>
                <a:cs typeface="+mn-cs"/>
              </a:rPr>
              <a:t>由三部分组成：</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en-US" altLang="zh-CN" sz="1600" kern="1200" dirty="0">
                <a:solidFill>
                  <a:schemeClr val="tx1"/>
                </a:solidFill>
                <a:effectLst/>
                <a:latin typeface="微软雅黑" panose="020B0503020204020204" charset="-122"/>
                <a:ea typeface="微软雅黑" panose="020B0503020204020204" charset="-122"/>
                <a:cs typeface="+mn-cs"/>
              </a:rPr>
              <a:t>1.</a:t>
            </a:r>
            <a:r>
              <a:rPr lang="zh-CN" altLang="en-US" sz="1600" kern="1200" dirty="0">
                <a:solidFill>
                  <a:schemeClr val="tx1"/>
                </a:solidFill>
                <a:effectLst/>
                <a:latin typeface="微软雅黑" panose="020B0503020204020204" charset="-122"/>
                <a:ea typeface="微软雅黑" panose="020B0503020204020204" charset="-122"/>
                <a:cs typeface="+mn-cs"/>
              </a:rPr>
              <a:t>多传感器融合层</a:t>
            </a:r>
            <a:r>
              <a:rPr lang="en-US" altLang="zh-CN" sz="1600" kern="1200" dirty="0">
                <a:solidFill>
                  <a:schemeClr val="tx1"/>
                </a:solidFill>
                <a:effectLst/>
                <a:latin typeface="微软雅黑" panose="020B0503020204020204" charset="-122"/>
                <a:ea typeface="微软雅黑" panose="020B0503020204020204" charset="-122"/>
                <a:cs typeface="+mn-cs"/>
              </a:rPr>
              <a:t>MFL</a:t>
            </a:r>
            <a:r>
              <a:rPr lang="zh-CN" altLang="en-US" sz="1600" kern="1200" dirty="0">
                <a:solidFill>
                  <a:schemeClr val="tx1"/>
                </a:solidFill>
                <a:effectLst/>
                <a:latin typeface="微软雅黑" panose="020B0503020204020204" charset="-122"/>
                <a:ea typeface="微软雅黑" panose="020B0503020204020204" charset="-122"/>
                <a:cs typeface="+mn-cs"/>
              </a:rPr>
              <a:t>：构建传感器关系，融合多传感器特征</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en-US" altLang="zh-CN" sz="1600" kern="1200" dirty="0">
                <a:solidFill>
                  <a:schemeClr val="tx1"/>
                </a:solidFill>
                <a:effectLst/>
                <a:latin typeface="微软雅黑" panose="020B0503020204020204" charset="-122"/>
                <a:ea typeface="微软雅黑" panose="020B0503020204020204" charset="-122"/>
                <a:cs typeface="+mn-cs"/>
              </a:rPr>
              <a:t>2.RFGNN</a:t>
            </a:r>
            <a:r>
              <a:rPr lang="zh-CN" altLang="en-US" sz="1600" kern="1200" dirty="0">
                <a:solidFill>
                  <a:schemeClr val="tx1"/>
                </a:solidFill>
                <a:effectLst/>
                <a:latin typeface="微软雅黑" panose="020B0503020204020204" charset="-122"/>
                <a:ea typeface="微软雅黑" panose="020B0503020204020204" charset="-122"/>
                <a:cs typeface="+mn-cs"/>
              </a:rPr>
              <a:t>：构建特征关系图，提取双重结构信息</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en-US" altLang="zh-CN" sz="1600" kern="1200" dirty="0">
                <a:solidFill>
                  <a:schemeClr val="tx1"/>
                </a:solidFill>
                <a:effectLst/>
                <a:latin typeface="微软雅黑" panose="020B0503020204020204" charset="-122"/>
                <a:ea typeface="微软雅黑" panose="020B0503020204020204" charset="-122"/>
                <a:cs typeface="+mn-cs"/>
              </a:rPr>
              <a:t>3.</a:t>
            </a:r>
            <a:r>
              <a:rPr lang="zh-CN" altLang="en-US" sz="1600" kern="1200" dirty="0">
                <a:solidFill>
                  <a:schemeClr val="tx1"/>
                </a:solidFill>
                <a:effectLst/>
                <a:latin typeface="微软雅黑" panose="020B0503020204020204" charset="-122"/>
                <a:ea typeface="微软雅黑" panose="020B0503020204020204" charset="-122"/>
                <a:cs typeface="+mn-cs"/>
              </a:rPr>
              <a:t>分类器</a:t>
            </a:r>
            <a:r>
              <a:rPr lang="en-US" altLang="zh-CN" sz="1600" kern="1200" dirty="0">
                <a:solidFill>
                  <a:schemeClr val="tx1"/>
                </a:solidFill>
                <a:effectLst/>
                <a:latin typeface="微软雅黑" panose="020B0503020204020204" charset="-122"/>
                <a:ea typeface="微软雅黑" panose="020B0503020204020204" charset="-122"/>
                <a:cs typeface="+mn-cs"/>
              </a:rPr>
              <a:t>+NWDC</a:t>
            </a:r>
          </a:p>
          <a:p>
            <a:pPr algn="just"/>
            <a:r>
              <a:rPr lang="zh-CN" altLang="en-US" sz="1600" kern="1200" dirty="0">
                <a:solidFill>
                  <a:schemeClr val="tx1"/>
                </a:solidFill>
                <a:effectLst/>
                <a:latin typeface="微软雅黑" panose="020B0503020204020204" charset="-122"/>
                <a:ea typeface="微软雅黑" panose="020B0503020204020204" charset="-122"/>
                <a:cs typeface="+mn-cs"/>
              </a:rPr>
              <a:t>核心流程为：多传感器信号→并行</a:t>
            </a:r>
            <a:r>
              <a:rPr lang="en-US" altLang="zh-CN" sz="1600" kern="1200" dirty="0">
                <a:solidFill>
                  <a:schemeClr val="tx1"/>
                </a:solidFill>
                <a:effectLst/>
                <a:latin typeface="微软雅黑" panose="020B0503020204020204" charset="-122"/>
                <a:ea typeface="微软雅黑" panose="020B0503020204020204" charset="-122"/>
                <a:cs typeface="+mn-cs"/>
              </a:rPr>
              <a:t>CNN</a:t>
            </a:r>
            <a:r>
              <a:rPr lang="zh-CN" altLang="en-US" sz="1600" kern="1200" dirty="0">
                <a:solidFill>
                  <a:schemeClr val="tx1"/>
                </a:solidFill>
                <a:effectLst/>
                <a:latin typeface="微软雅黑" panose="020B0503020204020204" charset="-122"/>
                <a:ea typeface="微软雅黑" panose="020B0503020204020204" charset="-122"/>
                <a:cs typeface="+mn-cs"/>
              </a:rPr>
              <a:t>特征提取→</a:t>
            </a:r>
            <a:r>
              <a:rPr lang="en-US" altLang="zh-CN" sz="1600" kern="1200" dirty="0">
                <a:solidFill>
                  <a:schemeClr val="tx1"/>
                </a:solidFill>
                <a:effectLst/>
                <a:latin typeface="微软雅黑" panose="020B0503020204020204" charset="-122"/>
                <a:ea typeface="微软雅黑" panose="020B0503020204020204" charset="-122"/>
                <a:cs typeface="+mn-cs"/>
              </a:rPr>
              <a:t>MFL</a:t>
            </a:r>
            <a:r>
              <a:rPr lang="zh-CN" altLang="en-US" sz="1600" kern="1200" dirty="0">
                <a:solidFill>
                  <a:schemeClr val="tx1"/>
                </a:solidFill>
                <a:effectLst/>
                <a:latin typeface="微软雅黑" panose="020B0503020204020204" charset="-122"/>
                <a:ea typeface="微软雅黑" panose="020B0503020204020204" charset="-122"/>
                <a:cs typeface="+mn-cs"/>
              </a:rPr>
              <a:t>融合→</a:t>
            </a:r>
            <a:r>
              <a:rPr lang="en-US" altLang="zh-CN" sz="1600" kern="1200" dirty="0">
                <a:solidFill>
                  <a:schemeClr val="tx1"/>
                </a:solidFill>
                <a:effectLst/>
                <a:latin typeface="微软雅黑" panose="020B0503020204020204" charset="-122"/>
                <a:ea typeface="微软雅黑" panose="020B0503020204020204" charset="-122"/>
                <a:cs typeface="+mn-cs"/>
              </a:rPr>
              <a:t>RFGNN</a:t>
            </a:r>
            <a:r>
              <a:rPr lang="zh-CN" altLang="en-US" sz="1600" kern="1200" dirty="0">
                <a:solidFill>
                  <a:schemeClr val="tx1"/>
                </a:solidFill>
                <a:effectLst/>
                <a:latin typeface="微软雅黑" panose="020B0503020204020204" charset="-122"/>
                <a:ea typeface="微软雅黑" panose="020B0503020204020204" charset="-122"/>
                <a:cs typeface="+mn-cs"/>
              </a:rPr>
              <a:t>图卷积→分类</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38</a:t>
            </a:fld>
            <a:endParaRPr lang="zh-CN" altLang="en-US"/>
          </a:p>
        </p:txBody>
      </p:sp>
    </p:spTree>
    <p:extLst>
      <p:ext uri="{BB962C8B-B14F-4D97-AF65-F5344CB8AC3E}">
        <p14:creationId xmlns:p14="http://schemas.microsoft.com/office/powerpoint/2010/main" val="8129033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90AFD-3B4B-2D3D-7ADD-51407F2C36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2E8E80-820C-7801-BA03-587DCA6D9812}"/>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5B5B3E40-70B4-0D8F-D286-AFD20665AD1E}"/>
              </a:ext>
            </a:extLst>
          </p:cNvPr>
          <p:cNvSpPr>
            <a:spLocks noGrp="1"/>
          </p:cNvSpPr>
          <p:nvPr>
            <p:ph type="body" idx="1"/>
          </p:nvPr>
        </p:nvSpPr>
        <p:spPr/>
        <p:txBody>
          <a:bodyPr/>
          <a:lstStyle/>
          <a:p>
            <a:pPr algn="just"/>
            <a:r>
              <a:rPr lang="zh-CN" altLang="en-US" sz="1600" kern="1200" dirty="0">
                <a:solidFill>
                  <a:schemeClr val="tx1"/>
                </a:solidFill>
                <a:effectLst/>
                <a:latin typeface="微软雅黑" panose="020B0503020204020204" charset="-122"/>
                <a:ea typeface="微软雅黑" panose="020B0503020204020204" charset="-122"/>
                <a:cs typeface="+mn-cs"/>
              </a:rPr>
              <a:t>每个传感器的信号并行输入独立</a:t>
            </a:r>
            <a:r>
              <a:rPr lang="en-US" altLang="zh-CN" sz="1600" kern="1200" dirty="0">
                <a:solidFill>
                  <a:schemeClr val="tx1"/>
                </a:solidFill>
                <a:effectLst/>
                <a:latin typeface="微软雅黑" panose="020B0503020204020204" charset="-122"/>
                <a:ea typeface="微软雅黑" panose="020B0503020204020204" charset="-122"/>
                <a:cs typeface="+mn-cs"/>
              </a:rPr>
              <a:t>CNN</a:t>
            </a:r>
            <a:r>
              <a:rPr lang="zh-CN" altLang="en-US" sz="1600" kern="1200" dirty="0">
                <a:solidFill>
                  <a:schemeClr val="tx1"/>
                </a:solidFill>
                <a:effectLst/>
                <a:latin typeface="微软雅黑" panose="020B0503020204020204" charset="-122"/>
                <a:ea typeface="微软雅黑" panose="020B0503020204020204" charset="-122"/>
                <a:cs typeface="+mn-cs"/>
              </a:rPr>
              <a:t>提取浅层特征；</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zh-CN" altLang="en-US" sz="1600" kern="1200" dirty="0">
                <a:solidFill>
                  <a:schemeClr val="tx1"/>
                </a:solidFill>
                <a:effectLst/>
                <a:latin typeface="微软雅黑" panose="020B0503020204020204" charset="-122"/>
                <a:ea typeface="微软雅黑" panose="020B0503020204020204" charset="-122"/>
                <a:cs typeface="+mn-cs"/>
              </a:rPr>
              <a:t>将每个传感器的特征与全</a:t>
            </a:r>
            <a:r>
              <a:rPr lang="en-US" altLang="zh-CN" sz="1600" kern="1200" dirty="0">
                <a:solidFill>
                  <a:schemeClr val="tx1"/>
                </a:solidFill>
                <a:effectLst/>
                <a:latin typeface="微软雅黑" panose="020B0503020204020204" charset="-122"/>
                <a:ea typeface="微软雅黑" panose="020B0503020204020204" charset="-122"/>
                <a:cs typeface="+mn-cs"/>
              </a:rPr>
              <a:t>1</a:t>
            </a:r>
            <a:r>
              <a:rPr lang="zh-CN" altLang="en-US" sz="1600" kern="1200" dirty="0">
                <a:solidFill>
                  <a:schemeClr val="tx1"/>
                </a:solidFill>
                <a:effectLst/>
                <a:latin typeface="微软雅黑" panose="020B0503020204020204" charset="-122"/>
                <a:ea typeface="微软雅黑" panose="020B0503020204020204" charset="-122"/>
                <a:cs typeface="+mn-cs"/>
              </a:rPr>
              <a:t>张量拼接，建模单向量内部关系，如公式</a:t>
            </a:r>
            <a:r>
              <a:rPr lang="en-US" altLang="zh-CN" sz="1600" kern="1200" dirty="0">
                <a:solidFill>
                  <a:schemeClr val="tx1"/>
                </a:solidFill>
                <a:effectLst/>
                <a:latin typeface="微软雅黑" panose="020B0503020204020204" charset="-122"/>
                <a:ea typeface="微软雅黑" panose="020B0503020204020204" charset="-122"/>
                <a:cs typeface="+mn-cs"/>
              </a:rPr>
              <a:t>4</a:t>
            </a:r>
            <a:r>
              <a:rPr lang="zh-CN" altLang="en-US" sz="1600" kern="1200" dirty="0">
                <a:solidFill>
                  <a:schemeClr val="tx1"/>
                </a:solidFill>
                <a:effectLst/>
                <a:latin typeface="微软雅黑" panose="020B0503020204020204" charset="-122"/>
                <a:ea typeface="微软雅黑" panose="020B0503020204020204" charset="-122"/>
                <a:cs typeface="+mn-cs"/>
              </a:rPr>
              <a:t>所示；</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zh-CN" altLang="en-US" sz="1600" kern="1200" dirty="0">
                <a:solidFill>
                  <a:schemeClr val="tx1"/>
                </a:solidFill>
                <a:effectLst/>
                <a:latin typeface="微软雅黑" panose="020B0503020204020204" charset="-122"/>
                <a:ea typeface="微软雅黑" panose="020B0503020204020204" charset="-122"/>
                <a:cs typeface="+mn-cs"/>
              </a:rPr>
              <a:t>低秩分解权重：为每个传感器学习权重参数</a:t>
            </a:r>
            <a:r>
              <a:rPr lang="en-US" altLang="zh-CN" sz="1600" kern="1200" dirty="0">
                <a:solidFill>
                  <a:schemeClr val="tx1"/>
                </a:solidFill>
                <a:effectLst/>
                <a:latin typeface="微软雅黑" panose="020B0503020204020204" charset="-122"/>
                <a:ea typeface="微软雅黑" panose="020B0503020204020204" charset="-122"/>
                <a:cs typeface="+mn-cs"/>
              </a:rPr>
              <a:t>Wm</a:t>
            </a:r>
            <a:r>
              <a:rPr lang="zh-CN" altLang="en-US" sz="1600" kern="1200" dirty="0">
                <a:solidFill>
                  <a:schemeClr val="tx1"/>
                </a:solidFill>
                <a:effectLst/>
                <a:latin typeface="微软雅黑" panose="020B0503020204020204" charset="-122"/>
                <a:ea typeface="微软雅黑" panose="020B0503020204020204" charset="-122"/>
                <a:cs typeface="+mn-cs"/>
              </a:rPr>
              <a:t>，通过秩</a:t>
            </a:r>
            <a:r>
              <a:rPr lang="en-US" altLang="zh-CN" sz="1600" kern="1200" dirty="0">
                <a:solidFill>
                  <a:schemeClr val="tx1"/>
                </a:solidFill>
                <a:effectLst/>
                <a:latin typeface="微软雅黑" panose="020B0503020204020204" charset="-122"/>
                <a:ea typeface="微软雅黑" panose="020B0503020204020204" charset="-122"/>
                <a:cs typeface="+mn-cs"/>
              </a:rPr>
              <a:t>R</a:t>
            </a:r>
            <a:r>
              <a:rPr lang="zh-CN" altLang="en-US" sz="1600" kern="1200" dirty="0">
                <a:solidFill>
                  <a:schemeClr val="tx1"/>
                </a:solidFill>
                <a:effectLst/>
                <a:latin typeface="微软雅黑" panose="020B0503020204020204" charset="-122"/>
                <a:ea typeface="微软雅黑" panose="020B0503020204020204" charset="-122"/>
                <a:cs typeface="+mn-cs"/>
              </a:rPr>
              <a:t>分解降低计算量，如公式</a:t>
            </a:r>
            <a:r>
              <a:rPr lang="en-US" altLang="zh-CN" sz="1600" kern="1200" dirty="0">
                <a:solidFill>
                  <a:schemeClr val="tx1"/>
                </a:solidFill>
                <a:effectLst/>
                <a:latin typeface="微软雅黑" panose="020B0503020204020204" charset="-122"/>
                <a:ea typeface="微软雅黑" panose="020B0503020204020204" charset="-122"/>
                <a:cs typeface="+mn-cs"/>
              </a:rPr>
              <a:t>5</a:t>
            </a:r>
            <a:r>
              <a:rPr lang="zh-CN" altLang="en-US" sz="1600" kern="1200" dirty="0">
                <a:solidFill>
                  <a:schemeClr val="tx1"/>
                </a:solidFill>
                <a:effectLst/>
                <a:latin typeface="微软雅黑" panose="020B0503020204020204" charset="-122"/>
                <a:ea typeface="微软雅黑" panose="020B0503020204020204" charset="-122"/>
                <a:cs typeface="+mn-cs"/>
              </a:rPr>
              <a:t>所示；</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zh-CN" altLang="en-US" sz="1600" kern="1200" dirty="0">
                <a:solidFill>
                  <a:schemeClr val="tx1"/>
                </a:solidFill>
                <a:effectLst/>
                <a:latin typeface="微软雅黑" panose="020B0503020204020204" charset="-122"/>
                <a:ea typeface="微软雅黑" panose="020B0503020204020204" charset="-122"/>
                <a:cs typeface="+mn-cs"/>
              </a:rPr>
              <a:t>融合输出，如公式</a:t>
            </a:r>
            <a:r>
              <a:rPr lang="en-US" altLang="zh-CN" sz="1600" kern="1200" dirty="0">
                <a:solidFill>
                  <a:schemeClr val="tx1"/>
                </a:solidFill>
                <a:effectLst/>
                <a:latin typeface="微软雅黑" panose="020B0503020204020204" charset="-122"/>
                <a:ea typeface="微软雅黑" panose="020B0503020204020204" charset="-122"/>
                <a:cs typeface="+mn-cs"/>
              </a:rPr>
              <a:t>6</a:t>
            </a:r>
            <a:r>
              <a:rPr lang="zh-CN" altLang="en-US" sz="1600" kern="1200" dirty="0">
                <a:solidFill>
                  <a:schemeClr val="tx1"/>
                </a:solidFill>
                <a:effectLst/>
                <a:latin typeface="微软雅黑" panose="020B0503020204020204" charset="-122"/>
                <a:ea typeface="微软雅黑" panose="020B0503020204020204" charset="-122"/>
                <a:cs typeface="+mn-cs"/>
              </a:rPr>
              <a:t>所示。</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zh-CN" altLang="en-US" sz="1600" kern="1200" dirty="0">
                <a:solidFill>
                  <a:schemeClr val="tx1"/>
                </a:solidFill>
                <a:effectLst/>
                <a:latin typeface="微软雅黑" panose="020B0503020204020204" charset="-122"/>
                <a:ea typeface="微软雅黑" panose="020B0503020204020204" charset="-122"/>
                <a:cs typeface="+mn-cs"/>
              </a:rPr>
              <a:t>最终得到融合紧凑的特征</a:t>
            </a:r>
            <a:r>
              <a:rPr lang="en-US" altLang="zh-CN" sz="1600" kern="1200" dirty="0">
                <a:solidFill>
                  <a:schemeClr val="tx1"/>
                </a:solidFill>
                <a:effectLst/>
                <a:latin typeface="微软雅黑" panose="020B0503020204020204" charset="-122"/>
                <a:ea typeface="微软雅黑" panose="020B0503020204020204" charset="-122"/>
                <a:cs typeface="+mn-cs"/>
              </a:rPr>
              <a:t>h</a:t>
            </a:r>
            <a:r>
              <a:rPr lang="zh-CN" altLang="en-US" sz="1600" kern="1200" dirty="0">
                <a:solidFill>
                  <a:schemeClr val="tx1"/>
                </a:solidFill>
                <a:effectLst/>
                <a:latin typeface="微软雅黑" panose="020B0503020204020204" charset="-122"/>
                <a:ea typeface="微软雅黑" panose="020B0503020204020204" charset="-122"/>
                <a:cs typeface="+mn-cs"/>
              </a:rPr>
              <a:t>。</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zh-CN" altLang="en-US" sz="1600" kern="1200" dirty="0">
                <a:solidFill>
                  <a:schemeClr val="tx1"/>
                </a:solidFill>
                <a:effectLst/>
                <a:latin typeface="微软雅黑" panose="020B0503020204020204" charset="-122"/>
                <a:ea typeface="微软雅黑" panose="020B0503020204020204" charset="-122"/>
                <a:cs typeface="+mn-cs"/>
              </a:rPr>
              <a:t>不同传感器的特征</a:t>
            </a:r>
            <a:r>
              <a:rPr lang="en-US" altLang="zh-CN" sz="1600" kern="1200" dirty="0" err="1">
                <a:solidFill>
                  <a:schemeClr val="tx1"/>
                </a:solidFill>
                <a:effectLst/>
                <a:latin typeface="微软雅黑" panose="020B0503020204020204" charset="-122"/>
                <a:ea typeface="微软雅黑" panose="020B0503020204020204" charset="-122"/>
                <a:cs typeface="+mn-cs"/>
              </a:rPr>
              <a:t>zm</a:t>
            </a:r>
            <a:r>
              <a:rPr lang="zh-CN" altLang="en-US" sz="1600" kern="1200" dirty="0">
                <a:solidFill>
                  <a:schemeClr val="tx1"/>
                </a:solidFill>
                <a:effectLst/>
                <a:latin typeface="微软雅黑" panose="020B0503020204020204" charset="-122"/>
                <a:ea typeface="微软雅黑" panose="020B0503020204020204" charset="-122"/>
                <a:cs typeface="+mn-cs"/>
              </a:rPr>
              <a:t>维度可能不同，通过拼接全</a:t>
            </a:r>
            <a:r>
              <a:rPr lang="en-US" altLang="zh-CN" sz="1600" kern="1200" dirty="0">
                <a:solidFill>
                  <a:schemeClr val="tx1"/>
                </a:solidFill>
                <a:effectLst/>
                <a:latin typeface="微软雅黑" panose="020B0503020204020204" charset="-122"/>
                <a:ea typeface="微软雅黑" panose="020B0503020204020204" charset="-122"/>
                <a:cs typeface="+mn-cs"/>
              </a:rPr>
              <a:t>1</a:t>
            </a:r>
            <a:r>
              <a:rPr lang="zh-CN" altLang="en-US" sz="1600" kern="1200" dirty="0">
                <a:solidFill>
                  <a:schemeClr val="tx1"/>
                </a:solidFill>
                <a:effectLst/>
                <a:latin typeface="微软雅黑" panose="020B0503020204020204" charset="-122"/>
                <a:ea typeface="微软雅黑" panose="020B0503020204020204" charset="-122"/>
                <a:cs typeface="+mn-cs"/>
              </a:rPr>
              <a:t>张量</a:t>
            </a:r>
            <a:r>
              <a:rPr lang="en-US" altLang="zh-CN" sz="1600" kern="1200" dirty="0">
                <a:solidFill>
                  <a:schemeClr val="tx1"/>
                </a:solidFill>
                <a:effectLst/>
                <a:latin typeface="微软雅黑" panose="020B0503020204020204" charset="-122"/>
                <a:ea typeface="微软雅黑" panose="020B0503020204020204" charset="-122"/>
                <a:cs typeface="+mn-cs"/>
              </a:rPr>
              <a:t>+</a:t>
            </a:r>
            <a:r>
              <a:rPr lang="zh-CN" altLang="en-US" sz="1600" kern="1200" dirty="0">
                <a:solidFill>
                  <a:schemeClr val="tx1"/>
                </a:solidFill>
                <a:effectLst/>
                <a:latin typeface="微软雅黑" panose="020B0503020204020204" charset="-122"/>
                <a:ea typeface="微软雅黑" panose="020B0503020204020204" charset="-122"/>
                <a:cs typeface="+mn-cs"/>
              </a:rPr>
              <a:t>低秩权重分解，将各传感器特征映射到统一维度，保留各传感器的互补信息</a:t>
            </a:r>
          </a:p>
        </p:txBody>
      </p:sp>
      <p:sp>
        <p:nvSpPr>
          <p:cNvPr id="4" name="灯片编号占位符 3">
            <a:extLst>
              <a:ext uri="{FF2B5EF4-FFF2-40B4-BE49-F238E27FC236}">
                <a16:creationId xmlns:a16="http://schemas.microsoft.com/office/drawing/2014/main" id="{59F08794-EB9F-209A-55FA-12622BC28A3D}"/>
              </a:ext>
            </a:extLst>
          </p:cNvPr>
          <p:cNvSpPr>
            <a:spLocks noGrp="1"/>
          </p:cNvSpPr>
          <p:nvPr>
            <p:ph type="sldNum" sz="quarter" idx="10"/>
          </p:nvPr>
        </p:nvSpPr>
        <p:spPr/>
        <p:txBody>
          <a:bodyPr/>
          <a:lstStyle/>
          <a:p>
            <a:fld id="{677A2CBA-E486-4DC8-8696-C7854B0A28FD}" type="slidenum">
              <a:rPr lang="zh-CN" altLang="en-US" smtClean="0"/>
              <a:t>39</a:t>
            </a:fld>
            <a:endParaRPr lang="zh-CN" altLang="en-US"/>
          </a:p>
        </p:txBody>
      </p:sp>
    </p:spTree>
    <p:extLst>
      <p:ext uri="{BB962C8B-B14F-4D97-AF65-F5344CB8AC3E}">
        <p14:creationId xmlns:p14="http://schemas.microsoft.com/office/powerpoint/2010/main" val="17059636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CA393-7ED4-3B2C-C418-456ED17356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B0C6819-20FC-EBED-83F7-B304FBB01003}"/>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B9CFBA59-CBB5-4C41-1B70-FCFC390B901D}"/>
              </a:ext>
            </a:extLst>
          </p:cNvPr>
          <p:cNvSpPr>
            <a:spLocks noGrp="1"/>
          </p:cNvSpPr>
          <p:nvPr>
            <p:ph type="body" idx="1"/>
          </p:nvPr>
        </p:nvSpPr>
        <p:spPr/>
        <p:txBody>
          <a:bodyPr/>
          <a:lstStyle/>
          <a:p>
            <a:pPr algn="just"/>
            <a:r>
              <a:rPr lang="zh-CN" altLang="en-US" sz="1600" kern="1200" dirty="0">
                <a:solidFill>
                  <a:schemeClr val="tx1"/>
                </a:solidFill>
                <a:effectLst/>
                <a:latin typeface="微软雅黑" panose="020B0503020204020204" charset="-122"/>
                <a:ea typeface="微软雅黑" panose="020B0503020204020204" charset="-122"/>
                <a:cs typeface="+mn-cs"/>
              </a:rPr>
              <a:t>第一步：构图</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zh-CN" altLang="en-US" sz="1600" kern="1200" dirty="0">
                <a:solidFill>
                  <a:schemeClr val="tx1"/>
                </a:solidFill>
                <a:effectLst/>
                <a:latin typeface="微软雅黑" panose="020B0503020204020204" charset="-122"/>
                <a:ea typeface="微软雅黑" panose="020B0503020204020204" charset="-122"/>
                <a:cs typeface="+mn-cs"/>
              </a:rPr>
              <a:t>将融合特征</a:t>
            </a:r>
            <a:r>
              <a:rPr lang="en-US" altLang="zh-CN" sz="1600" kern="1200" dirty="0">
                <a:solidFill>
                  <a:schemeClr val="tx1"/>
                </a:solidFill>
                <a:effectLst/>
                <a:latin typeface="微软雅黑" panose="020B0503020204020204" charset="-122"/>
                <a:ea typeface="微软雅黑" panose="020B0503020204020204" charset="-122"/>
                <a:cs typeface="+mn-cs"/>
              </a:rPr>
              <a:t>h</a:t>
            </a:r>
            <a:r>
              <a:rPr lang="zh-CN" altLang="en-US" sz="1600" kern="1200" dirty="0">
                <a:solidFill>
                  <a:schemeClr val="tx1"/>
                </a:solidFill>
                <a:effectLst/>
                <a:latin typeface="微软雅黑" panose="020B0503020204020204" charset="-122"/>
                <a:ea typeface="微软雅黑" panose="020B0503020204020204" charset="-122"/>
                <a:cs typeface="+mn-cs"/>
              </a:rPr>
              <a:t>的行向量视为图的节点</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zh-CN" altLang="en-US" sz="1600" kern="1200" dirty="0">
                <a:solidFill>
                  <a:schemeClr val="tx1"/>
                </a:solidFill>
                <a:effectLst/>
                <a:latin typeface="微软雅黑" panose="020B0503020204020204" charset="-122"/>
                <a:ea typeface="微软雅黑" panose="020B0503020204020204" charset="-122"/>
                <a:cs typeface="+mn-cs"/>
              </a:rPr>
              <a:t>用欧氏距离量化节点间交互，如公式</a:t>
            </a:r>
            <a:r>
              <a:rPr lang="en-US" altLang="zh-CN" sz="1600" kern="1200" dirty="0">
                <a:solidFill>
                  <a:schemeClr val="tx1"/>
                </a:solidFill>
                <a:effectLst/>
                <a:latin typeface="微软雅黑" panose="020B0503020204020204" charset="-122"/>
                <a:ea typeface="微软雅黑" panose="020B0503020204020204" charset="-122"/>
                <a:cs typeface="+mn-cs"/>
              </a:rPr>
              <a:t>7</a:t>
            </a:r>
            <a:r>
              <a:rPr lang="zh-CN" altLang="en-US" sz="1600" kern="1200" dirty="0">
                <a:solidFill>
                  <a:schemeClr val="tx1"/>
                </a:solidFill>
                <a:effectLst/>
                <a:latin typeface="微软雅黑" panose="020B0503020204020204" charset="-122"/>
                <a:ea typeface="微软雅黑" panose="020B0503020204020204" charset="-122"/>
                <a:cs typeface="+mn-cs"/>
              </a:rPr>
              <a:t>所示</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zh-CN" altLang="en-US" sz="1600" kern="1200" dirty="0">
                <a:solidFill>
                  <a:schemeClr val="tx1"/>
                </a:solidFill>
                <a:effectLst/>
                <a:latin typeface="微软雅黑" panose="020B0503020204020204" charset="-122"/>
                <a:ea typeface="微软雅黑" panose="020B0503020204020204" charset="-122"/>
                <a:cs typeface="+mn-cs"/>
              </a:rPr>
              <a:t>用</a:t>
            </a:r>
            <a:r>
              <a:rPr lang="en-US" altLang="zh-CN" sz="1600" kern="1200" dirty="0">
                <a:solidFill>
                  <a:schemeClr val="tx1"/>
                </a:solidFill>
                <a:effectLst/>
                <a:latin typeface="微软雅黑" panose="020B0503020204020204" charset="-122"/>
                <a:ea typeface="微软雅黑" panose="020B0503020204020204" charset="-122"/>
                <a:cs typeface="+mn-cs"/>
              </a:rPr>
              <a:t>top-k</a:t>
            </a:r>
            <a:r>
              <a:rPr lang="zh-CN" altLang="en-US" sz="1600" kern="1200" dirty="0">
                <a:solidFill>
                  <a:schemeClr val="tx1"/>
                </a:solidFill>
                <a:effectLst/>
                <a:latin typeface="微软雅黑" panose="020B0503020204020204" charset="-122"/>
                <a:ea typeface="微软雅黑" panose="020B0503020204020204" charset="-122"/>
                <a:cs typeface="+mn-cs"/>
              </a:rPr>
              <a:t>排序构造邻接矩阵</a:t>
            </a:r>
            <a:r>
              <a:rPr lang="en-US" altLang="zh-CN" sz="1600" kern="1200" dirty="0">
                <a:solidFill>
                  <a:schemeClr val="tx1"/>
                </a:solidFill>
                <a:effectLst/>
                <a:latin typeface="微软雅黑" panose="020B0503020204020204" charset="-122"/>
                <a:ea typeface="微软雅黑" panose="020B0503020204020204" charset="-122"/>
                <a:cs typeface="+mn-cs"/>
              </a:rPr>
              <a:t>AK</a:t>
            </a:r>
            <a:r>
              <a:rPr lang="zh-CN" altLang="en-US" sz="1600" kern="1200" dirty="0">
                <a:solidFill>
                  <a:schemeClr val="tx1"/>
                </a:solidFill>
                <a:effectLst/>
                <a:latin typeface="微软雅黑" panose="020B0503020204020204" charset="-122"/>
                <a:ea typeface="微软雅黑" panose="020B0503020204020204" charset="-122"/>
                <a:cs typeface="+mn-cs"/>
              </a:rPr>
              <a:t>，如公式</a:t>
            </a:r>
            <a:r>
              <a:rPr lang="en-US" altLang="zh-CN" sz="1600" kern="1200" dirty="0">
                <a:solidFill>
                  <a:schemeClr val="tx1"/>
                </a:solidFill>
                <a:effectLst/>
                <a:latin typeface="微软雅黑" panose="020B0503020204020204" charset="-122"/>
                <a:ea typeface="微软雅黑" panose="020B0503020204020204" charset="-122"/>
                <a:cs typeface="+mn-cs"/>
              </a:rPr>
              <a:t>7</a:t>
            </a:r>
            <a:r>
              <a:rPr lang="zh-CN" altLang="en-US" sz="1600" kern="1200" dirty="0">
                <a:solidFill>
                  <a:schemeClr val="tx1"/>
                </a:solidFill>
                <a:effectLst/>
                <a:latin typeface="微软雅黑" panose="020B0503020204020204" charset="-122"/>
                <a:ea typeface="微软雅黑" panose="020B0503020204020204" charset="-122"/>
                <a:cs typeface="+mn-cs"/>
              </a:rPr>
              <a:t>所示</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zh-CN" altLang="en-US" sz="1600" kern="1200" dirty="0">
                <a:solidFill>
                  <a:schemeClr val="tx1"/>
                </a:solidFill>
                <a:effectLst/>
                <a:latin typeface="微软雅黑" panose="020B0503020204020204" charset="-122"/>
                <a:ea typeface="微软雅黑" panose="020B0503020204020204" charset="-122"/>
                <a:cs typeface="+mn-cs"/>
              </a:rPr>
              <a:t>第二步：</a:t>
            </a:r>
            <a:r>
              <a:rPr lang="en-US" altLang="zh-CN" sz="1600" kern="1200" dirty="0">
                <a:solidFill>
                  <a:schemeClr val="tx1"/>
                </a:solidFill>
                <a:effectLst/>
                <a:latin typeface="微软雅黑" panose="020B0503020204020204" charset="-122"/>
                <a:ea typeface="微软雅黑" panose="020B0503020204020204" charset="-122"/>
                <a:cs typeface="+mn-cs"/>
              </a:rPr>
              <a:t>Chebyshev</a:t>
            </a:r>
            <a:r>
              <a:rPr lang="zh-CN" altLang="en-US" sz="1600" kern="1200" dirty="0">
                <a:solidFill>
                  <a:schemeClr val="tx1"/>
                </a:solidFill>
                <a:effectLst/>
                <a:latin typeface="微软雅黑" panose="020B0503020204020204" charset="-122"/>
                <a:ea typeface="微软雅黑" panose="020B0503020204020204" charset="-122"/>
                <a:cs typeface="+mn-cs"/>
              </a:rPr>
              <a:t>插值重参数化滤波器</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zh-CN" altLang="en-US" sz="1600" kern="1200" dirty="0">
                <a:solidFill>
                  <a:schemeClr val="tx1"/>
                </a:solidFill>
                <a:effectLst/>
                <a:latin typeface="微软雅黑" panose="020B0503020204020204" charset="-122"/>
                <a:ea typeface="微软雅黑" panose="020B0503020204020204" charset="-122"/>
                <a:cs typeface="+mn-cs"/>
              </a:rPr>
              <a:t>传统</a:t>
            </a:r>
            <a:r>
              <a:rPr lang="en-US" altLang="zh-CN" sz="1600" kern="1200" dirty="0" err="1">
                <a:solidFill>
                  <a:schemeClr val="tx1"/>
                </a:solidFill>
                <a:effectLst/>
                <a:latin typeface="微软雅黑" panose="020B0503020204020204" charset="-122"/>
                <a:ea typeface="微软雅黑" panose="020B0503020204020204" charset="-122"/>
                <a:cs typeface="+mn-cs"/>
              </a:rPr>
              <a:t>ChebNet</a:t>
            </a:r>
            <a:r>
              <a:rPr lang="zh-CN" altLang="en-US" sz="1600" kern="1200" dirty="0">
                <a:solidFill>
                  <a:schemeClr val="tx1"/>
                </a:solidFill>
                <a:effectLst/>
                <a:latin typeface="微软雅黑" panose="020B0503020204020204" charset="-122"/>
                <a:ea typeface="微软雅黑" panose="020B0503020204020204" charset="-122"/>
                <a:cs typeface="+mn-cs"/>
              </a:rPr>
              <a:t>容易过拟合→用</a:t>
            </a:r>
            <a:r>
              <a:rPr lang="en-US" altLang="zh-CN" sz="1600" kern="1200" dirty="0">
                <a:solidFill>
                  <a:schemeClr val="tx1"/>
                </a:solidFill>
                <a:effectLst/>
                <a:latin typeface="微软雅黑" panose="020B0503020204020204" charset="-122"/>
                <a:ea typeface="微软雅黑" panose="020B0503020204020204" charset="-122"/>
                <a:cs typeface="+mn-cs"/>
              </a:rPr>
              <a:t>Chebyshev</a:t>
            </a:r>
            <a:r>
              <a:rPr lang="zh-CN" altLang="en-US" sz="1600" kern="1200" dirty="0">
                <a:solidFill>
                  <a:schemeClr val="tx1"/>
                </a:solidFill>
                <a:effectLst/>
                <a:latin typeface="微软雅黑" panose="020B0503020204020204" charset="-122"/>
                <a:ea typeface="微软雅黑" panose="020B0503020204020204" charset="-122"/>
                <a:cs typeface="+mn-cs"/>
              </a:rPr>
              <a:t>插值重参数化滤波器，如公式</a:t>
            </a:r>
            <a:r>
              <a:rPr lang="en-US" altLang="zh-CN" sz="1600" kern="1200" dirty="0">
                <a:solidFill>
                  <a:schemeClr val="tx1"/>
                </a:solidFill>
                <a:effectLst/>
                <a:latin typeface="微软雅黑" panose="020B0503020204020204" charset="-122"/>
                <a:ea typeface="微软雅黑" panose="020B0503020204020204" charset="-122"/>
                <a:cs typeface="+mn-cs"/>
              </a:rPr>
              <a:t>8</a:t>
            </a:r>
            <a:r>
              <a:rPr lang="zh-CN" altLang="en-US" sz="1600" kern="1200" dirty="0">
                <a:solidFill>
                  <a:schemeClr val="tx1"/>
                </a:solidFill>
                <a:effectLst/>
                <a:latin typeface="微软雅黑" panose="020B0503020204020204" charset="-122"/>
                <a:ea typeface="微软雅黑" panose="020B0503020204020204" charset="-122"/>
                <a:cs typeface="+mn-cs"/>
              </a:rPr>
              <a:t>所示。</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zh-CN" altLang="en-US" sz="1600" kern="1200" dirty="0">
                <a:solidFill>
                  <a:schemeClr val="tx1"/>
                </a:solidFill>
                <a:effectLst/>
                <a:latin typeface="微软雅黑" panose="020B0503020204020204" charset="-122"/>
                <a:ea typeface="微软雅黑" panose="020B0503020204020204" charset="-122"/>
                <a:cs typeface="+mn-cs"/>
              </a:rPr>
              <a:t>实现构建特征间关系图，提取特征层结构信息</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zh-CN" altLang="en-US" sz="1600" kern="1200" dirty="0">
                <a:solidFill>
                  <a:schemeClr val="tx1"/>
                </a:solidFill>
                <a:effectLst/>
                <a:latin typeface="微软雅黑" panose="020B0503020204020204" charset="-122"/>
                <a:ea typeface="微软雅黑" panose="020B0503020204020204" charset="-122"/>
                <a:cs typeface="+mn-cs"/>
              </a:rPr>
              <a:t>现在实现了双重对齐：</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zh-CN" altLang="en-US" sz="1600" kern="1200" dirty="0">
                <a:solidFill>
                  <a:schemeClr val="tx1"/>
                </a:solidFill>
                <a:effectLst/>
                <a:latin typeface="微软雅黑" panose="020B0503020204020204" charset="-122"/>
                <a:ea typeface="微软雅黑" panose="020B0503020204020204" charset="-122"/>
                <a:cs typeface="+mn-cs"/>
              </a:rPr>
              <a:t>一是</a:t>
            </a:r>
            <a:r>
              <a:rPr lang="en-US" altLang="zh-CN" sz="1600" kern="1200" dirty="0">
                <a:solidFill>
                  <a:schemeClr val="tx1"/>
                </a:solidFill>
                <a:effectLst/>
                <a:latin typeface="微软雅黑" panose="020B0503020204020204" charset="-122"/>
                <a:ea typeface="微软雅黑" panose="020B0503020204020204" charset="-122"/>
                <a:cs typeface="+mn-cs"/>
              </a:rPr>
              <a:t>MFL</a:t>
            </a:r>
            <a:r>
              <a:rPr lang="zh-CN" altLang="en-US" sz="1600" kern="1200" dirty="0">
                <a:solidFill>
                  <a:schemeClr val="tx1"/>
                </a:solidFill>
                <a:effectLst/>
                <a:latin typeface="微软雅黑" panose="020B0503020204020204" charset="-122"/>
                <a:ea typeface="微软雅黑" panose="020B0503020204020204" charset="-122"/>
                <a:cs typeface="+mn-cs"/>
              </a:rPr>
              <a:t>对齐：把不同传感器的异构表征映射到统一融合空间</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zh-CN" altLang="en-US" sz="1600" kern="1200" dirty="0">
                <a:solidFill>
                  <a:schemeClr val="tx1"/>
                </a:solidFill>
                <a:effectLst/>
                <a:latin typeface="微软雅黑" panose="020B0503020204020204" charset="-122"/>
                <a:ea typeface="微软雅黑" panose="020B0503020204020204" charset="-122"/>
                <a:cs typeface="+mn-cs"/>
              </a:rPr>
              <a:t>二是</a:t>
            </a:r>
            <a:r>
              <a:rPr lang="en-US" altLang="zh-CN" sz="1600" kern="1200" dirty="0">
                <a:solidFill>
                  <a:schemeClr val="tx1"/>
                </a:solidFill>
                <a:effectLst/>
                <a:latin typeface="微软雅黑" panose="020B0503020204020204" charset="-122"/>
                <a:ea typeface="微软雅黑" panose="020B0503020204020204" charset="-122"/>
                <a:cs typeface="+mn-cs"/>
              </a:rPr>
              <a:t>RFGNN</a:t>
            </a:r>
            <a:r>
              <a:rPr lang="zh-CN" altLang="en-US" sz="1600" kern="1200" dirty="0">
                <a:solidFill>
                  <a:schemeClr val="tx1"/>
                </a:solidFill>
                <a:effectLst/>
                <a:latin typeface="微软雅黑" panose="020B0503020204020204" charset="-122"/>
                <a:ea typeface="微软雅黑" panose="020B0503020204020204" charset="-122"/>
                <a:cs typeface="+mn-cs"/>
              </a:rPr>
              <a:t>对齐：在融合空间内，通过图结构挖掘特征间的深层关联</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zh-CN" altLang="en-US" sz="1600" kern="1200" dirty="0">
                <a:solidFill>
                  <a:schemeClr val="tx1"/>
                </a:solidFill>
                <a:effectLst/>
                <a:latin typeface="微软雅黑" panose="020B0503020204020204" charset="-122"/>
                <a:ea typeface="微软雅黑" panose="020B0503020204020204" charset="-122"/>
                <a:cs typeface="+mn-cs"/>
              </a:rPr>
              <a:t>最终得到同时包含传感器结构信息和特征结构信息的双重结构表征</a:t>
            </a:r>
          </a:p>
        </p:txBody>
      </p:sp>
      <p:sp>
        <p:nvSpPr>
          <p:cNvPr id="4" name="灯片编号占位符 3">
            <a:extLst>
              <a:ext uri="{FF2B5EF4-FFF2-40B4-BE49-F238E27FC236}">
                <a16:creationId xmlns:a16="http://schemas.microsoft.com/office/drawing/2014/main" id="{ECFA406C-3EB1-8936-1EE9-8D7573114E09}"/>
              </a:ext>
            </a:extLst>
          </p:cNvPr>
          <p:cNvSpPr>
            <a:spLocks noGrp="1"/>
          </p:cNvSpPr>
          <p:nvPr>
            <p:ph type="sldNum" sz="quarter" idx="10"/>
          </p:nvPr>
        </p:nvSpPr>
        <p:spPr/>
        <p:txBody>
          <a:bodyPr/>
          <a:lstStyle/>
          <a:p>
            <a:fld id="{677A2CBA-E486-4DC8-8696-C7854B0A28FD}" type="slidenum">
              <a:rPr lang="zh-CN" altLang="en-US" smtClean="0"/>
              <a:t>40</a:t>
            </a:fld>
            <a:endParaRPr lang="zh-CN" altLang="en-US"/>
          </a:p>
        </p:txBody>
      </p:sp>
    </p:spTree>
    <p:extLst>
      <p:ext uri="{BB962C8B-B14F-4D97-AF65-F5344CB8AC3E}">
        <p14:creationId xmlns:p14="http://schemas.microsoft.com/office/powerpoint/2010/main" val="35411950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41</a:t>
            </a:fld>
            <a:endParaRPr lang="zh-CN" altLang="en-US"/>
          </a:p>
        </p:txBody>
      </p:sp>
    </p:spTree>
    <p:extLst>
      <p:ext uri="{BB962C8B-B14F-4D97-AF65-F5344CB8AC3E}">
        <p14:creationId xmlns:p14="http://schemas.microsoft.com/office/powerpoint/2010/main" val="17185866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DD167-3430-7E3F-D910-669F075A03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5C5EB8-A530-8BA1-0796-C787C16E679B}"/>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CE7EEA22-2002-689A-9F33-24FE1C8DA61E}"/>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B5399190-01F0-3805-024E-19A0D910A10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9766862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8B516-6B3C-47E7-34F5-A1D615E22FF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93181AE-24EC-C2A2-62F7-07606933EF51}"/>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529DE446-DD7F-635D-C9E7-FF72CEEBA571}"/>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表</a:t>
            </a:r>
            <a:r>
              <a:rPr lang="en-US" altLang="zh-CN" sz="1600" kern="1200" dirty="0">
                <a:solidFill>
                  <a:schemeClr val="tx1"/>
                </a:solidFill>
                <a:effectLst/>
                <a:latin typeface="微软雅黑" panose="020B0503020204020204" charset="-122"/>
                <a:ea typeface="微软雅黑" panose="020B0503020204020204" charset="-122"/>
                <a:cs typeface="+mn-cs"/>
              </a:rPr>
              <a:t>4</a:t>
            </a:r>
            <a:r>
              <a:rPr lang="zh-CN" altLang="en-US" sz="1600" kern="1200" dirty="0">
                <a:solidFill>
                  <a:schemeClr val="tx1"/>
                </a:solidFill>
                <a:effectLst/>
                <a:latin typeface="微软雅黑" panose="020B0503020204020204" charset="-122"/>
                <a:ea typeface="微软雅黑" panose="020B0503020204020204" charset="-122"/>
                <a:cs typeface="+mn-cs"/>
              </a:rPr>
              <a:t>为单振动传感器，表</a:t>
            </a:r>
            <a:r>
              <a:rPr lang="en-US" altLang="zh-CN" sz="1600" kern="1200" dirty="0">
                <a:solidFill>
                  <a:schemeClr val="tx1"/>
                </a:solidFill>
                <a:effectLst/>
                <a:latin typeface="微软雅黑" panose="020B0503020204020204" charset="-122"/>
                <a:ea typeface="微软雅黑" panose="020B0503020204020204" charset="-122"/>
                <a:cs typeface="+mn-cs"/>
              </a:rPr>
              <a:t>5</a:t>
            </a:r>
            <a:r>
              <a:rPr lang="zh-CN" altLang="en-US" sz="1600" kern="1200" dirty="0">
                <a:solidFill>
                  <a:schemeClr val="tx1"/>
                </a:solidFill>
                <a:effectLst/>
                <a:latin typeface="微软雅黑" panose="020B0503020204020204" charset="-122"/>
                <a:ea typeface="微软雅黑" panose="020B0503020204020204" charset="-122"/>
                <a:cs typeface="+mn-cs"/>
              </a:rPr>
              <a:t>为多传感器</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0FE2D8BF-AA2E-4B22-03A6-C5EE35993E7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363804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CF18B-2A28-927E-B99C-2AABE4F95C6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579C72-C19F-E1E1-E9E1-1F9DE804E4B3}"/>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19602713-4622-71A0-BA8F-6C2406A6FCB1}"/>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电流信号区分度低，振动信号区分度高</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但加入电流信号后，</a:t>
            </a:r>
            <a:r>
              <a:rPr lang="en-US" altLang="zh-CN" sz="1600" kern="1200" dirty="0">
                <a:solidFill>
                  <a:schemeClr val="tx1"/>
                </a:solidFill>
                <a:effectLst/>
                <a:latin typeface="微软雅黑" panose="020B0503020204020204" charset="-122"/>
                <a:ea typeface="微软雅黑" panose="020B0503020204020204" charset="-122"/>
                <a:cs typeface="+mn-cs"/>
              </a:rPr>
              <a:t>MFL</a:t>
            </a:r>
            <a:r>
              <a:rPr lang="zh-CN" altLang="en-US" sz="1600" kern="1200" dirty="0">
                <a:solidFill>
                  <a:schemeClr val="tx1"/>
                </a:solidFill>
                <a:effectLst/>
                <a:latin typeface="微软雅黑" panose="020B0503020204020204" charset="-122"/>
                <a:ea typeface="微软雅黑" panose="020B0503020204020204" charset="-122"/>
                <a:cs typeface="+mn-cs"/>
              </a:rPr>
              <a:t>将诊断精度从</a:t>
            </a:r>
            <a:r>
              <a:rPr lang="en-US" altLang="zh-CN" sz="1600" kern="1200" dirty="0">
                <a:solidFill>
                  <a:schemeClr val="tx1"/>
                </a:solidFill>
                <a:effectLst/>
                <a:latin typeface="微软雅黑" panose="020B0503020204020204" charset="-122"/>
                <a:ea typeface="微软雅黑" panose="020B0503020204020204" charset="-122"/>
                <a:cs typeface="+mn-cs"/>
              </a:rPr>
              <a:t>98.63%</a:t>
            </a:r>
            <a:r>
              <a:rPr lang="zh-CN" altLang="en-US" sz="1600" kern="1200" dirty="0">
                <a:solidFill>
                  <a:schemeClr val="tx1"/>
                </a:solidFill>
                <a:effectLst/>
                <a:latin typeface="微软雅黑" panose="020B0503020204020204" charset="-122"/>
                <a:ea typeface="微软雅黑" panose="020B0503020204020204" charset="-122"/>
                <a:cs typeface="+mn-cs"/>
              </a:rPr>
              <a:t>提升到</a:t>
            </a:r>
            <a:r>
              <a:rPr lang="en-US" altLang="zh-CN" sz="1600" kern="1200" dirty="0">
                <a:solidFill>
                  <a:schemeClr val="tx1"/>
                </a:solidFill>
                <a:effectLst/>
                <a:latin typeface="微软雅黑" panose="020B0503020204020204" charset="-122"/>
                <a:ea typeface="微软雅黑" panose="020B0503020204020204" charset="-122"/>
                <a:cs typeface="+mn-cs"/>
              </a:rPr>
              <a:t>99.73%</a:t>
            </a:r>
            <a:r>
              <a:rPr lang="zh-CN" altLang="en-US" sz="1600" kern="1200" dirty="0">
                <a:solidFill>
                  <a:schemeClr val="tx1"/>
                </a:solidFill>
                <a:effectLst/>
                <a:latin typeface="微软雅黑" panose="020B0503020204020204" charset="-122"/>
                <a:ea typeface="微软雅黑" panose="020B0503020204020204" charset="-122"/>
                <a:cs typeface="+mn-cs"/>
              </a:rPr>
              <a:t>，说明</a:t>
            </a:r>
            <a:r>
              <a:rPr lang="en-US" altLang="zh-CN" sz="1600" kern="1200" dirty="0">
                <a:solidFill>
                  <a:schemeClr val="tx1"/>
                </a:solidFill>
                <a:effectLst/>
                <a:latin typeface="微软雅黑" panose="020B0503020204020204" charset="-122"/>
                <a:ea typeface="微软雅黑" panose="020B0503020204020204" charset="-122"/>
                <a:cs typeface="+mn-cs"/>
              </a:rPr>
              <a:t>MFL</a:t>
            </a:r>
            <a:r>
              <a:rPr lang="zh-CN" altLang="en-US" sz="1600" kern="1200" dirty="0">
                <a:solidFill>
                  <a:schemeClr val="tx1"/>
                </a:solidFill>
                <a:effectLst/>
                <a:latin typeface="微软雅黑" panose="020B0503020204020204" charset="-122"/>
                <a:ea typeface="微软雅黑" panose="020B0503020204020204" charset="-122"/>
                <a:cs typeface="+mn-cs"/>
              </a:rPr>
              <a:t>多传感器融合有效利用了电流信号的补充信息。</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effectLst/>
                <a:latin typeface="微软雅黑" panose="020B0503020204020204" charset="-122"/>
                <a:ea typeface="微软雅黑" panose="020B0503020204020204" charset="-122"/>
                <a:cs typeface="+mn-cs"/>
              </a:rPr>
              <a:t>PT500</a:t>
            </a:r>
            <a:r>
              <a:rPr lang="zh-CN" altLang="en-US" sz="1600" kern="1200" dirty="0">
                <a:solidFill>
                  <a:schemeClr val="tx1"/>
                </a:solidFill>
                <a:effectLst/>
                <a:latin typeface="微软雅黑" panose="020B0503020204020204" charset="-122"/>
                <a:ea typeface="微软雅黑" panose="020B0503020204020204" charset="-122"/>
                <a:cs typeface="+mn-cs"/>
              </a:rPr>
              <a:t>平台的两个振动信号区分度更高，</a:t>
            </a:r>
            <a:r>
              <a:rPr lang="en-US" altLang="zh-CN" sz="1600" kern="1200" dirty="0">
                <a:solidFill>
                  <a:schemeClr val="tx1"/>
                </a:solidFill>
                <a:effectLst/>
                <a:latin typeface="微软雅黑" panose="020B0503020204020204" charset="-122"/>
                <a:ea typeface="微软雅黑" panose="020B0503020204020204" charset="-122"/>
                <a:cs typeface="+mn-cs"/>
              </a:rPr>
              <a:t>MFL</a:t>
            </a:r>
            <a:r>
              <a:rPr lang="zh-CN" altLang="en-US" sz="1600" kern="1200" dirty="0">
                <a:solidFill>
                  <a:schemeClr val="tx1"/>
                </a:solidFill>
                <a:effectLst/>
                <a:latin typeface="微软雅黑" panose="020B0503020204020204" charset="-122"/>
                <a:ea typeface="微软雅黑" panose="020B0503020204020204" charset="-122"/>
                <a:cs typeface="+mn-cs"/>
              </a:rPr>
              <a:t>融合后效果进一步提升</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F97EADBA-C0A0-BC9E-565C-EC4937F66AA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10179920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048D9-5B37-B922-134A-A132CEFFCBB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CBEF16E-02B1-DC0B-3A4D-0B77F329955F}"/>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C249CB2F-00C5-8B3F-0DF5-727C6D77B4E0}"/>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effectLst/>
                <a:latin typeface="微软雅黑" panose="020B0503020204020204" charset="-122"/>
                <a:ea typeface="微软雅黑" panose="020B0503020204020204" charset="-122"/>
                <a:cs typeface="+mn-cs"/>
              </a:rPr>
              <a:t>MGTN-DSI</a:t>
            </a:r>
            <a:r>
              <a:rPr lang="zh-CN" altLang="en-US" sz="1600" kern="1200" dirty="0">
                <a:solidFill>
                  <a:schemeClr val="tx1"/>
                </a:solidFill>
                <a:effectLst/>
                <a:latin typeface="微软雅黑" panose="020B0503020204020204" charset="-122"/>
                <a:ea typeface="微软雅黑" panose="020B0503020204020204" charset="-122"/>
                <a:cs typeface="+mn-cs"/>
              </a:rPr>
              <a:t>完美识别了</a:t>
            </a:r>
            <a:r>
              <a:rPr lang="en-US" altLang="zh-CN" sz="1600" kern="1200" dirty="0">
                <a:solidFill>
                  <a:schemeClr val="tx1"/>
                </a:solidFill>
                <a:effectLst/>
                <a:latin typeface="微软雅黑" panose="020B0503020204020204" charset="-122"/>
                <a:ea typeface="微软雅黑" panose="020B0503020204020204" charset="-122"/>
                <a:cs typeface="+mn-cs"/>
              </a:rPr>
              <a:t>5</a:t>
            </a:r>
            <a:r>
              <a:rPr lang="zh-CN" altLang="en-US" sz="1600" kern="1200" dirty="0">
                <a:solidFill>
                  <a:schemeClr val="tx1"/>
                </a:solidFill>
                <a:effectLst/>
                <a:latin typeface="微软雅黑" panose="020B0503020204020204" charset="-122"/>
                <a:ea typeface="微软雅黑" panose="020B0503020204020204" charset="-122"/>
                <a:cs typeface="+mn-cs"/>
              </a:rPr>
              <a:t>各故障类别，其余</a:t>
            </a:r>
            <a:r>
              <a:rPr lang="en-US" altLang="zh-CN" sz="1600" kern="1200" dirty="0">
                <a:solidFill>
                  <a:schemeClr val="tx1"/>
                </a:solidFill>
                <a:effectLst/>
                <a:latin typeface="微软雅黑" panose="020B0503020204020204" charset="-122"/>
                <a:ea typeface="微软雅黑" panose="020B0503020204020204" charset="-122"/>
                <a:cs typeface="+mn-cs"/>
              </a:rPr>
              <a:t>2</a:t>
            </a:r>
            <a:r>
              <a:rPr lang="zh-CN" altLang="en-US" sz="1600" kern="1200" dirty="0">
                <a:solidFill>
                  <a:schemeClr val="tx1"/>
                </a:solidFill>
                <a:effectLst/>
                <a:latin typeface="微软雅黑" panose="020B0503020204020204" charset="-122"/>
                <a:ea typeface="微软雅黑" panose="020B0503020204020204" charset="-122"/>
                <a:cs typeface="+mn-cs"/>
              </a:rPr>
              <a:t>个类别精度也超过</a:t>
            </a:r>
            <a:r>
              <a:rPr lang="en-US" altLang="zh-CN" sz="1600" kern="1200" dirty="0">
                <a:solidFill>
                  <a:schemeClr val="tx1"/>
                </a:solidFill>
                <a:effectLst/>
                <a:latin typeface="微软雅黑" panose="020B0503020204020204" charset="-122"/>
                <a:ea typeface="微软雅黑" panose="020B0503020204020204" charset="-122"/>
                <a:cs typeface="+mn-cs"/>
              </a:rPr>
              <a:t>99%</a:t>
            </a:r>
            <a:r>
              <a:rPr lang="zh-CN" altLang="en-US" sz="1600" kern="1200" dirty="0">
                <a:solidFill>
                  <a:schemeClr val="tx1"/>
                </a:solidFill>
                <a:effectLst/>
                <a:latin typeface="微软雅黑" panose="020B0503020204020204" charset="-122"/>
                <a:ea typeface="微软雅黑" panose="020B0503020204020204" charset="-122"/>
                <a:cs typeface="+mn-cs"/>
              </a:rPr>
              <a:t>。而对比方法存在明显误分类。</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effectLst/>
                <a:latin typeface="微软雅黑" panose="020B0503020204020204" charset="-122"/>
                <a:ea typeface="微软雅黑" panose="020B0503020204020204" charset="-122"/>
                <a:cs typeface="+mn-cs"/>
              </a:rPr>
              <a:t>说明双重结构信息</a:t>
            </a:r>
            <a:r>
              <a:rPr lang="en-US" altLang="zh-CN" sz="1600" kern="1200" dirty="0">
                <a:solidFill>
                  <a:schemeClr val="tx1"/>
                </a:solidFill>
                <a:effectLst/>
                <a:latin typeface="微软雅黑" panose="020B0503020204020204" charset="-122"/>
                <a:ea typeface="微软雅黑" panose="020B0503020204020204" charset="-122"/>
                <a:cs typeface="+mn-cs"/>
              </a:rPr>
              <a:t>+</a:t>
            </a:r>
            <a:r>
              <a:rPr lang="zh-CN" altLang="en-US" sz="1600" kern="1200" dirty="0">
                <a:solidFill>
                  <a:schemeClr val="tx1"/>
                </a:solidFill>
                <a:effectLst/>
                <a:latin typeface="微软雅黑" panose="020B0503020204020204" charset="-122"/>
                <a:ea typeface="微软雅黑" panose="020B0503020204020204" charset="-122"/>
                <a:cs typeface="+mn-cs"/>
              </a:rPr>
              <a:t>细粒度对齐的有效性</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660A8116-A759-69B6-1304-641712F5E36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15234478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7D79D-B46A-4351-27C4-F8EBA55EA9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AB794D7-2855-A7B1-9237-39BC4A6A5046}"/>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BDE51B22-E648-1780-E83C-9CC2398B3A58}"/>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effectLst/>
                <a:latin typeface="微软雅黑" panose="020B0503020204020204" charset="-122"/>
                <a:ea typeface="微软雅黑" panose="020B0503020204020204" charset="-122"/>
                <a:cs typeface="+mn-cs"/>
              </a:rPr>
              <a:t>MFL</a:t>
            </a:r>
            <a:r>
              <a:rPr lang="zh-CN" altLang="en-US" sz="1600" kern="1200" dirty="0">
                <a:solidFill>
                  <a:schemeClr val="tx1"/>
                </a:solidFill>
                <a:effectLst/>
                <a:latin typeface="微软雅黑" panose="020B0503020204020204" charset="-122"/>
                <a:ea typeface="微软雅黑" panose="020B0503020204020204" charset="-122"/>
                <a:cs typeface="+mn-cs"/>
              </a:rPr>
              <a:t>贡献</a:t>
            </a:r>
            <a:r>
              <a:rPr lang="en-US" altLang="zh-CN" sz="1600" kern="1200" dirty="0">
                <a:solidFill>
                  <a:schemeClr val="tx1"/>
                </a:solidFill>
                <a:effectLst/>
                <a:latin typeface="微软雅黑" panose="020B0503020204020204" charset="-122"/>
                <a:ea typeface="微软雅黑" panose="020B0503020204020204" charset="-122"/>
                <a:cs typeface="+mn-cs"/>
              </a:rPr>
              <a:t>+2.76%</a:t>
            </a:r>
            <a:r>
              <a:rPr lang="zh-CN" altLang="en-US" sz="1600" kern="1200" dirty="0">
                <a:solidFill>
                  <a:schemeClr val="tx1"/>
                </a:solidFill>
                <a:effectLst/>
                <a:latin typeface="微软雅黑" panose="020B0503020204020204" charset="-122"/>
                <a:ea typeface="微软雅黑" panose="020B0503020204020204" charset="-122"/>
                <a:cs typeface="+mn-cs"/>
              </a:rPr>
              <a:t>，证明多传感器融合层有效</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1600" kern="1200" dirty="0">
                <a:solidFill>
                  <a:schemeClr val="tx1"/>
                </a:solidFill>
                <a:effectLst/>
                <a:latin typeface="微软雅黑" panose="020B0503020204020204" charset="-122"/>
                <a:ea typeface="微软雅黑" panose="020B0503020204020204" charset="-122"/>
                <a:cs typeface="+mn-cs"/>
              </a:rPr>
              <a:t>RFGNN</a:t>
            </a:r>
            <a:r>
              <a:rPr lang="zh-CN" altLang="en-US" sz="1600" kern="1200" dirty="0">
                <a:solidFill>
                  <a:schemeClr val="tx1"/>
                </a:solidFill>
                <a:effectLst/>
                <a:latin typeface="微软雅黑" panose="020B0503020204020204" charset="-122"/>
                <a:ea typeface="微软雅黑" panose="020B0503020204020204" charset="-122"/>
                <a:cs typeface="+mn-cs"/>
              </a:rPr>
              <a:t>贡献</a:t>
            </a:r>
            <a:r>
              <a:rPr lang="en-US" altLang="zh-CN" sz="1600" kern="1200" dirty="0">
                <a:solidFill>
                  <a:schemeClr val="tx1"/>
                </a:solidFill>
                <a:effectLst/>
                <a:latin typeface="微软雅黑" panose="020B0503020204020204" charset="-122"/>
                <a:ea typeface="微软雅黑" panose="020B0503020204020204" charset="-122"/>
                <a:cs typeface="+mn-cs"/>
              </a:rPr>
              <a:t>+2.09%</a:t>
            </a:r>
            <a:r>
              <a:rPr lang="zh-CN" altLang="en-US" sz="1600" kern="1200" dirty="0">
                <a:solidFill>
                  <a:schemeClr val="tx1"/>
                </a:solidFill>
                <a:effectLst/>
                <a:latin typeface="微软雅黑" panose="020B0503020204020204" charset="-122"/>
                <a:ea typeface="微软雅黑" panose="020B0503020204020204" charset="-122"/>
                <a:cs typeface="+mn-cs"/>
              </a:rPr>
              <a:t>，证明双重结构信息提取有效</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CA7929BC-86F1-2D52-777C-6C480320165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6129281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47</a:t>
            </a:fld>
            <a:endParaRPr lang="zh-CN" altLang="en-US"/>
          </a:p>
        </p:txBody>
      </p:sp>
    </p:spTree>
    <p:extLst>
      <p:ext uri="{BB962C8B-B14F-4D97-AF65-F5344CB8AC3E}">
        <p14:creationId xmlns:p14="http://schemas.microsoft.com/office/powerpoint/2010/main" val="356618318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8E974-BB66-1DFA-4FC2-999BC4C720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1B33B8-E2CD-2C21-AEB6-10E4B044663E}"/>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0D3D8584-98CA-12BA-82D2-60A11293BD2B}"/>
              </a:ext>
            </a:extLst>
          </p:cNvPr>
          <p:cNvSpPr>
            <a:spLocks noGrp="1"/>
          </p:cNvSpPr>
          <p:nvPr>
            <p:ph type="body" idx="1"/>
          </p:nvPr>
        </p:nvSpPr>
        <p:spPr/>
        <p:txBody>
          <a:bodyPr/>
          <a:lstStyle/>
          <a:p>
            <a:pPr algn="just"/>
            <a:r>
              <a:rPr lang="en-US" altLang="zh-CN" sz="1600" kern="1200" dirty="0">
                <a:solidFill>
                  <a:schemeClr val="tx1"/>
                </a:solidFill>
                <a:effectLst/>
                <a:latin typeface="微软雅黑" panose="020B0503020204020204" charset="-122"/>
                <a:ea typeface="微软雅黑" panose="020B0503020204020204" charset="-122"/>
                <a:cs typeface="+mn-cs"/>
              </a:rPr>
              <a:t>MGTN-DSI </a:t>
            </a:r>
            <a:r>
              <a:rPr lang="zh-CN" altLang="en-US" sz="1600" kern="1200" dirty="0">
                <a:solidFill>
                  <a:schemeClr val="tx1"/>
                </a:solidFill>
                <a:effectLst/>
                <a:latin typeface="微软雅黑" panose="020B0503020204020204" charset="-122"/>
                <a:ea typeface="微软雅黑" panose="020B0503020204020204" charset="-122"/>
                <a:cs typeface="+mn-cs"/>
              </a:rPr>
              <a:t>通过多传感器融合层（</a:t>
            </a:r>
            <a:r>
              <a:rPr lang="en-US" altLang="zh-CN" sz="1600" kern="1200" dirty="0">
                <a:solidFill>
                  <a:schemeClr val="tx1"/>
                </a:solidFill>
                <a:effectLst/>
                <a:latin typeface="微软雅黑" panose="020B0503020204020204" charset="-122"/>
                <a:ea typeface="微软雅黑" panose="020B0503020204020204" charset="-122"/>
                <a:cs typeface="+mn-cs"/>
              </a:rPr>
              <a:t>MFL</a:t>
            </a:r>
            <a:r>
              <a:rPr lang="zh-CN" altLang="en-US" sz="1600" kern="1200" dirty="0">
                <a:solidFill>
                  <a:schemeClr val="tx1"/>
                </a:solidFill>
                <a:effectLst/>
                <a:latin typeface="微软雅黑" panose="020B0503020204020204" charset="-122"/>
                <a:ea typeface="微软雅黑" panose="020B0503020204020204" charset="-122"/>
                <a:cs typeface="+mn-cs"/>
              </a:rPr>
              <a:t>）构建传感器间关系、通过 </a:t>
            </a:r>
            <a:r>
              <a:rPr lang="en-US" altLang="zh-CN" sz="1600" kern="1200" dirty="0">
                <a:solidFill>
                  <a:schemeClr val="tx1"/>
                </a:solidFill>
                <a:effectLst/>
                <a:latin typeface="微软雅黑" panose="020B0503020204020204" charset="-122"/>
                <a:ea typeface="微软雅黑" panose="020B0503020204020204" charset="-122"/>
                <a:cs typeface="+mn-cs"/>
              </a:rPr>
              <a:t>RFGNN </a:t>
            </a:r>
            <a:r>
              <a:rPr lang="zh-CN" altLang="en-US" sz="1600" kern="1200" dirty="0">
                <a:solidFill>
                  <a:schemeClr val="tx1"/>
                </a:solidFill>
                <a:effectLst/>
                <a:latin typeface="微软雅黑" panose="020B0503020204020204" charset="-122"/>
                <a:ea typeface="微软雅黑" panose="020B0503020204020204" charset="-122"/>
                <a:cs typeface="+mn-cs"/>
              </a:rPr>
              <a:t>构建特征间相关性，形成双重结构信息的统一表征，实现了异构多传感器数据的表征对齐，在变工况故障诊断中达到 </a:t>
            </a:r>
            <a:r>
              <a:rPr lang="en-US" altLang="zh-CN" sz="1600" kern="1200" dirty="0">
                <a:solidFill>
                  <a:schemeClr val="tx1"/>
                </a:solidFill>
                <a:effectLst/>
                <a:latin typeface="微软雅黑" panose="020B0503020204020204" charset="-122"/>
                <a:ea typeface="微软雅黑" panose="020B0503020204020204" charset="-122"/>
                <a:cs typeface="+mn-cs"/>
              </a:rPr>
              <a:t>SOTA </a:t>
            </a:r>
            <a:r>
              <a:rPr lang="zh-CN" altLang="en-US" sz="1600" kern="1200" dirty="0">
                <a:solidFill>
                  <a:schemeClr val="tx1"/>
                </a:solidFill>
                <a:effectLst/>
                <a:latin typeface="微软雅黑" panose="020B0503020204020204" charset="-122"/>
                <a:ea typeface="微软雅黑" panose="020B0503020204020204" charset="-122"/>
                <a:cs typeface="+mn-cs"/>
              </a:rPr>
              <a:t>性能。</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just"/>
            <a:r>
              <a:rPr lang="en-US" altLang="zh-CN" sz="1600" kern="1200" dirty="0">
                <a:solidFill>
                  <a:schemeClr val="tx1"/>
                </a:solidFill>
                <a:effectLst/>
                <a:latin typeface="微软雅黑" panose="020B0503020204020204" charset="-122"/>
                <a:ea typeface="微软雅黑" panose="020B0503020204020204" charset="-122"/>
                <a:cs typeface="+mn-cs"/>
              </a:rPr>
              <a:t>· </a:t>
            </a:r>
            <a:r>
              <a:rPr lang="zh-CN" altLang="en-US" sz="1600" kern="1200" dirty="0">
                <a:solidFill>
                  <a:schemeClr val="tx1"/>
                </a:solidFill>
                <a:effectLst/>
                <a:latin typeface="微软雅黑" panose="020B0503020204020204" charset="-122"/>
                <a:ea typeface="微软雅黑" panose="020B0503020204020204" charset="-122"/>
                <a:cs typeface="+mn-cs"/>
              </a:rPr>
              <a:t>训练时间略长（</a:t>
            </a:r>
            <a:r>
              <a:rPr lang="en-US" altLang="zh-CN" sz="1600" kern="1200" dirty="0">
                <a:solidFill>
                  <a:schemeClr val="tx1"/>
                </a:solidFill>
                <a:effectLst/>
                <a:latin typeface="微软雅黑" panose="020B0503020204020204" charset="-122"/>
                <a:ea typeface="微软雅黑" panose="020B0503020204020204" charset="-122"/>
                <a:cs typeface="+mn-cs"/>
              </a:rPr>
              <a:t>GNN </a:t>
            </a:r>
            <a:r>
              <a:rPr lang="zh-CN" altLang="en-US" sz="1600" kern="1200" dirty="0">
                <a:solidFill>
                  <a:schemeClr val="tx1"/>
                </a:solidFill>
                <a:effectLst/>
                <a:latin typeface="微软雅黑" panose="020B0503020204020204" charset="-122"/>
                <a:ea typeface="微软雅黑" panose="020B0503020204020204" charset="-122"/>
                <a:cs typeface="+mn-cs"/>
              </a:rPr>
              <a:t>构图开销）</a:t>
            </a:r>
          </a:p>
          <a:p>
            <a:pPr algn="just"/>
            <a:r>
              <a:rPr lang="en-US" altLang="zh-CN" sz="1600" kern="1200" dirty="0">
                <a:solidFill>
                  <a:schemeClr val="tx1"/>
                </a:solidFill>
                <a:effectLst/>
                <a:latin typeface="微软雅黑" panose="020B0503020204020204" charset="-122"/>
                <a:ea typeface="微软雅黑" panose="020B0503020204020204" charset="-122"/>
                <a:cs typeface="+mn-cs"/>
              </a:rPr>
              <a:t>· </a:t>
            </a:r>
            <a:r>
              <a:rPr lang="zh-CN" altLang="en-US" sz="1600" kern="1200" dirty="0">
                <a:solidFill>
                  <a:schemeClr val="tx1"/>
                </a:solidFill>
                <a:effectLst/>
                <a:latin typeface="微软雅黑" panose="020B0503020204020204" charset="-122"/>
                <a:ea typeface="微软雅黑" panose="020B0503020204020204" charset="-122"/>
                <a:cs typeface="+mn-cs"/>
              </a:rPr>
              <a:t>未来方向：</a:t>
            </a:r>
          </a:p>
          <a:p>
            <a:pPr algn="just"/>
            <a:r>
              <a:rPr lang="zh-CN" altLang="en-US" sz="1600" kern="1200" dirty="0">
                <a:solidFill>
                  <a:schemeClr val="tx1"/>
                </a:solidFill>
                <a:effectLst/>
                <a:latin typeface="微软雅黑" panose="020B0503020204020204" charset="-122"/>
                <a:ea typeface="微软雅黑" panose="020B0503020204020204" charset="-122"/>
                <a:cs typeface="+mn-cs"/>
              </a:rPr>
              <a:t>  </a:t>
            </a:r>
            <a:r>
              <a:rPr lang="en-US" altLang="zh-CN" sz="1600" kern="1200" dirty="0">
                <a:solidFill>
                  <a:schemeClr val="tx1"/>
                </a:solidFill>
                <a:effectLst/>
                <a:latin typeface="微软雅黑" panose="020B0503020204020204" charset="-122"/>
                <a:ea typeface="微软雅黑" panose="020B0503020204020204" charset="-122"/>
                <a:cs typeface="+mn-cs"/>
              </a:rPr>
              <a:t>· </a:t>
            </a:r>
            <a:r>
              <a:rPr lang="zh-CN" altLang="en-US" sz="1600" kern="1200" dirty="0">
                <a:solidFill>
                  <a:schemeClr val="tx1"/>
                </a:solidFill>
                <a:effectLst/>
                <a:latin typeface="微软雅黑" panose="020B0503020204020204" charset="-122"/>
                <a:ea typeface="微软雅黑" panose="020B0503020204020204" charset="-122"/>
                <a:cs typeface="+mn-cs"/>
              </a:rPr>
              <a:t>优化图构建效率</a:t>
            </a:r>
          </a:p>
          <a:p>
            <a:pPr algn="just"/>
            <a:r>
              <a:rPr lang="zh-CN" altLang="en-US" sz="1600" kern="1200" dirty="0">
                <a:solidFill>
                  <a:schemeClr val="tx1"/>
                </a:solidFill>
                <a:effectLst/>
                <a:latin typeface="微软雅黑" panose="020B0503020204020204" charset="-122"/>
                <a:ea typeface="微软雅黑" panose="020B0503020204020204" charset="-122"/>
                <a:cs typeface="+mn-cs"/>
              </a:rPr>
              <a:t>  </a:t>
            </a:r>
            <a:r>
              <a:rPr lang="en-US" altLang="zh-CN" sz="1600" kern="1200" dirty="0">
                <a:solidFill>
                  <a:schemeClr val="tx1"/>
                </a:solidFill>
                <a:effectLst/>
                <a:latin typeface="微软雅黑" panose="020B0503020204020204" charset="-122"/>
                <a:ea typeface="微软雅黑" panose="020B0503020204020204" charset="-122"/>
                <a:cs typeface="+mn-cs"/>
              </a:rPr>
              <a:t>· </a:t>
            </a:r>
            <a:r>
              <a:rPr lang="zh-CN" altLang="en-US" sz="1600" kern="1200" dirty="0">
                <a:solidFill>
                  <a:schemeClr val="tx1"/>
                </a:solidFill>
                <a:effectLst/>
                <a:latin typeface="微软雅黑" panose="020B0503020204020204" charset="-122"/>
                <a:ea typeface="微软雅黑" panose="020B0503020204020204" charset="-122"/>
                <a:cs typeface="+mn-cs"/>
              </a:rPr>
              <a:t>扩展到更多传感器类型</a:t>
            </a:r>
          </a:p>
          <a:p>
            <a:pPr algn="just"/>
            <a:r>
              <a:rPr lang="zh-CN" altLang="en-US" sz="1600" kern="1200" dirty="0">
                <a:solidFill>
                  <a:schemeClr val="tx1"/>
                </a:solidFill>
                <a:effectLst/>
                <a:latin typeface="微软雅黑" panose="020B0503020204020204" charset="-122"/>
                <a:ea typeface="微软雅黑" panose="020B0503020204020204" charset="-122"/>
                <a:cs typeface="+mn-cs"/>
              </a:rPr>
              <a:t>  </a:t>
            </a:r>
            <a:r>
              <a:rPr lang="en-US" altLang="zh-CN" sz="1600" kern="1200" dirty="0">
                <a:solidFill>
                  <a:schemeClr val="tx1"/>
                </a:solidFill>
                <a:effectLst/>
                <a:latin typeface="微软雅黑" panose="020B0503020204020204" charset="-122"/>
                <a:ea typeface="微软雅黑" panose="020B0503020204020204" charset="-122"/>
                <a:cs typeface="+mn-cs"/>
              </a:rPr>
              <a:t>· </a:t>
            </a:r>
            <a:r>
              <a:rPr lang="zh-CN" altLang="en-US" sz="1600" kern="1200" dirty="0">
                <a:solidFill>
                  <a:schemeClr val="tx1"/>
                </a:solidFill>
                <a:effectLst/>
                <a:latin typeface="微软雅黑" panose="020B0503020204020204" charset="-122"/>
                <a:ea typeface="微软雅黑" panose="020B0503020204020204" charset="-122"/>
                <a:cs typeface="+mn-cs"/>
              </a:rPr>
              <a:t>适应更复杂的工业场景</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53C15D4C-7CE2-0688-B618-A931BEDBEEC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11719980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3A25F-A414-EE45-9EE1-B7CB1711B3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4DCC59-C695-94C9-A898-DF060955E6E0}"/>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30DF4250-AE24-8C1D-0D3C-DFB61C42914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a:extLst>
              <a:ext uri="{FF2B5EF4-FFF2-40B4-BE49-F238E27FC236}">
                <a16:creationId xmlns:a16="http://schemas.microsoft.com/office/drawing/2014/main" id="{9BFE57E1-4CFC-1DBB-6443-B61E4C87A96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160805036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主要分为以下四个部分</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50</a:t>
            </a:fld>
            <a:endParaRPr lang="zh-CN" altLang="en-US"/>
          </a:p>
        </p:txBody>
      </p:sp>
    </p:spTree>
    <p:extLst>
      <p:ext uri="{BB962C8B-B14F-4D97-AF65-F5344CB8AC3E}">
        <p14:creationId xmlns:p14="http://schemas.microsoft.com/office/powerpoint/2010/main" val="1775665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首先是问题描述</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51</a:t>
            </a:fld>
            <a:endParaRPr lang="zh-CN" altLang="en-US"/>
          </a:p>
        </p:txBody>
      </p:sp>
    </p:spTree>
    <p:extLst>
      <p:ext uri="{BB962C8B-B14F-4D97-AF65-F5344CB8AC3E}">
        <p14:creationId xmlns:p14="http://schemas.microsoft.com/office/powerpoint/2010/main" val="99939021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6E9B2-9316-96B7-C7B8-D5FA20D94D6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023F0BC-4A7C-7157-5C69-D37B092F3A12}"/>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2207EBFC-BEE5-FD89-CC82-E9500E326C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kern="1200" dirty="0">
                <a:solidFill>
                  <a:schemeClr val="tx1"/>
                </a:solidFill>
                <a:effectLst/>
                <a:latin typeface="微软雅黑" panose="020B0503020204020204" charset="-122"/>
                <a:ea typeface="微软雅黑" panose="020B0503020204020204" charset="-122"/>
                <a:cs typeface="+mn-cs"/>
              </a:rPr>
              <a:t>多变量时间序列（</a:t>
            </a:r>
            <a:r>
              <a:rPr lang="en-US" altLang="zh-CN" sz="1600" kern="1200" dirty="0">
                <a:solidFill>
                  <a:schemeClr val="tx1"/>
                </a:solidFill>
                <a:effectLst/>
                <a:latin typeface="微软雅黑" panose="020B0503020204020204" charset="-122"/>
                <a:ea typeface="微软雅黑" panose="020B0503020204020204" charset="-122"/>
                <a:cs typeface="+mn-cs"/>
              </a:rPr>
              <a:t>MTS</a:t>
            </a:r>
            <a:r>
              <a:rPr lang="zh-CN" altLang="en-US" sz="1600" kern="1200" dirty="0">
                <a:solidFill>
                  <a:schemeClr val="tx1"/>
                </a:solidFill>
                <a:effectLst/>
                <a:latin typeface="微软雅黑" panose="020B0503020204020204" charset="-122"/>
                <a:ea typeface="微软雅黑" panose="020B0503020204020204" charset="-122"/>
                <a:cs typeface="+mn-cs"/>
              </a:rPr>
              <a:t>）数据来自多个传感器，每个传感器因类型不同、部署位置不同，具有独特的分布，</a:t>
            </a:r>
            <a:r>
              <a:rPr lang="zh-CN" altLang="en-US" b="0" i="0" dirty="0">
                <a:solidFill>
                  <a:srgbClr val="0F1115"/>
                </a:solidFill>
                <a:effectLst/>
                <a:latin typeface="quote-cjk-patch"/>
              </a:rPr>
              <a:t>这种多传感器特性带来了</a:t>
            </a:r>
            <a:r>
              <a:rPr lang="zh-CN" altLang="en-US" b="1" i="0" dirty="0">
                <a:solidFill>
                  <a:srgbClr val="0F1115"/>
                </a:solidFill>
                <a:effectLst/>
                <a:latin typeface="quote-cjk-patch"/>
              </a:rPr>
              <a:t>异构性</a:t>
            </a:r>
            <a:endParaRPr lang="zh-CN" altLang="en-US" b="0" i="0" dirty="0">
              <a:solidFill>
                <a:srgbClr val="0F1115"/>
              </a:solidFill>
              <a:effectLst/>
              <a:latin typeface="quote-cjk-patch"/>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kern="1200" dirty="0">
                <a:solidFill>
                  <a:schemeClr val="tx1"/>
                </a:solidFill>
                <a:effectLst/>
                <a:latin typeface="微软雅黑" panose="020B0503020204020204" charset="-122"/>
                <a:ea typeface="微软雅黑" panose="020B0503020204020204" charset="-122"/>
                <a:cs typeface="+mn-cs"/>
              </a:rPr>
              <a:t>现有 </a:t>
            </a:r>
            <a:r>
              <a:rPr lang="en-US" altLang="zh-CN" sz="1600" kern="1200" dirty="0">
                <a:solidFill>
                  <a:schemeClr val="tx1"/>
                </a:solidFill>
                <a:effectLst/>
                <a:latin typeface="微软雅黑" panose="020B0503020204020204" charset="-122"/>
                <a:ea typeface="微软雅黑" panose="020B0503020204020204" charset="-122"/>
                <a:cs typeface="+mn-cs"/>
              </a:rPr>
              <a:t>TS UDA </a:t>
            </a:r>
            <a:r>
              <a:rPr lang="zh-CN" altLang="en-US" sz="1600" kern="1200" dirty="0">
                <a:solidFill>
                  <a:schemeClr val="tx1"/>
                </a:solidFill>
                <a:effectLst/>
                <a:latin typeface="微软雅黑" panose="020B0503020204020204" charset="-122"/>
                <a:ea typeface="微软雅黑" panose="020B0503020204020204" charset="-122"/>
                <a:cs typeface="+mn-cs"/>
              </a:rPr>
              <a:t>方法把多传感器信号当作一个整体，只对齐全局特征，忽略传感器间的分布差异，结果：传感器级错位</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F1115"/>
                </a:solidFill>
                <a:effectLst/>
                <a:latin typeface="quote-cjk-patch"/>
              </a:rPr>
              <a:t>提出</a:t>
            </a:r>
            <a:r>
              <a:rPr lang="en-US" altLang="zh-CN" b="0" i="0" dirty="0">
                <a:solidFill>
                  <a:srgbClr val="0F1115"/>
                </a:solidFill>
                <a:effectLst/>
                <a:latin typeface="quote-cjk-patch"/>
              </a:rPr>
              <a:t>SEA</a:t>
            </a:r>
            <a:r>
              <a:rPr lang="zh-CN" altLang="en-US" b="0" i="0" dirty="0">
                <a:solidFill>
                  <a:srgbClr val="0F1115"/>
                </a:solidFill>
                <a:effectLst/>
                <a:latin typeface="quote-cjk-patch"/>
              </a:rPr>
              <a:t>方法在</a:t>
            </a:r>
            <a:r>
              <a:rPr lang="zh-CN" altLang="en-US" b="1" i="0" dirty="0">
                <a:solidFill>
                  <a:srgbClr val="0F1115"/>
                </a:solidFill>
                <a:effectLst/>
                <a:latin typeface="quote-cjk-patch"/>
              </a:rPr>
              <a:t>局部传感器级</a:t>
            </a:r>
            <a:r>
              <a:rPr lang="zh-CN" altLang="en-US" b="0" i="0" dirty="0">
                <a:solidFill>
                  <a:srgbClr val="0F1115"/>
                </a:solidFill>
                <a:effectLst/>
                <a:latin typeface="quote-cjk-patch"/>
              </a:rPr>
              <a:t>和</a:t>
            </a:r>
            <a:r>
              <a:rPr lang="zh-CN" altLang="en-US" b="1" i="0" dirty="0">
                <a:solidFill>
                  <a:srgbClr val="0F1115"/>
                </a:solidFill>
                <a:effectLst/>
                <a:latin typeface="quote-cjk-patch"/>
              </a:rPr>
              <a:t>全局传感器级</a:t>
            </a:r>
            <a:r>
              <a:rPr lang="zh-CN" altLang="en-US" b="0" i="0" dirty="0">
                <a:solidFill>
                  <a:srgbClr val="0F1115"/>
                </a:solidFill>
                <a:effectLst/>
                <a:latin typeface="quote-cjk-patch"/>
              </a:rPr>
              <a:t>同时减少域差异。</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4521911D-300D-ECC8-7924-AAE61FB81BF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395606430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研究现状</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53</a:t>
            </a:fld>
            <a:endParaRPr lang="zh-CN" altLang="en-US"/>
          </a:p>
        </p:txBody>
      </p:sp>
    </p:spTree>
    <p:extLst>
      <p:ext uri="{BB962C8B-B14F-4D97-AF65-F5344CB8AC3E}">
        <p14:creationId xmlns:p14="http://schemas.microsoft.com/office/powerpoint/2010/main" val="9469783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ACC22-9BC5-0251-920B-0ADD5ADA44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A7C93A-5245-7690-4F7C-FA52651EBC39}"/>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13922D01-C319-B356-0800-6BE5C271510F}"/>
              </a:ext>
            </a:extLst>
          </p:cNvPr>
          <p:cNvSpPr>
            <a:spLocks noGrp="1"/>
          </p:cNvSpPr>
          <p:nvPr>
            <p:ph type="body" idx="1"/>
          </p:nvPr>
        </p:nvSpPr>
        <p:spPr/>
        <p:txBody>
          <a:bodyPr/>
          <a:lstStyle/>
          <a:p>
            <a:pPr algn="l">
              <a:buFont typeface="Arial" panose="020B0604020202020204" pitchFamily="34" charset="0"/>
              <a:buChar char="•"/>
            </a:pPr>
            <a:r>
              <a:rPr lang="en-US" altLang="zh-CN" b="0" i="0" dirty="0">
                <a:solidFill>
                  <a:srgbClr val="0F1115"/>
                </a:solidFill>
                <a:effectLst/>
                <a:latin typeface="quote-cjk-patch"/>
              </a:rPr>
              <a:t>SEA </a:t>
            </a:r>
            <a:r>
              <a:rPr lang="zh-CN" altLang="en-US" b="0" i="0" dirty="0">
                <a:solidFill>
                  <a:srgbClr val="0F1115"/>
                </a:solidFill>
                <a:effectLst/>
                <a:latin typeface="quote-cjk-patch"/>
              </a:rPr>
              <a:t>由三部分组成：</a:t>
            </a:r>
          </a:p>
          <a:p>
            <a:pPr marL="742950" lvl="1" indent="-285750" algn="l">
              <a:buFont typeface="Arial" panose="020B0604020202020204" pitchFamily="34" charset="0"/>
              <a:buChar char="•"/>
            </a:pPr>
            <a:r>
              <a:rPr lang="en-US" altLang="zh-CN" b="1" i="0" dirty="0">
                <a:solidFill>
                  <a:srgbClr val="0F1115"/>
                </a:solidFill>
                <a:effectLst/>
                <a:latin typeface="quote-cjk-patch"/>
              </a:rPr>
              <a:t>Graph-Based Encoder</a:t>
            </a:r>
            <a:r>
              <a:rPr lang="zh-CN" altLang="en-US" b="0" i="0" dirty="0">
                <a:solidFill>
                  <a:srgbClr val="0F1115"/>
                </a:solidFill>
                <a:effectLst/>
                <a:latin typeface="quote-cjk-patch"/>
              </a:rPr>
              <a:t>：</a:t>
            </a:r>
            <a:r>
              <a:rPr lang="en-US" altLang="zh-CN" b="0" i="0" dirty="0">
                <a:solidFill>
                  <a:srgbClr val="0F1115"/>
                </a:solidFill>
                <a:effectLst/>
                <a:latin typeface="quote-cjk-patch"/>
              </a:rPr>
              <a:t>MSGC + GNN + LSTM</a:t>
            </a:r>
            <a:r>
              <a:rPr lang="zh-CN" altLang="en-US" b="0" i="0" dirty="0">
                <a:solidFill>
                  <a:srgbClr val="0F1115"/>
                </a:solidFill>
                <a:effectLst/>
                <a:latin typeface="quote-cjk-patch"/>
              </a:rPr>
              <a:t>，捕获时空依赖</a:t>
            </a:r>
          </a:p>
          <a:p>
            <a:pPr marL="742950" lvl="1" indent="-285750" algn="l">
              <a:buFont typeface="Arial" panose="020B0604020202020204" pitchFamily="34" charset="0"/>
              <a:buChar char="•"/>
            </a:pPr>
            <a:r>
              <a:rPr lang="en-US" altLang="zh-CN" b="1" i="0" dirty="0">
                <a:solidFill>
                  <a:srgbClr val="0F1115"/>
                </a:solidFill>
                <a:effectLst/>
                <a:latin typeface="quote-cjk-patch"/>
              </a:rPr>
              <a:t>Endo-Feature Alignment</a:t>
            </a:r>
            <a:r>
              <a:rPr lang="zh-CN" altLang="en-US" b="0" i="0" dirty="0">
                <a:solidFill>
                  <a:srgbClr val="0F1115"/>
                </a:solidFill>
                <a:effectLst/>
                <a:latin typeface="quote-cjk-patch"/>
              </a:rPr>
              <a:t>：传感器级对齐（</a:t>
            </a:r>
            <a:r>
              <a:rPr lang="en-US" altLang="zh-CN" b="0" i="0" dirty="0">
                <a:solidFill>
                  <a:srgbClr val="0F1115"/>
                </a:solidFill>
                <a:effectLst/>
                <a:latin typeface="quote-cjk-patch"/>
              </a:rPr>
              <a:t>SCA + SFA</a:t>
            </a:r>
            <a:r>
              <a:rPr lang="zh-CN" altLang="en-US" b="0" i="0" dirty="0">
                <a:solidFill>
                  <a:srgbClr val="0F1115"/>
                </a:solidFill>
                <a:effectLst/>
                <a:latin typeface="quote-cjk-patch"/>
              </a:rPr>
              <a:t>）</a:t>
            </a:r>
          </a:p>
          <a:p>
            <a:pPr marL="742950" lvl="1" indent="-285750" algn="l">
              <a:buFont typeface="Arial" panose="020B0604020202020204" pitchFamily="34" charset="0"/>
              <a:buChar char="•"/>
            </a:pPr>
            <a:r>
              <a:rPr lang="en-US" altLang="zh-CN" b="1" i="0" dirty="0">
                <a:solidFill>
                  <a:srgbClr val="0F1115"/>
                </a:solidFill>
                <a:effectLst/>
                <a:latin typeface="quote-cjk-patch"/>
              </a:rPr>
              <a:t>Exo-Feature Alignment</a:t>
            </a:r>
            <a:r>
              <a:rPr lang="zh-CN" altLang="en-US" b="0" i="0" dirty="0">
                <a:solidFill>
                  <a:srgbClr val="0F1115"/>
                </a:solidFill>
                <a:effectLst/>
                <a:latin typeface="quote-cjk-patch"/>
              </a:rPr>
              <a:t>：全局对齐（</a:t>
            </a:r>
            <a:r>
              <a:rPr lang="en-US" altLang="zh-CN" b="0" i="0" dirty="0">
                <a:solidFill>
                  <a:srgbClr val="0F1115"/>
                </a:solidFill>
                <a:effectLst/>
                <a:latin typeface="quote-cjk-patch"/>
              </a:rPr>
              <a:t>Deep CORAL</a:t>
            </a:r>
            <a:r>
              <a:rPr lang="zh-CN" altLang="en-US" b="0" i="0" dirty="0">
                <a:solidFill>
                  <a:srgbClr val="0F1115"/>
                </a:solidFill>
                <a:effectLst/>
                <a:latin typeface="quote-cjk-patch"/>
              </a:rPr>
              <a:t>）</a:t>
            </a:r>
          </a:p>
          <a:p>
            <a:pPr algn="l">
              <a:buFont typeface="Arial" panose="020B0604020202020204" pitchFamily="34" charset="0"/>
              <a:buChar char="•"/>
            </a:pPr>
            <a:r>
              <a:rPr lang="zh-CN" altLang="en-US" b="0" i="0" dirty="0">
                <a:solidFill>
                  <a:srgbClr val="0F1115"/>
                </a:solidFill>
                <a:effectLst/>
                <a:latin typeface="quote-cjk-patch"/>
              </a:rPr>
              <a:t>源域和目标域</a:t>
            </a:r>
            <a:r>
              <a:rPr lang="zh-CN" altLang="en-US" b="1" i="0" dirty="0">
                <a:solidFill>
                  <a:srgbClr val="0F1115"/>
                </a:solidFill>
                <a:effectLst/>
                <a:latin typeface="quote-cjk-patch"/>
              </a:rPr>
              <a:t>共享同一个 </a:t>
            </a:r>
            <a:r>
              <a:rPr lang="en-US" altLang="zh-CN" b="1" i="0" dirty="0">
                <a:solidFill>
                  <a:srgbClr val="0F1115"/>
                </a:solidFill>
                <a:effectLst/>
                <a:latin typeface="quote-cjk-patch"/>
              </a:rPr>
              <a:t>graph-based encoder</a:t>
            </a:r>
            <a:endParaRPr lang="en-US" altLang="zh-CN" b="0" i="0" dirty="0">
              <a:solidFill>
                <a:srgbClr val="0F1115"/>
              </a:solidFill>
              <a:effectLst/>
              <a:latin typeface="quote-cjk-patch"/>
            </a:endParaRPr>
          </a:p>
          <a:p>
            <a:pPr algn="l">
              <a:buFont typeface="Arial" panose="020B0604020202020204" pitchFamily="34" charset="0"/>
              <a:buChar char="•"/>
            </a:pPr>
            <a:r>
              <a:rPr lang="zh-CN" altLang="en-US" b="0" i="0" dirty="0">
                <a:solidFill>
                  <a:srgbClr val="0F1115"/>
                </a:solidFill>
                <a:effectLst/>
                <a:latin typeface="quote-cjk-patch"/>
              </a:rPr>
              <a:t>对齐在两个层级同时进行：</a:t>
            </a:r>
            <a:r>
              <a:rPr lang="zh-CN" altLang="en-US" b="1" i="0" dirty="0">
                <a:solidFill>
                  <a:srgbClr val="0F1115"/>
                </a:solidFill>
                <a:effectLst/>
                <a:latin typeface="quote-cjk-patch"/>
              </a:rPr>
              <a:t>局部传感器级 </a:t>
            </a:r>
            <a:r>
              <a:rPr lang="en-US" altLang="zh-CN" b="1" i="0" dirty="0">
                <a:solidFill>
                  <a:srgbClr val="0F1115"/>
                </a:solidFill>
                <a:effectLst/>
                <a:latin typeface="quote-cjk-patch"/>
              </a:rPr>
              <a:t>+ </a:t>
            </a:r>
            <a:r>
              <a:rPr lang="zh-CN" altLang="en-US" b="1" i="0" dirty="0">
                <a:solidFill>
                  <a:srgbClr val="0F1115"/>
                </a:solidFill>
                <a:effectLst/>
                <a:latin typeface="quote-cjk-patch"/>
              </a:rPr>
              <a:t>全局传感器级</a:t>
            </a:r>
            <a:endParaRPr lang="zh-CN" altLang="en-US" b="0" i="0" dirty="0">
              <a:solidFill>
                <a:srgbClr val="0F1115"/>
              </a:solidFill>
              <a:effectLst/>
              <a:latin typeface="quote-cjk-patch"/>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6D7997C1-10BA-F10D-9CF8-E4536FFEB0FB}"/>
              </a:ext>
            </a:extLst>
          </p:cNvPr>
          <p:cNvSpPr>
            <a:spLocks noGrp="1"/>
          </p:cNvSpPr>
          <p:nvPr>
            <p:ph type="sldNum" sz="quarter" idx="10"/>
          </p:nvPr>
        </p:nvSpPr>
        <p:spPr/>
        <p:txBody>
          <a:bodyPr/>
          <a:lstStyle/>
          <a:p>
            <a:fld id="{677A2CBA-E486-4DC8-8696-C7854B0A28FD}" type="slidenum">
              <a:rPr lang="zh-CN" altLang="en-US" smtClean="0"/>
              <a:t>54</a:t>
            </a:fld>
            <a:endParaRPr lang="zh-CN" altLang="en-US"/>
          </a:p>
        </p:txBody>
      </p:sp>
    </p:spTree>
    <p:extLst>
      <p:ext uri="{BB962C8B-B14F-4D97-AF65-F5344CB8AC3E}">
        <p14:creationId xmlns:p14="http://schemas.microsoft.com/office/powerpoint/2010/main" val="158911336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C9BF6-68E2-E771-5574-6DF35E7C6E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59FF18-24C5-64CB-326D-57D489D5A8EB}"/>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3C7E4B04-00A1-AC46-05B3-E7613F4BFCD8}"/>
              </a:ext>
            </a:extLst>
          </p:cNvPr>
          <p:cNvSpPr>
            <a:spLocks noGrp="1"/>
          </p:cNvSpPr>
          <p:nvPr>
            <p:ph type="body" idx="1"/>
          </p:nvPr>
        </p:nvSpPr>
        <p:spPr/>
        <p:txBody>
          <a:bodyPr/>
          <a:lstStyle/>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9B0E3FA2-B102-5C3E-9287-A5815DD71852}"/>
              </a:ext>
            </a:extLst>
          </p:cNvPr>
          <p:cNvSpPr>
            <a:spLocks noGrp="1"/>
          </p:cNvSpPr>
          <p:nvPr>
            <p:ph type="sldNum" sz="quarter" idx="10"/>
          </p:nvPr>
        </p:nvSpPr>
        <p:spPr/>
        <p:txBody>
          <a:bodyPr/>
          <a:lstStyle/>
          <a:p>
            <a:fld id="{677A2CBA-E486-4DC8-8696-C7854B0A28FD}" type="slidenum">
              <a:rPr lang="zh-CN" altLang="en-US" smtClean="0"/>
              <a:t>55</a:t>
            </a:fld>
            <a:endParaRPr lang="zh-CN" altLang="en-US"/>
          </a:p>
        </p:txBody>
      </p:sp>
    </p:spTree>
    <p:extLst>
      <p:ext uri="{BB962C8B-B14F-4D97-AF65-F5344CB8AC3E}">
        <p14:creationId xmlns:p14="http://schemas.microsoft.com/office/powerpoint/2010/main" val="251678816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4FAA7-4B4C-E7B7-B73B-4F1DCAA8468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A922EC3-755D-DF48-90EB-9CF047743F76}"/>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C34350BC-FFD6-8D4E-C835-2B9BF3D8FF55}"/>
              </a:ext>
            </a:extLst>
          </p:cNvPr>
          <p:cNvSpPr>
            <a:spLocks noGrp="1"/>
          </p:cNvSpPr>
          <p:nvPr>
            <p:ph type="body" idx="1"/>
          </p:nvPr>
        </p:nvSpPr>
        <p:spPr/>
        <p:txBody>
          <a:bodyPr/>
          <a:lstStyle/>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3E5E4BD5-0CDB-C398-12D2-3DB8D8B2D632}"/>
              </a:ext>
            </a:extLst>
          </p:cNvPr>
          <p:cNvSpPr>
            <a:spLocks noGrp="1"/>
          </p:cNvSpPr>
          <p:nvPr>
            <p:ph type="sldNum" sz="quarter" idx="10"/>
          </p:nvPr>
        </p:nvSpPr>
        <p:spPr/>
        <p:txBody>
          <a:bodyPr/>
          <a:lstStyle/>
          <a:p>
            <a:fld id="{677A2CBA-E486-4DC8-8696-C7854B0A28FD}" type="slidenum">
              <a:rPr lang="zh-CN" altLang="en-US" smtClean="0"/>
              <a:t>56</a:t>
            </a:fld>
            <a:endParaRPr lang="zh-CN" altLang="en-US"/>
          </a:p>
        </p:txBody>
      </p:sp>
    </p:spTree>
    <p:extLst>
      <p:ext uri="{BB962C8B-B14F-4D97-AF65-F5344CB8AC3E}">
        <p14:creationId xmlns:p14="http://schemas.microsoft.com/office/powerpoint/2010/main" val="49369163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4FAA7-4B4C-E7B7-B73B-4F1DCAA8468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A922EC3-755D-DF48-90EB-9CF047743F76}"/>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C34350BC-FFD6-8D4E-C835-2B9BF3D8FF55}"/>
              </a:ext>
            </a:extLst>
          </p:cNvPr>
          <p:cNvSpPr>
            <a:spLocks noGrp="1"/>
          </p:cNvSpPr>
          <p:nvPr>
            <p:ph type="body" idx="1"/>
          </p:nvPr>
        </p:nvSpPr>
        <p:spPr/>
        <p:txBody>
          <a:bodyPr/>
          <a:lstStyle/>
          <a:p>
            <a:pPr algn="l">
              <a:buFont typeface="Arial" panose="020B0604020202020204" pitchFamily="34" charset="0"/>
              <a:buChar char="•"/>
            </a:pPr>
            <a:r>
              <a:rPr lang="zh-CN" altLang="en-US" b="0" i="0" dirty="0">
                <a:solidFill>
                  <a:srgbClr val="0F1115"/>
                </a:solidFill>
                <a:effectLst/>
                <a:latin typeface="quote-cjk-patch"/>
              </a:rPr>
              <a:t>传感器级信息包含</a:t>
            </a:r>
            <a:r>
              <a:rPr lang="zh-CN" altLang="en-US" b="1" i="0" dirty="0">
                <a:solidFill>
                  <a:srgbClr val="0F1115"/>
                </a:solidFill>
                <a:effectLst/>
                <a:latin typeface="quote-cjk-patch"/>
              </a:rPr>
              <a:t>两部分</a:t>
            </a:r>
            <a:r>
              <a:rPr lang="zh-CN" altLang="en-US" b="0" i="0" dirty="0">
                <a:solidFill>
                  <a:srgbClr val="0F1115"/>
                </a:solidFill>
                <a:effectLst/>
                <a:latin typeface="quote-cjk-patch"/>
              </a:rPr>
              <a:t>：</a:t>
            </a:r>
          </a:p>
          <a:p>
            <a:pPr marL="742950" lvl="1" indent="-285750" algn="l">
              <a:buFont typeface="Arial" panose="020B0604020202020204" pitchFamily="34" charset="0"/>
              <a:buChar char="•"/>
            </a:pPr>
            <a:r>
              <a:rPr lang="zh-CN" altLang="en-US" b="1" i="0" dirty="0">
                <a:solidFill>
                  <a:srgbClr val="0F1115"/>
                </a:solidFill>
                <a:effectLst/>
                <a:latin typeface="quote-cjk-patch"/>
              </a:rPr>
              <a:t>传感器特征</a:t>
            </a:r>
            <a:r>
              <a:rPr lang="zh-CN" altLang="en-US" b="0" i="0" dirty="0">
                <a:solidFill>
                  <a:srgbClr val="0F1115"/>
                </a:solidFill>
                <a:effectLst/>
                <a:latin typeface="quote-cjk-patch"/>
              </a:rPr>
              <a:t>：每个传感器自身的独特分布</a:t>
            </a:r>
          </a:p>
          <a:p>
            <a:pPr marL="742950" lvl="1" indent="-285750" algn="l">
              <a:buFont typeface="Arial" panose="020B0604020202020204" pitchFamily="34" charset="0"/>
              <a:buChar char="•"/>
            </a:pPr>
            <a:r>
              <a:rPr lang="zh-CN" altLang="en-US" b="1" i="0" dirty="0">
                <a:solidFill>
                  <a:srgbClr val="0F1115"/>
                </a:solidFill>
                <a:effectLst/>
                <a:latin typeface="quote-cjk-patch"/>
              </a:rPr>
              <a:t>传感器关联</a:t>
            </a:r>
            <a:r>
              <a:rPr lang="zh-CN" altLang="en-US" b="0" i="0" dirty="0">
                <a:solidFill>
                  <a:srgbClr val="0F1115"/>
                </a:solidFill>
                <a:effectLst/>
                <a:latin typeface="quote-cjk-patch"/>
              </a:rPr>
              <a:t>：传感器之间的交互信息</a:t>
            </a:r>
          </a:p>
          <a:p>
            <a:pPr algn="l">
              <a:buFont typeface="Arial" panose="020B0604020202020204" pitchFamily="34" charset="0"/>
              <a:buChar char="•"/>
            </a:pPr>
            <a:r>
              <a:rPr lang="zh-CN" altLang="en-US" b="0" i="0" dirty="0">
                <a:solidFill>
                  <a:srgbClr val="0F1115"/>
                </a:solidFill>
                <a:effectLst/>
                <a:latin typeface="quote-cjk-patch"/>
              </a:rPr>
              <a:t>需要</a:t>
            </a:r>
            <a:r>
              <a:rPr lang="zh-CN" altLang="en-US" b="1" i="0" dirty="0">
                <a:solidFill>
                  <a:srgbClr val="0F1115"/>
                </a:solidFill>
                <a:effectLst/>
                <a:latin typeface="quote-cjk-patch"/>
              </a:rPr>
              <a:t>同时对齐</a:t>
            </a:r>
            <a:r>
              <a:rPr lang="zh-CN" altLang="en-US" b="0" i="0" dirty="0">
                <a:solidFill>
                  <a:srgbClr val="0F1115"/>
                </a:solidFill>
                <a:effectLst/>
                <a:latin typeface="quote-cjk-patch"/>
              </a:rPr>
              <a:t>这两部分，才能实现完整的传感器级对齐</a:t>
            </a: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3E5E4BD5-0CDB-C398-12D2-3DB8D8B2D632}"/>
              </a:ext>
            </a:extLst>
          </p:cNvPr>
          <p:cNvSpPr>
            <a:spLocks noGrp="1"/>
          </p:cNvSpPr>
          <p:nvPr>
            <p:ph type="sldNum" sz="quarter" idx="10"/>
          </p:nvPr>
        </p:nvSpPr>
        <p:spPr/>
        <p:txBody>
          <a:bodyPr/>
          <a:lstStyle/>
          <a:p>
            <a:fld id="{677A2CBA-E486-4DC8-8696-C7854B0A28FD}" type="slidenum">
              <a:rPr lang="zh-CN" altLang="en-US" smtClean="0"/>
              <a:t>57</a:t>
            </a:fld>
            <a:endParaRPr lang="zh-CN" altLang="en-US"/>
          </a:p>
        </p:txBody>
      </p:sp>
    </p:spTree>
    <p:extLst>
      <p:ext uri="{BB962C8B-B14F-4D97-AF65-F5344CB8AC3E}">
        <p14:creationId xmlns:p14="http://schemas.microsoft.com/office/powerpoint/2010/main" val="114438612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58</a:t>
            </a:fld>
            <a:endParaRPr lang="zh-CN" altLang="en-US"/>
          </a:p>
        </p:txBody>
      </p:sp>
    </p:spTree>
    <p:extLst>
      <p:ext uri="{BB962C8B-B14F-4D97-AF65-F5344CB8AC3E}">
        <p14:creationId xmlns:p14="http://schemas.microsoft.com/office/powerpoint/2010/main" val="28067832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50C8F-01B4-970C-4E78-001B5726F48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63E69B-6ECF-0D07-0398-AD56B3795C14}"/>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E3869AD0-D69A-B003-AFBC-ED0050C7F094}"/>
              </a:ext>
            </a:extLst>
          </p:cNvPr>
          <p:cNvSpPr>
            <a:spLocks noGrp="1"/>
          </p:cNvSpPr>
          <p:nvPr>
            <p:ph type="body" idx="1"/>
          </p:nvPr>
        </p:nvSpPr>
        <p:spPr/>
        <p:txBody>
          <a:bodyPr/>
          <a:lstStyle/>
          <a:p>
            <a:pPr algn="l">
              <a:buFont typeface="Arial" panose="020B0604020202020204" pitchFamily="34" charset="0"/>
              <a:buNone/>
            </a:pPr>
            <a:r>
              <a:rPr lang="en-US" altLang="zh-CN" b="1" i="0" dirty="0">
                <a:solidFill>
                  <a:srgbClr val="0F1115"/>
                </a:solidFill>
                <a:effectLst/>
                <a:latin typeface="quote-cjk-patch"/>
              </a:rPr>
              <a:t>6 </a:t>
            </a:r>
            <a:r>
              <a:rPr lang="zh-CN" altLang="en-US" b="1" i="0" dirty="0">
                <a:solidFill>
                  <a:srgbClr val="0F1115"/>
                </a:solidFill>
                <a:effectLst/>
                <a:latin typeface="quote-cjk-patch"/>
              </a:rPr>
              <a:t>个公开 </a:t>
            </a:r>
            <a:r>
              <a:rPr lang="en-US" altLang="zh-CN" b="1" i="0" dirty="0">
                <a:solidFill>
                  <a:srgbClr val="0F1115"/>
                </a:solidFill>
                <a:effectLst/>
                <a:latin typeface="quote-cjk-patch"/>
              </a:rPr>
              <a:t>MTS </a:t>
            </a:r>
            <a:r>
              <a:rPr lang="zh-CN" altLang="en-US" b="1" i="0" dirty="0">
                <a:solidFill>
                  <a:srgbClr val="0F1115"/>
                </a:solidFill>
                <a:effectLst/>
                <a:latin typeface="quote-cjk-patch"/>
              </a:rPr>
              <a:t>数据集：</a:t>
            </a:r>
            <a:endParaRPr lang="en-US" altLang="zh-CN" b="0" i="0" dirty="0">
              <a:solidFill>
                <a:srgbClr val="0F1115"/>
              </a:solidFill>
              <a:effectLst/>
              <a:latin typeface="quote-cjk-patch"/>
            </a:endParaRPr>
          </a:p>
          <a:p>
            <a:pPr algn="l">
              <a:buFont typeface="Arial" panose="020B0604020202020204" pitchFamily="34" charset="0"/>
              <a:buChar char="•"/>
            </a:pPr>
            <a:r>
              <a:rPr lang="zh-CN" altLang="en-US" b="0" i="0" dirty="0">
                <a:solidFill>
                  <a:srgbClr val="0F1115"/>
                </a:solidFill>
                <a:effectLst/>
                <a:latin typeface="quote-cjk-patch"/>
              </a:rPr>
              <a:t>覆盖 </a:t>
            </a:r>
            <a:r>
              <a:rPr lang="en-US" altLang="zh-CN" b="0" i="0" dirty="0">
                <a:solidFill>
                  <a:srgbClr val="0F1115"/>
                </a:solidFill>
                <a:effectLst/>
                <a:latin typeface="quote-cjk-patch"/>
              </a:rPr>
              <a:t>RUL </a:t>
            </a:r>
            <a:r>
              <a:rPr lang="zh-CN" altLang="en-US" b="0" i="0" dirty="0">
                <a:solidFill>
                  <a:srgbClr val="0F1115"/>
                </a:solidFill>
                <a:effectLst/>
                <a:latin typeface="quote-cjk-patch"/>
              </a:rPr>
              <a:t>预测 </a:t>
            </a:r>
            <a:r>
              <a:rPr lang="en-US" altLang="zh-CN" b="0" i="0" dirty="0">
                <a:solidFill>
                  <a:srgbClr val="0F1115"/>
                </a:solidFill>
                <a:effectLst/>
                <a:latin typeface="quote-cjk-patch"/>
              </a:rPr>
              <a:t>+ </a:t>
            </a:r>
            <a:r>
              <a:rPr lang="zh-CN" altLang="en-US" b="0" i="0" dirty="0">
                <a:solidFill>
                  <a:srgbClr val="0F1115"/>
                </a:solidFill>
                <a:effectLst/>
                <a:latin typeface="quote-cjk-patch"/>
              </a:rPr>
              <a:t>人类活动识别 </a:t>
            </a:r>
            <a:r>
              <a:rPr lang="en-US" altLang="zh-CN" b="0" i="0" dirty="0">
                <a:solidFill>
                  <a:srgbClr val="0F1115"/>
                </a:solidFill>
                <a:effectLst/>
                <a:latin typeface="quote-cjk-patch"/>
              </a:rPr>
              <a:t>+ </a:t>
            </a:r>
            <a:r>
              <a:rPr lang="zh-CN" altLang="en-US" b="0" i="0" dirty="0">
                <a:solidFill>
                  <a:srgbClr val="0F1115"/>
                </a:solidFill>
                <a:effectLst/>
                <a:latin typeface="quote-cjk-patch"/>
              </a:rPr>
              <a:t>睡眠分期 </a:t>
            </a:r>
            <a:r>
              <a:rPr lang="en-US" altLang="zh-CN" b="0" i="0" dirty="0">
                <a:solidFill>
                  <a:srgbClr val="0F1115"/>
                </a:solidFill>
                <a:effectLst/>
                <a:latin typeface="quote-cjk-patch"/>
              </a:rPr>
              <a:t>+ </a:t>
            </a:r>
            <a:r>
              <a:rPr lang="zh-CN" altLang="en-US" b="0" i="0" dirty="0">
                <a:solidFill>
                  <a:srgbClr val="0F1115"/>
                </a:solidFill>
                <a:effectLst/>
                <a:latin typeface="quote-cjk-patch"/>
              </a:rPr>
              <a:t>手写识别</a:t>
            </a:r>
          </a:p>
          <a:p>
            <a:pPr algn="l">
              <a:buFont typeface="Arial" panose="020B0604020202020204" pitchFamily="34" charset="0"/>
              <a:buChar char="•"/>
            </a:pPr>
            <a:r>
              <a:rPr lang="zh-CN" altLang="en-US" b="0" i="0" dirty="0">
                <a:solidFill>
                  <a:srgbClr val="0F1115"/>
                </a:solidFill>
                <a:effectLst/>
                <a:latin typeface="quote-cjk-patch"/>
              </a:rPr>
              <a:t>传感器数量从 </a:t>
            </a:r>
            <a:r>
              <a:rPr lang="en-US" altLang="zh-CN" b="0" i="0" dirty="0">
                <a:solidFill>
                  <a:srgbClr val="0F1115"/>
                </a:solidFill>
                <a:effectLst/>
                <a:latin typeface="quote-cjk-patch"/>
              </a:rPr>
              <a:t>3 </a:t>
            </a:r>
            <a:r>
              <a:rPr lang="zh-CN" altLang="en-US" b="0" i="0" dirty="0">
                <a:solidFill>
                  <a:srgbClr val="0F1115"/>
                </a:solidFill>
                <a:effectLst/>
                <a:latin typeface="quote-cjk-patch"/>
              </a:rPr>
              <a:t>到 </a:t>
            </a:r>
            <a:r>
              <a:rPr lang="en-US" altLang="zh-CN" b="0" i="0" dirty="0">
                <a:solidFill>
                  <a:srgbClr val="0F1115"/>
                </a:solidFill>
                <a:effectLst/>
                <a:latin typeface="quote-cjk-patch"/>
              </a:rPr>
              <a:t>110 </a:t>
            </a:r>
            <a:r>
              <a:rPr lang="zh-CN" altLang="en-US" b="0" i="0" dirty="0">
                <a:solidFill>
                  <a:srgbClr val="0F1115"/>
                </a:solidFill>
                <a:effectLst/>
                <a:latin typeface="quote-cjk-patch"/>
              </a:rPr>
              <a:t>不等</a:t>
            </a:r>
          </a:p>
          <a:p>
            <a:pPr algn="l">
              <a:buFont typeface="Arial" panose="020B0604020202020204" pitchFamily="34" charset="0"/>
              <a:buChar char="•"/>
            </a:pPr>
            <a:r>
              <a:rPr lang="zh-CN" altLang="en-US" b="0" i="0" dirty="0">
                <a:solidFill>
                  <a:srgbClr val="0F1115"/>
                </a:solidFill>
                <a:effectLst/>
                <a:latin typeface="quote-cjk-patch"/>
              </a:rPr>
              <a:t>每个子数据集</a:t>
            </a:r>
            <a:r>
              <a:rPr lang="en-US" altLang="zh-CN" b="0" i="0" dirty="0">
                <a:solidFill>
                  <a:srgbClr val="0F1115"/>
                </a:solidFill>
                <a:effectLst/>
                <a:latin typeface="quote-cjk-patch"/>
              </a:rPr>
              <a:t>/</a:t>
            </a:r>
            <a:r>
              <a:rPr lang="zh-CN" altLang="en-US" b="0" i="0" dirty="0">
                <a:solidFill>
                  <a:srgbClr val="0F1115"/>
                </a:solidFill>
                <a:effectLst/>
                <a:latin typeface="quote-cjk-patch"/>
              </a:rPr>
              <a:t>受试者</a:t>
            </a:r>
            <a:r>
              <a:rPr lang="en-US" altLang="zh-CN" b="0" i="0" dirty="0">
                <a:solidFill>
                  <a:srgbClr val="0F1115"/>
                </a:solidFill>
                <a:effectLst/>
                <a:latin typeface="quote-cjk-patch"/>
              </a:rPr>
              <a:t>/</a:t>
            </a:r>
            <a:r>
              <a:rPr lang="zh-CN" altLang="en-US" b="0" i="0" dirty="0">
                <a:solidFill>
                  <a:srgbClr val="0F1115"/>
                </a:solidFill>
                <a:effectLst/>
                <a:latin typeface="quote-cjk-patch"/>
              </a:rPr>
              <a:t>条件视为一个域</a:t>
            </a:r>
          </a:p>
          <a:p>
            <a:pPr marL="0" marR="0" indent="0" algn="l" defTabSz="914400" rtl="0" eaLnBrk="1" fontAlgn="auto" latinLnBrk="0" hangingPunct="1">
              <a:lnSpc>
                <a:spcPct val="100000"/>
              </a:lnSpc>
              <a:spcBef>
                <a:spcPts val="0"/>
              </a:spcBef>
              <a:spcAft>
                <a:spcPts val="0"/>
              </a:spcAft>
              <a:buClrTx/>
              <a:buSzTx/>
              <a:buFontTx/>
              <a:buNone/>
              <a:defRPr/>
            </a:pP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B7BF5F66-7A12-C8AF-AE71-E9F40CB2E400}"/>
              </a:ext>
            </a:extLst>
          </p:cNvPr>
          <p:cNvSpPr>
            <a:spLocks noGrp="1"/>
          </p:cNvSpPr>
          <p:nvPr>
            <p:ph type="sldNum" sz="quarter" idx="10"/>
          </p:nvPr>
        </p:nvSpPr>
        <p:spPr/>
        <p:txBody>
          <a:bodyPr/>
          <a:lstStyle/>
          <a:p>
            <a:fld id="{677A2CBA-E486-4DC8-8696-C7854B0A28FD}" type="slidenum">
              <a:rPr lang="zh-CN" altLang="en-US" smtClean="0"/>
              <a:t>59</a:t>
            </a:fld>
            <a:endParaRPr lang="zh-CN" altLang="en-US"/>
          </a:p>
        </p:txBody>
      </p:sp>
    </p:spTree>
    <p:extLst>
      <p:ext uri="{BB962C8B-B14F-4D97-AF65-F5344CB8AC3E}">
        <p14:creationId xmlns:p14="http://schemas.microsoft.com/office/powerpoint/2010/main" val="269571983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E4B88-249B-0F6D-2DE3-C21AE5C27C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77B29A-ACB3-F8AF-C5A5-5437EA9DFCB9}"/>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1DAFFBFC-6FE0-1EDB-DC61-374ECDABF9EB}"/>
              </a:ext>
            </a:extLst>
          </p:cNvPr>
          <p:cNvSpPr>
            <a:spLocks noGrp="1"/>
          </p:cNvSpPr>
          <p:nvPr>
            <p:ph type="body" idx="1"/>
          </p:nvPr>
        </p:nvSpPr>
        <p:spPr/>
        <p:txBody>
          <a:bodyPr/>
          <a:lstStyle/>
          <a:p>
            <a:pPr algn="l">
              <a:buFont typeface="Arial" panose="020B0604020202020204" pitchFamily="34" charset="0"/>
              <a:buChar char="•"/>
            </a:pPr>
            <a:r>
              <a:rPr lang="en-US" altLang="zh-CN" b="0" i="0" dirty="0">
                <a:solidFill>
                  <a:srgbClr val="0F1115"/>
                </a:solidFill>
                <a:effectLst/>
                <a:latin typeface="quote-cjk-patch"/>
              </a:rPr>
              <a:t>SEA </a:t>
            </a:r>
            <a:r>
              <a:rPr lang="zh-CN" altLang="en-US" b="0" i="0" dirty="0">
                <a:solidFill>
                  <a:srgbClr val="0F1115"/>
                </a:solidFill>
                <a:effectLst/>
                <a:latin typeface="quote-cjk-patch"/>
              </a:rPr>
              <a:t>和 </a:t>
            </a:r>
            <a:r>
              <a:rPr lang="en-US" altLang="zh-CN" b="0" i="0" dirty="0">
                <a:solidFill>
                  <a:srgbClr val="0F1115"/>
                </a:solidFill>
                <a:effectLst/>
                <a:latin typeface="quote-cjk-patch"/>
              </a:rPr>
              <a:t>SEA++ </a:t>
            </a:r>
            <a:r>
              <a:rPr lang="zh-CN" altLang="en-US" b="0" i="0" dirty="0">
                <a:solidFill>
                  <a:srgbClr val="0F1115"/>
                </a:solidFill>
                <a:effectLst/>
                <a:latin typeface="quote-cjk-patch"/>
              </a:rPr>
              <a:t>在</a:t>
            </a:r>
            <a:r>
              <a:rPr lang="zh-CN" altLang="en-US" b="1" i="0" dirty="0">
                <a:solidFill>
                  <a:srgbClr val="0F1115"/>
                </a:solidFill>
                <a:effectLst/>
                <a:latin typeface="quote-cjk-patch"/>
              </a:rPr>
              <a:t>多数跨域场景</a:t>
            </a:r>
            <a:r>
              <a:rPr lang="zh-CN" altLang="en-US" b="0" i="0" dirty="0">
                <a:solidFill>
                  <a:srgbClr val="0F1115"/>
                </a:solidFill>
                <a:effectLst/>
                <a:latin typeface="quote-cjk-patch"/>
              </a:rPr>
              <a:t>中优于 </a:t>
            </a:r>
            <a:r>
              <a:rPr lang="en-US" altLang="zh-CN" b="0" i="0" dirty="0">
                <a:solidFill>
                  <a:srgbClr val="0F1115"/>
                </a:solidFill>
                <a:effectLst/>
                <a:latin typeface="quote-cjk-patch"/>
              </a:rPr>
              <a:t>SOTA</a:t>
            </a:r>
          </a:p>
          <a:p>
            <a:pPr algn="l">
              <a:buFont typeface="Arial" panose="020B0604020202020204" pitchFamily="34" charset="0"/>
              <a:buChar char="•"/>
            </a:pPr>
            <a:r>
              <a:rPr lang="en-US" altLang="zh-CN" b="0" i="0" dirty="0">
                <a:solidFill>
                  <a:srgbClr val="0F1115"/>
                </a:solidFill>
                <a:effectLst/>
                <a:latin typeface="quote-cjk-patch"/>
              </a:rPr>
              <a:t>SEA++ </a:t>
            </a:r>
            <a:r>
              <a:rPr lang="zh-CN" altLang="en-US" b="0" i="0" dirty="0">
                <a:solidFill>
                  <a:srgbClr val="0F1115"/>
                </a:solidFill>
                <a:effectLst/>
                <a:latin typeface="quote-cjk-patch"/>
              </a:rPr>
              <a:t>在 </a:t>
            </a:r>
            <a:r>
              <a:rPr lang="en-US" altLang="zh-CN" b="0" i="0" dirty="0">
                <a:solidFill>
                  <a:srgbClr val="0F1115"/>
                </a:solidFill>
                <a:effectLst/>
                <a:latin typeface="quote-cjk-patch"/>
              </a:rPr>
              <a:t>C-MAPSS</a:t>
            </a:r>
            <a:r>
              <a:rPr lang="zh-CN" altLang="en-US" b="0" i="0" dirty="0">
                <a:solidFill>
                  <a:srgbClr val="0F1115"/>
                </a:solidFill>
                <a:effectLst/>
                <a:latin typeface="quote-cjk-patch"/>
              </a:rPr>
              <a:t>、</a:t>
            </a:r>
            <a:r>
              <a:rPr lang="en-US" altLang="zh-CN" b="0" i="0" dirty="0">
                <a:solidFill>
                  <a:srgbClr val="0F1115"/>
                </a:solidFill>
                <a:effectLst/>
                <a:latin typeface="quote-cjk-patch"/>
              </a:rPr>
              <a:t>UCI-HAR</a:t>
            </a:r>
            <a:r>
              <a:rPr lang="zh-CN" altLang="en-US" b="0" i="0" dirty="0">
                <a:solidFill>
                  <a:srgbClr val="0F1115"/>
                </a:solidFill>
                <a:effectLst/>
                <a:latin typeface="quote-cjk-patch"/>
              </a:rPr>
              <a:t>、</a:t>
            </a:r>
            <a:r>
              <a:rPr lang="en-US" altLang="zh-CN" b="0" i="0" dirty="0">
                <a:solidFill>
                  <a:srgbClr val="0F1115"/>
                </a:solidFill>
                <a:effectLst/>
                <a:latin typeface="quote-cjk-patch"/>
              </a:rPr>
              <a:t>Sleep-EDF </a:t>
            </a:r>
            <a:r>
              <a:rPr lang="zh-CN" altLang="en-US" b="0" i="0" dirty="0">
                <a:solidFill>
                  <a:srgbClr val="0F1115"/>
                </a:solidFill>
                <a:effectLst/>
                <a:latin typeface="quote-cjk-patch"/>
              </a:rPr>
              <a:t>上进一步超越 </a:t>
            </a:r>
            <a:r>
              <a:rPr lang="en-US" altLang="zh-CN" b="0" i="0" dirty="0">
                <a:solidFill>
                  <a:srgbClr val="0F1115"/>
                </a:solidFill>
                <a:effectLst/>
                <a:latin typeface="quote-cjk-patch"/>
              </a:rPr>
              <a:t>SEA</a:t>
            </a:r>
          </a:p>
          <a:p>
            <a:pPr algn="l">
              <a:buFont typeface="Arial" panose="020B0604020202020204" pitchFamily="34" charset="0"/>
              <a:buChar char="•"/>
            </a:pPr>
            <a:r>
              <a:rPr lang="zh-CN" altLang="en-US" b="0" i="0" dirty="0">
                <a:solidFill>
                  <a:srgbClr val="0F1115"/>
                </a:solidFill>
                <a:effectLst/>
                <a:latin typeface="quote-cjk-patch"/>
              </a:rPr>
              <a:t>说明</a:t>
            </a:r>
            <a:r>
              <a:rPr lang="zh-CN" altLang="en-US" b="1" i="0" dirty="0">
                <a:solidFill>
                  <a:srgbClr val="0F1115"/>
                </a:solidFill>
                <a:effectLst/>
                <a:latin typeface="quote-cjk-patch"/>
              </a:rPr>
              <a:t>传感器级对齐的必要性</a:t>
            </a:r>
            <a:endParaRPr lang="zh-CN" altLang="en-US" b="0" i="0" dirty="0">
              <a:solidFill>
                <a:srgbClr val="0F1115"/>
              </a:solidFill>
              <a:effectLst/>
              <a:latin typeface="quote-cjk-patch"/>
            </a:endParaRPr>
          </a:p>
          <a:p>
            <a:pPr marL="0" marR="0" indent="0" algn="l" defTabSz="914400" rtl="0" eaLnBrk="1" fontAlgn="auto" latinLnBrk="0" hangingPunct="1">
              <a:lnSpc>
                <a:spcPct val="100000"/>
              </a:lnSpc>
              <a:spcBef>
                <a:spcPts val="0"/>
              </a:spcBef>
              <a:spcAft>
                <a:spcPts val="0"/>
              </a:spcAft>
              <a:buClrTx/>
              <a:buSzTx/>
              <a:buFontTx/>
              <a:buNone/>
              <a:defRPr/>
            </a:pP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701AF0A7-595E-8EBD-CB7B-A4F3DA7A72AE}"/>
              </a:ext>
            </a:extLst>
          </p:cNvPr>
          <p:cNvSpPr>
            <a:spLocks noGrp="1"/>
          </p:cNvSpPr>
          <p:nvPr>
            <p:ph type="sldNum" sz="quarter" idx="10"/>
          </p:nvPr>
        </p:nvSpPr>
        <p:spPr/>
        <p:txBody>
          <a:bodyPr/>
          <a:lstStyle/>
          <a:p>
            <a:fld id="{677A2CBA-E486-4DC8-8696-C7854B0A28FD}" type="slidenum">
              <a:rPr lang="zh-CN" altLang="en-US" smtClean="0"/>
              <a:t>60</a:t>
            </a:fld>
            <a:endParaRPr lang="zh-CN" altLang="en-US"/>
          </a:p>
        </p:txBody>
      </p:sp>
    </p:spTree>
    <p:extLst>
      <p:ext uri="{BB962C8B-B14F-4D97-AF65-F5344CB8AC3E}">
        <p14:creationId xmlns:p14="http://schemas.microsoft.com/office/powerpoint/2010/main" val="424568443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FB197-68CC-8E26-0A1E-546E2A905E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738F31-A45B-5B84-2510-C3A209AF67CF}"/>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E050A846-C418-64D0-DC24-35F6C9F96CE0}"/>
              </a:ext>
            </a:extLst>
          </p:cNvPr>
          <p:cNvSpPr>
            <a:spLocks noGrp="1"/>
          </p:cNvSpPr>
          <p:nvPr>
            <p:ph type="body" idx="1"/>
          </p:nvPr>
        </p:nvSpPr>
        <p:spPr/>
        <p:txBody>
          <a:bodyPr/>
          <a:lstStyle/>
          <a:p>
            <a:pPr algn="l">
              <a:buFont typeface="Arial" panose="020B0604020202020204" pitchFamily="34" charset="0"/>
              <a:buChar char="•"/>
            </a:pPr>
            <a:r>
              <a:rPr lang="zh-CN" altLang="en-US" b="0" i="0" dirty="0">
                <a:solidFill>
                  <a:srgbClr val="0F1115"/>
                </a:solidFill>
                <a:effectLst/>
                <a:latin typeface="quote-cjk-patch"/>
              </a:rPr>
              <a:t>引入 </a:t>
            </a:r>
            <a:r>
              <a:rPr lang="en-US" altLang="zh-CN" b="0" i="0" dirty="0">
                <a:solidFill>
                  <a:srgbClr val="0F1115"/>
                </a:solidFill>
                <a:effectLst/>
                <a:latin typeface="quote-cjk-patch"/>
              </a:rPr>
              <a:t>SCA </a:t>
            </a:r>
            <a:r>
              <a:rPr lang="zh-CN" altLang="en-US" b="0" i="0" dirty="0">
                <a:solidFill>
                  <a:srgbClr val="0F1115"/>
                </a:solidFill>
                <a:effectLst/>
                <a:latin typeface="quote-cjk-patch"/>
              </a:rPr>
              <a:t>提升 </a:t>
            </a:r>
            <a:r>
              <a:rPr lang="en-US" altLang="zh-CN" b="0" i="0" dirty="0">
                <a:solidFill>
                  <a:srgbClr val="0F1115"/>
                </a:solidFill>
                <a:effectLst/>
                <a:latin typeface="quote-cjk-patch"/>
              </a:rPr>
              <a:t>9.38%</a:t>
            </a:r>
            <a:r>
              <a:rPr lang="zh-CN" altLang="en-US" b="0" i="0" dirty="0">
                <a:solidFill>
                  <a:srgbClr val="0F1115"/>
                </a:solidFill>
                <a:effectLst/>
                <a:latin typeface="quote-cjk-patch"/>
              </a:rPr>
              <a:t>，引入 </a:t>
            </a:r>
            <a:r>
              <a:rPr lang="en-US" altLang="zh-CN" b="0" i="0" dirty="0">
                <a:solidFill>
                  <a:srgbClr val="0F1115"/>
                </a:solidFill>
                <a:effectLst/>
                <a:latin typeface="quote-cjk-patch"/>
              </a:rPr>
              <a:t>SFA </a:t>
            </a:r>
            <a:r>
              <a:rPr lang="zh-CN" altLang="en-US" b="0" i="0" dirty="0">
                <a:solidFill>
                  <a:srgbClr val="0F1115"/>
                </a:solidFill>
                <a:effectLst/>
                <a:latin typeface="quote-cjk-patch"/>
              </a:rPr>
              <a:t>提升 </a:t>
            </a:r>
            <a:r>
              <a:rPr lang="en-US" altLang="zh-CN" b="0" i="0" dirty="0">
                <a:solidFill>
                  <a:srgbClr val="0F1115"/>
                </a:solidFill>
                <a:effectLst/>
                <a:latin typeface="quote-cjk-patch"/>
              </a:rPr>
              <a:t>11.71% → </a:t>
            </a:r>
            <a:r>
              <a:rPr lang="zh-CN" altLang="en-US" b="1" i="0" dirty="0">
                <a:solidFill>
                  <a:srgbClr val="0F1115"/>
                </a:solidFill>
                <a:effectLst/>
                <a:latin typeface="quote-cjk-patch"/>
              </a:rPr>
              <a:t>传感器级对齐有效</a:t>
            </a:r>
            <a:endParaRPr lang="zh-CN" altLang="en-US" b="0" i="0" dirty="0">
              <a:solidFill>
                <a:srgbClr val="0F1115"/>
              </a:solidFill>
              <a:effectLst/>
              <a:latin typeface="quote-cjk-patch"/>
            </a:endParaRPr>
          </a:p>
          <a:p>
            <a:pPr algn="l">
              <a:buFont typeface="Arial" panose="020B0604020202020204" pitchFamily="34" charset="0"/>
              <a:buChar char="•"/>
            </a:pPr>
            <a:r>
              <a:rPr lang="zh-CN" altLang="en-US" b="0" i="0" dirty="0">
                <a:solidFill>
                  <a:srgbClr val="0F1115"/>
                </a:solidFill>
                <a:effectLst/>
                <a:latin typeface="quote-cjk-patch"/>
              </a:rPr>
              <a:t>加入 </a:t>
            </a:r>
            <a:r>
              <a:rPr lang="en-US" altLang="zh-CN" b="0" i="0" dirty="0">
                <a:solidFill>
                  <a:srgbClr val="0F1115"/>
                </a:solidFill>
                <a:effectLst/>
                <a:latin typeface="quote-cjk-patch"/>
              </a:rPr>
              <a:t>MGA</a:t>
            </a:r>
            <a:r>
              <a:rPr lang="zh-CN" altLang="en-US" b="0" i="0" dirty="0">
                <a:solidFill>
                  <a:srgbClr val="0F1115"/>
                </a:solidFill>
                <a:effectLst/>
                <a:latin typeface="quote-cjk-patch"/>
              </a:rPr>
              <a:t>（多图对齐）和二阶统计 → 进一步提升</a:t>
            </a:r>
          </a:p>
          <a:p>
            <a:pPr algn="l">
              <a:buFont typeface="Arial" panose="020B0604020202020204" pitchFamily="34" charset="0"/>
              <a:buChar char="•"/>
            </a:pPr>
            <a:r>
              <a:rPr lang="zh-CN" altLang="en-US" b="0" i="0" dirty="0">
                <a:solidFill>
                  <a:srgbClr val="0F1115"/>
                </a:solidFill>
                <a:effectLst/>
                <a:latin typeface="quote-cjk-patch"/>
              </a:rPr>
              <a:t>组合 </a:t>
            </a:r>
            <a:r>
              <a:rPr lang="en-US" altLang="zh-CN" b="0" i="0" dirty="0" err="1">
                <a:solidFill>
                  <a:srgbClr val="0F1115"/>
                </a:solidFill>
                <a:effectLst/>
                <a:latin typeface="quote-cjk-patch"/>
              </a:rPr>
              <a:t>iSCA</a:t>
            </a:r>
            <a:r>
              <a:rPr lang="en-US" altLang="zh-CN" b="0" i="0" dirty="0">
                <a:solidFill>
                  <a:srgbClr val="0F1115"/>
                </a:solidFill>
                <a:effectLst/>
                <a:latin typeface="quote-cjk-patch"/>
              </a:rPr>
              <a:t> + </a:t>
            </a:r>
            <a:r>
              <a:rPr lang="en-US" altLang="zh-CN" b="0" i="0" dirty="0" err="1">
                <a:solidFill>
                  <a:srgbClr val="0F1115"/>
                </a:solidFill>
                <a:effectLst/>
                <a:latin typeface="quote-cjk-patch"/>
              </a:rPr>
              <a:t>iSFA</a:t>
            </a:r>
            <a:r>
              <a:rPr lang="en-US" altLang="zh-CN" b="0" i="0" dirty="0">
                <a:solidFill>
                  <a:srgbClr val="0F1115"/>
                </a:solidFill>
                <a:effectLst/>
                <a:latin typeface="quote-cjk-patch"/>
              </a:rPr>
              <a:t> → </a:t>
            </a:r>
            <a:r>
              <a:rPr lang="zh-CN" altLang="en-US" b="1" i="0" dirty="0">
                <a:solidFill>
                  <a:srgbClr val="0F1115"/>
                </a:solidFill>
                <a:effectLst/>
                <a:latin typeface="quote-cjk-patch"/>
              </a:rPr>
              <a:t>提升 </a:t>
            </a:r>
            <a:r>
              <a:rPr lang="en-US" altLang="zh-CN" b="1" i="0" dirty="0">
                <a:solidFill>
                  <a:srgbClr val="0F1115"/>
                </a:solidFill>
                <a:effectLst/>
                <a:latin typeface="quote-cjk-patch"/>
              </a:rPr>
              <a:t>24.39%</a:t>
            </a:r>
            <a:endParaRPr lang="zh-CN" altLang="en-US" b="0" i="0" dirty="0">
              <a:solidFill>
                <a:srgbClr val="0F1115"/>
              </a:solidFill>
              <a:effectLst/>
              <a:latin typeface="quote-cjk-patch"/>
            </a:endParaRPr>
          </a:p>
          <a:p>
            <a:pPr algn="l">
              <a:buFont typeface="Arial" panose="020B0604020202020204" pitchFamily="34" charset="0"/>
              <a:buChar char="•"/>
            </a:pPr>
            <a:r>
              <a:rPr lang="en-US" altLang="zh-CN" b="1" i="0" dirty="0">
                <a:solidFill>
                  <a:srgbClr val="0F1115"/>
                </a:solidFill>
                <a:effectLst/>
                <a:latin typeface="quote-cjk-patch"/>
              </a:rPr>
              <a:t>endo-feature alignment </a:t>
            </a:r>
            <a:r>
              <a:rPr lang="zh-CN" altLang="en-US" b="1" i="0" dirty="0">
                <a:solidFill>
                  <a:srgbClr val="0F1115"/>
                </a:solidFill>
                <a:effectLst/>
                <a:latin typeface="quote-cjk-patch"/>
              </a:rPr>
              <a:t>是性能提升的关键</a:t>
            </a:r>
            <a:endParaRPr lang="zh-CN" altLang="en-US" b="0" i="0" dirty="0">
              <a:solidFill>
                <a:srgbClr val="0F1115"/>
              </a:solidFill>
              <a:effectLst/>
              <a:latin typeface="quote-cjk-patch"/>
            </a:endParaRPr>
          </a:p>
        </p:txBody>
      </p:sp>
      <p:sp>
        <p:nvSpPr>
          <p:cNvPr id="4" name="灯片编号占位符 3">
            <a:extLst>
              <a:ext uri="{FF2B5EF4-FFF2-40B4-BE49-F238E27FC236}">
                <a16:creationId xmlns:a16="http://schemas.microsoft.com/office/drawing/2014/main" id="{9A04C83F-CED7-374C-C6AE-6E4C16372D9A}"/>
              </a:ext>
            </a:extLst>
          </p:cNvPr>
          <p:cNvSpPr>
            <a:spLocks noGrp="1"/>
          </p:cNvSpPr>
          <p:nvPr>
            <p:ph type="sldNum" sz="quarter" idx="10"/>
          </p:nvPr>
        </p:nvSpPr>
        <p:spPr/>
        <p:txBody>
          <a:bodyPr/>
          <a:lstStyle/>
          <a:p>
            <a:fld id="{677A2CBA-E486-4DC8-8696-C7854B0A28FD}" type="slidenum">
              <a:rPr lang="zh-CN" altLang="en-US" smtClean="0"/>
              <a:t>61</a:t>
            </a:fld>
            <a:endParaRPr lang="zh-CN" altLang="en-US"/>
          </a:p>
        </p:txBody>
      </p:sp>
    </p:spTree>
    <p:extLst>
      <p:ext uri="{BB962C8B-B14F-4D97-AF65-F5344CB8AC3E}">
        <p14:creationId xmlns:p14="http://schemas.microsoft.com/office/powerpoint/2010/main" val="119104642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470B7-7D94-EA1A-AFF3-BBC425BE4A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A28D70B-CE6C-AC8B-4BA6-FC57638399B9}"/>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60B8FAB4-7E02-44C3-7ED7-904AC7B85845}"/>
              </a:ext>
            </a:extLst>
          </p:cNvPr>
          <p:cNvSpPr>
            <a:spLocks noGrp="1"/>
          </p:cNvSpPr>
          <p:nvPr>
            <p:ph type="body" idx="1"/>
          </p:nvPr>
        </p:nvSpPr>
        <p:spPr/>
        <p:txBody>
          <a:bodyPr/>
          <a:lstStyle/>
          <a:p>
            <a:pPr algn="l">
              <a:buFont typeface="Arial" panose="020B0604020202020204" pitchFamily="34" charset="0"/>
              <a:buChar char="•"/>
            </a:pPr>
            <a:r>
              <a:rPr lang="en-US" altLang="zh-CN" b="0" i="0" dirty="0">
                <a:solidFill>
                  <a:srgbClr val="0F1115"/>
                </a:solidFill>
                <a:effectLst/>
                <a:latin typeface="quote-cjk-patch"/>
              </a:rPr>
              <a:t>SEA++ </a:t>
            </a:r>
            <a:r>
              <a:rPr lang="zh-CN" altLang="en-US" b="0" i="0" dirty="0">
                <a:solidFill>
                  <a:srgbClr val="0F1115"/>
                </a:solidFill>
                <a:effectLst/>
                <a:latin typeface="quote-cjk-patch"/>
              </a:rPr>
              <a:t>通过</a:t>
            </a:r>
            <a:r>
              <a:rPr lang="zh-CN" altLang="en-US" b="1" i="0" dirty="0">
                <a:solidFill>
                  <a:srgbClr val="0F1115"/>
                </a:solidFill>
                <a:effectLst/>
                <a:latin typeface="quote-cjk-patch"/>
              </a:rPr>
              <a:t>高阶统计对齐 </a:t>
            </a:r>
            <a:r>
              <a:rPr lang="en-US" altLang="zh-CN" b="1" i="0" dirty="0">
                <a:solidFill>
                  <a:srgbClr val="0F1115"/>
                </a:solidFill>
                <a:effectLst/>
                <a:latin typeface="quote-cjk-patch"/>
              </a:rPr>
              <a:t>+ </a:t>
            </a:r>
            <a:r>
              <a:rPr lang="zh-CN" altLang="en-US" b="1" i="0" dirty="0">
                <a:solidFill>
                  <a:srgbClr val="0F1115"/>
                </a:solidFill>
                <a:effectLst/>
                <a:latin typeface="quote-cjk-patch"/>
              </a:rPr>
              <a:t>多图对齐</a:t>
            </a:r>
            <a:endParaRPr lang="zh-CN" altLang="en-US" b="0" i="0" dirty="0">
              <a:solidFill>
                <a:srgbClr val="0F1115"/>
              </a:solidFill>
              <a:effectLst/>
              <a:latin typeface="quote-cjk-patch"/>
            </a:endParaRPr>
          </a:p>
          <a:p>
            <a:pPr algn="l">
              <a:buFont typeface="Arial" panose="020B0604020202020204" pitchFamily="34" charset="0"/>
              <a:buChar char="•"/>
            </a:pPr>
            <a:r>
              <a:rPr lang="zh-CN" altLang="en-US" b="0" i="0" dirty="0">
                <a:solidFill>
                  <a:srgbClr val="0F1115"/>
                </a:solidFill>
                <a:effectLst/>
                <a:latin typeface="quote-cjk-patch"/>
              </a:rPr>
              <a:t>在</a:t>
            </a:r>
            <a:r>
              <a:rPr lang="zh-CN" altLang="en-US" b="1" i="0" dirty="0">
                <a:solidFill>
                  <a:srgbClr val="0F1115"/>
                </a:solidFill>
                <a:effectLst/>
                <a:latin typeface="quote-cjk-patch"/>
              </a:rPr>
              <a:t>所有数据集</a:t>
            </a:r>
            <a:r>
              <a:rPr lang="zh-CN" altLang="en-US" b="0" i="0" dirty="0">
                <a:solidFill>
                  <a:srgbClr val="0F1115"/>
                </a:solidFill>
                <a:effectLst/>
                <a:latin typeface="quote-cjk-patch"/>
              </a:rPr>
              <a:t>上进一步提升</a:t>
            </a:r>
          </a:p>
          <a:p>
            <a:pPr algn="l">
              <a:buFont typeface="Arial" panose="020B0604020202020204" pitchFamily="34" charset="0"/>
              <a:buChar char="•"/>
            </a:pPr>
            <a:r>
              <a:rPr lang="zh-CN" altLang="en-US" b="0" i="0" dirty="0">
                <a:solidFill>
                  <a:srgbClr val="0F1115"/>
                </a:solidFill>
                <a:effectLst/>
                <a:latin typeface="quote-cjk-patch"/>
              </a:rPr>
              <a:t>建立了 </a:t>
            </a:r>
            <a:r>
              <a:rPr lang="en-US" altLang="zh-CN" b="0" i="0" dirty="0">
                <a:solidFill>
                  <a:srgbClr val="0F1115"/>
                </a:solidFill>
                <a:effectLst/>
                <a:latin typeface="quote-cjk-patch"/>
              </a:rPr>
              <a:t>MTS-UDA </a:t>
            </a:r>
            <a:r>
              <a:rPr lang="zh-CN" altLang="en-US" b="0" i="0" dirty="0">
                <a:solidFill>
                  <a:srgbClr val="0F1115"/>
                </a:solidFill>
                <a:effectLst/>
                <a:latin typeface="quote-cjk-patch"/>
              </a:rPr>
              <a:t>的 </a:t>
            </a:r>
            <a:r>
              <a:rPr lang="en-US" altLang="zh-CN" b="1" i="0" dirty="0">
                <a:solidFill>
                  <a:srgbClr val="0F1115"/>
                </a:solidFill>
                <a:effectLst/>
                <a:latin typeface="quote-cjk-patch"/>
              </a:rPr>
              <a:t>SOTA</a:t>
            </a:r>
            <a:endParaRPr lang="zh-CN" altLang="en-US" b="0" i="0" dirty="0">
              <a:solidFill>
                <a:srgbClr val="0F1115"/>
              </a:solidFill>
              <a:effectLst/>
              <a:latin typeface="quote-cjk-patch"/>
            </a:endParaRPr>
          </a:p>
          <a:p>
            <a:pPr marL="0" marR="0" indent="0" algn="l" defTabSz="914400" rtl="0" eaLnBrk="1" fontAlgn="auto" latinLnBrk="0" hangingPunct="1">
              <a:lnSpc>
                <a:spcPct val="100000"/>
              </a:lnSpc>
              <a:spcBef>
                <a:spcPts val="0"/>
              </a:spcBef>
              <a:spcAft>
                <a:spcPts val="0"/>
              </a:spcAft>
              <a:buClrTx/>
              <a:buSzTx/>
              <a:buFontTx/>
              <a:buNone/>
              <a:defRPr/>
            </a:pP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F79D6509-425F-EEAB-9BA7-DB952494A02D}"/>
              </a:ext>
            </a:extLst>
          </p:cNvPr>
          <p:cNvSpPr>
            <a:spLocks noGrp="1"/>
          </p:cNvSpPr>
          <p:nvPr>
            <p:ph type="sldNum" sz="quarter" idx="10"/>
          </p:nvPr>
        </p:nvSpPr>
        <p:spPr/>
        <p:txBody>
          <a:bodyPr/>
          <a:lstStyle/>
          <a:p>
            <a:fld id="{677A2CBA-E486-4DC8-8696-C7854B0A28FD}" type="slidenum">
              <a:rPr lang="zh-CN" altLang="en-US" smtClean="0"/>
              <a:t>62</a:t>
            </a:fld>
            <a:endParaRPr lang="zh-CN" altLang="en-US"/>
          </a:p>
        </p:txBody>
      </p:sp>
    </p:spTree>
    <p:extLst>
      <p:ext uri="{BB962C8B-B14F-4D97-AF65-F5344CB8AC3E}">
        <p14:creationId xmlns:p14="http://schemas.microsoft.com/office/powerpoint/2010/main" val="285906530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63</a:t>
            </a:fld>
            <a:endParaRPr lang="zh-CN" altLang="en-US"/>
          </a:p>
        </p:txBody>
      </p:sp>
    </p:spTree>
    <p:extLst>
      <p:ext uri="{BB962C8B-B14F-4D97-AF65-F5344CB8AC3E}">
        <p14:creationId xmlns:p14="http://schemas.microsoft.com/office/powerpoint/2010/main" val="241862335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27B53-7DC9-4F07-2D00-A1142ABA19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2BEA91-3B4E-3ADD-10F6-1F2D1BE53603}"/>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CA293930-7922-D801-0789-89520093491D}"/>
              </a:ext>
            </a:extLst>
          </p:cNvPr>
          <p:cNvSpPr>
            <a:spLocks noGrp="1"/>
          </p:cNvSpPr>
          <p:nvPr>
            <p:ph type="body" idx="1"/>
          </p:nvPr>
        </p:nvSpPr>
        <p:spPr/>
        <p:txBody>
          <a:bodyPr/>
          <a:lstStyle/>
          <a:p>
            <a:pPr algn="just"/>
            <a:r>
              <a:rPr lang="en-US" altLang="zh-CN" b="1" i="0" dirty="0">
                <a:solidFill>
                  <a:srgbClr val="0F1115"/>
                </a:solidFill>
                <a:effectLst/>
                <a:latin typeface="quote-cjk-patch"/>
              </a:rPr>
              <a:t>SEA/SEA++ </a:t>
            </a:r>
            <a:r>
              <a:rPr lang="zh-CN" altLang="en-US" b="1" i="0" dirty="0">
                <a:solidFill>
                  <a:srgbClr val="0F1115"/>
                </a:solidFill>
                <a:effectLst/>
                <a:latin typeface="quote-cjk-patch"/>
              </a:rPr>
              <a:t>通过在局部传感器级（</a:t>
            </a:r>
            <a:r>
              <a:rPr lang="en-US" altLang="zh-CN" b="1" i="0" dirty="0">
                <a:solidFill>
                  <a:srgbClr val="0F1115"/>
                </a:solidFill>
                <a:effectLst/>
                <a:latin typeface="quote-cjk-patch"/>
              </a:rPr>
              <a:t>SCA + SFA</a:t>
            </a:r>
            <a:r>
              <a:rPr lang="zh-CN" altLang="en-US" b="1" i="0" dirty="0">
                <a:solidFill>
                  <a:srgbClr val="0F1115"/>
                </a:solidFill>
                <a:effectLst/>
                <a:latin typeface="quote-cjk-patch"/>
              </a:rPr>
              <a:t>）和全局传感器级（</a:t>
            </a:r>
            <a:r>
              <a:rPr lang="en-US" altLang="zh-CN" b="1" i="0" dirty="0">
                <a:solidFill>
                  <a:srgbClr val="0F1115"/>
                </a:solidFill>
                <a:effectLst/>
                <a:latin typeface="quote-cjk-patch"/>
              </a:rPr>
              <a:t>Exo</a:t>
            </a:r>
            <a:r>
              <a:rPr lang="zh-CN" altLang="en-US" b="1" i="0" dirty="0">
                <a:solidFill>
                  <a:srgbClr val="0F1115"/>
                </a:solidFill>
                <a:effectLst/>
                <a:latin typeface="quote-cjk-patch"/>
              </a:rPr>
              <a:t>）同时对齐传感器特征与关联，并进一步用高阶统计对齐和多图对齐增强，实现了异构多传感器 </a:t>
            </a:r>
            <a:r>
              <a:rPr lang="en-US" altLang="zh-CN" b="1" i="0" dirty="0">
                <a:solidFill>
                  <a:srgbClr val="0F1115"/>
                </a:solidFill>
                <a:effectLst/>
                <a:latin typeface="quote-cjk-patch"/>
              </a:rPr>
              <a:t>MTS </a:t>
            </a:r>
            <a:r>
              <a:rPr lang="zh-CN" altLang="en-US" b="1" i="0" dirty="0">
                <a:solidFill>
                  <a:srgbClr val="0F1115"/>
                </a:solidFill>
                <a:effectLst/>
                <a:latin typeface="quote-cjk-patch"/>
              </a:rPr>
              <a:t>数据的表征对齐，在六个公开数据集上达到 </a:t>
            </a:r>
            <a:r>
              <a:rPr lang="en-US" altLang="zh-CN" b="1" i="0" dirty="0">
                <a:solidFill>
                  <a:srgbClr val="0F1115"/>
                </a:solidFill>
                <a:effectLst/>
                <a:latin typeface="quote-cjk-patch"/>
              </a:rPr>
              <a:t>SOTA</a:t>
            </a:r>
            <a:r>
              <a:rPr lang="zh-CN" altLang="en-US" b="1" i="0" dirty="0">
                <a:solidFill>
                  <a:srgbClr val="0F1115"/>
                </a:solidFill>
                <a:effectLst/>
                <a:latin typeface="quote-cjk-patch"/>
              </a:rPr>
              <a:t>。</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AEC65989-141B-5772-AF5A-530A40BAC7F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20134318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EBD36-CD97-7CFC-E31C-F1F2F5F8006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BD5F09F-ED38-EE81-619B-7B40B52E448F}"/>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85249D13-894F-2539-AADA-F11875DB9D9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a:extLst>
              <a:ext uri="{FF2B5EF4-FFF2-40B4-BE49-F238E27FC236}">
                <a16:creationId xmlns:a16="http://schemas.microsoft.com/office/drawing/2014/main" id="{7B643EA4-528F-BC18-12A3-D986A62D078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338948379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主要分为以下四个部分</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66</a:t>
            </a:fld>
            <a:endParaRPr lang="zh-CN" altLang="en-US"/>
          </a:p>
        </p:txBody>
      </p:sp>
    </p:spTree>
    <p:extLst>
      <p:ext uri="{BB962C8B-B14F-4D97-AF65-F5344CB8AC3E}">
        <p14:creationId xmlns:p14="http://schemas.microsoft.com/office/powerpoint/2010/main" val="77921841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首先是问题描述</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67</a:t>
            </a:fld>
            <a:endParaRPr lang="zh-CN" altLang="en-US"/>
          </a:p>
        </p:txBody>
      </p:sp>
    </p:spTree>
    <p:extLst>
      <p:ext uri="{BB962C8B-B14F-4D97-AF65-F5344CB8AC3E}">
        <p14:creationId xmlns:p14="http://schemas.microsoft.com/office/powerpoint/2010/main" val="114015694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2EB68-6BB2-1FA8-97D6-C6ABB0E84A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EAF1508-D65E-FCB3-61A0-0EB45358E84C}"/>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04E01C95-F735-CE8A-3108-C970C01C10B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F1115"/>
                </a:solidFill>
                <a:effectLst/>
                <a:latin typeface="quote-cjk-patch"/>
              </a:rPr>
              <a:t>工业传感器信号具有</a:t>
            </a:r>
            <a:r>
              <a:rPr lang="zh-CN" altLang="en-US" b="1" i="0" dirty="0">
                <a:solidFill>
                  <a:srgbClr val="0F1115"/>
                </a:solidFill>
                <a:effectLst/>
                <a:latin typeface="quote-cjk-patch"/>
              </a:rPr>
              <a:t>丰富且异构的特性</a:t>
            </a:r>
            <a:r>
              <a:rPr lang="zh-CN" altLang="en-US" b="0" i="0" dirty="0">
                <a:solidFill>
                  <a:srgbClr val="0F1115"/>
                </a:solidFill>
                <a:effectLst/>
                <a:latin typeface="quote-cjk-patch"/>
              </a:rPr>
              <a:t>：</a:t>
            </a:r>
            <a:br>
              <a:rPr lang="zh-CN" altLang="en-US" dirty="0"/>
            </a:br>
            <a:r>
              <a:rPr lang="zh-CN" altLang="en-US" b="0" i="0" dirty="0">
                <a:solidFill>
                  <a:srgbClr val="0F1115"/>
                </a:solidFill>
                <a:effectLst/>
                <a:latin typeface="quote-cjk-patch"/>
              </a:rPr>
              <a:t>周期性、季节性、长期趋势；多传感器系统变量间强耦合与空间依赖；噪声、测量误差、外部干扰进一步加剧复杂性</a:t>
            </a:r>
            <a:r>
              <a:rPr lang="zh-CN" altLang="en-US" sz="1600" b="0" i="0" kern="1200" dirty="0">
                <a:solidFill>
                  <a:schemeClr val="tx1"/>
                </a:solidFill>
                <a:effectLst/>
                <a:latin typeface="微软雅黑" panose="020B0503020204020204" charset="-122"/>
                <a:ea typeface="微软雅黑" panose="020B0503020204020204" charset="-122"/>
                <a:cs typeface="+mn-cs"/>
              </a:rPr>
              <a:t>。</a:t>
            </a:r>
            <a:r>
              <a:rPr lang="zh-CN" altLang="en-US" b="0" i="0" dirty="0">
                <a:solidFill>
                  <a:srgbClr val="0F1115"/>
                </a:solidFill>
                <a:effectLst/>
                <a:latin typeface="quote-cjk-patch"/>
              </a:rPr>
              <a:t>这些因素交互导致不规则波动，</a:t>
            </a:r>
            <a:r>
              <a:rPr lang="zh-CN" altLang="en-US" b="1" i="0" dirty="0">
                <a:solidFill>
                  <a:srgbClr val="0F1115"/>
                </a:solidFill>
                <a:effectLst/>
                <a:latin typeface="quote-cjk-patch"/>
              </a:rPr>
              <a:t>模糊了正常与异常的边界</a:t>
            </a:r>
            <a:endParaRPr lang="zh-CN" altLang="en-US" b="0" i="0" dirty="0">
              <a:solidFill>
                <a:srgbClr val="0F1115"/>
              </a:solidFill>
              <a:effectLst/>
              <a:latin typeface="quote-cjk-patch"/>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F1115"/>
                </a:solidFill>
                <a:effectLst/>
                <a:latin typeface="quote-cjk-patch"/>
              </a:rPr>
              <a:t>工业传感器输出的是</a:t>
            </a:r>
            <a:r>
              <a:rPr lang="en-US" altLang="zh-CN" b="1" i="0" dirty="0">
                <a:solidFill>
                  <a:srgbClr val="0F1115"/>
                </a:solidFill>
                <a:effectLst/>
                <a:latin typeface="quote-cjk-patch"/>
              </a:rPr>
              <a:t>1D </a:t>
            </a:r>
            <a:r>
              <a:rPr lang="zh-CN" altLang="en-US" b="1" i="0" dirty="0">
                <a:solidFill>
                  <a:srgbClr val="0F1115"/>
                </a:solidFill>
                <a:effectLst/>
                <a:latin typeface="quote-cjk-patch"/>
              </a:rPr>
              <a:t>离散时间序列</a:t>
            </a:r>
            <a:endParaRPr lang="zh-CN" altLang="en-US" b="0" i="0" dirty="0">
              <a:solidFill>
                <a:srgbClr val="0F1115"/>
              </a:solidFill>
              <a:effectLst/>
              <a:latin typeface="quote-cjk-patch"/>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F1115"/>
                </a:solidFill>
                <a:effectLst/>
                <a:latin typeface="quote-cjk-patch"/>
              </a:rPr>
              <a:t>异常的表征特征被压缩并纠缠在 </a:t>
            </a:r>
            <a:r>
              <a:rPr lang="en-US" altLang="zh-CN" b="0" i="0" dirty="0">
                <a:solidFill>
                  <a:srgbClr val="0F1115"/>
                </a:solidFill>
                <a:effectLst/>
                <a:latin typeface="quote-cjk-patch"/>
              </a:rPr>
              <a:t>1D </a:t>
            </a:r>
            <a:r>
              <a:rPr lang="zh-CN" altLang="en-US" b="0" i="0" dirty="0">
                <a:solidFill>
                  <a:srgbClr val="0F1115"/>
                </a:solidFill>
                <a:effectLst/>
                <a:latin typeface="quote-cjk-patch"/>
              </a:rPr>
              <a:t>信号中</a:t>
            </a:r>
            <a:endParaRPr lang="en-US" altLang="zh-CN" b="0" i="0" dirty="0">
              <a:solidFill>
                <a:srgbClr val="0F1115"/>
              </a:solidFill>
              <a:effectLst/>
              <a:latin typeface="quote-cjk-patch"/>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0F1115"/>
                </a:solidFill>
                <a:effectLst/>
                <a:latin typeface="quote-cjk-patch"/>
              </a:rPr>
              <a:t>1D </a:t>
            </a:r>
            <a:r>
              <a:rPr lang="zh-CN" altLang="en-US" b="0" i="0" dirty="0">
                <a:solidFill>
                  <a:srgbClr val="0F1115"/>
                </a:solidFill>
                <a:effectLst/>
                <a:latin typeface="quote-cjk-patch"/>
              </a:rPr>
              <a:t>空间难以表示：</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F1115"/>
                </a:solidFill>
                <a:effectLst/>
                <a:latin typeface="quote-cjk-patch"/>
              </a:rPr>
              <a:t>多周期动态</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F1115"/>
                </a:solidFill>
                <a:effectLst/>
                <a:latin typeface="quote-cjk-patch"/>
              </a:rPr>
              <a:t>噪声干扰</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F1115"/>
                </a:solidFill>
                <a:effectLst/>
                <a:latin typeface="quote-cjk-patch"/>
              </a:rPr>
              <a:t>传感器间耦合</a:t>
            </a:r>
            <a:endParaRPr lang="en-US" altLang="zh-CN" b="0" i="0" dirty="0">
              <a:solidFill>
                <a:srgbClr val="0F1115"/>
              </a:solidFill>
              <a:effectLst/>
              <a:latin typeface="quote-cjk-patch"/>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0F1115"/>
                </a:solidFill>
                <a:effectLst/>
                <a:latin typeface="quote-cjk-patch"/>
              </a:rPr>
              <a:t>根本问题</a:t>
            </a:r>
            <a:r>
              <a:rPr lang="zh-CN" altLang="en-US" b="0" i="0" dirty="0">
                <a:solidFill>
                  <a:srgbClr val="0F1115"/>
                </a:solidFill>
                <a:effectLst/>
                <a:latin typeface="quote-cjk-patch"/>
              </a:rPr>
              <a:t>：异构特征在 </a:t>
            </a:r>
            <a:r>
              <a:rPr lang="en-US" altLang="zh-CN" b="0" i="0" dirty="0">
                <a:solidFill>
                  <a:srgbClr val="0F1115"/>
                </a:solidFill>
                <a:effectLst/>
                <a:latin typeface="quote-cjk-patch"/>
              </a:rPr>
              <a:t>1D </a:t>
            </a:r>
            <a:r>
              <a:rPr lang="zh-CN" altLang="en-US" b="0" i="0" dirty="0">
                <a:solidFill>
                  <a:srgbClr val="0F1115"/>
                </a:solidFill>
                <a:effectLst/>
                <a:latin typeface="quote-cjk-patch"/>
              </a:rPr>
              <a:t>空间中无法有效对齐</a:t>
            </a:r>
            <a:endParaRPr lang="en-US" altLang="zh-CN" b="0" i="0" dirty="0">
              <a:solidFill>
                <a:srgbClr val="0F1115"/>
              </a:solidFill>
              <a:effectLst/>
              <a:latin typeface="quote-cjk-patch"/>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0F1115"/>
                </a:solidFill>
                <a:effectLst/>
                <a:latin typeface="quote-cjk-patch"/>
              </a:rPr>
              <a:t>对齐目标</a:t>
            </a:r>
            <a:r>
              <a:rPr lang="zh-CN" altLang="en-US" b="0" i="0" dirty="0">
                <a:solidFill>
                  <a:srgbClr val="0F1115"/>
                </a:solidFill>
                <a:effectLst/>
                <a:latin typeface="quote-cjk-patch"/>
              </a:rPr>
              <a:t>：将时间域、频率域、空间域三种异构表征</a:t>
            </a:r>
            <a:r>
              <a:rPr lang="zh-CN" altLang="en-US" b="1" i="0" dirty="0">
                <a:solidFill>
                  <a:srgbClr val="0F1115"/>
                </a:solidFill>
                <a:effectLst/>
                <a:latin typeface="quote-cjk-patch"/>
              </a:rPr>
              <a:t>对齐到统一的可比较表示空间</a:t>
            </a:r>
            <a:r>
              <a:rPr lang="zh-CN" altLang="en-US" b="0" i="0" dirty="0">
                <a:solidFill>
                  <a:srgbClr val="0F1115"/>
                </a:solidFill>
                <a:effectLst/>
                <a:latin typeface="quote-cjk-patch"/>
              </a:rPr>
              <a:t>，获得更全面的模式表示，提升异常检测精度</a:t>
            </a:r>
          </a:p>
        </p:txBody>
      </p:sp>
      <p:sp>
        <p:nvSpPr>
          <p:cNvPr id="4" name="灯片编号占位符 3">
            <a:extLst>
              <a:ext uri="{FF2B5EF4-FFF2-40B4-BE49-F238E27FC236}">
                <a16:creationId xmlns:a16="http://schemas.microsoft.com/office/drawing/2014/main" id="{1823BCF8-7DA5-E7AB-9B04-64651B3B3FC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01387856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研究现状</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69</a:t>
            </a:fld>
            <a:endParaRPr lang="zh-CN" altLang="en-US"/>
          </a:p>
        </p:txBody>
      </p:sp>
    </p:spTree>
    <p:extLst>
      <p:ext uri="{BB962C8B-B14F-4D97-AF65-F5344CB8AC3E}">
        <p14:creationId xmlns:p14="http://schemas.microsoft.com/office/powerpoint/2010/main" val="93609391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6B362-7FDC-9BE0-68C2-EDC9D292BF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ACDC32-F9C3-7A39-B974-D3610D85B74B}"/>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0C6FA0BD-6C0F-8F3B-5C42-C0DE3492AD55}"/>
              </a:ext>
            </a:extLst>
          </p:cNvPr>
          <p:cNvSpPr>
            <a:spLocks noGrp="1"/>
          </p:cNvSpPr>
          <p:nvPr>
            <p:ph type="body" idx="1"/>
          </p:nvPr>
        </p:nvSpPr>
        <p:spPr/>
        <p:txBody>
          <a:bodyPr/>
          <a:lstStyle/>
          <a:p>
            <a:pPr algn="l">
              <a:buFont typeface="Arial" panose="020B0604020202020204" pitchFamily="34" charset="0"/>
              <a:buChar char="•"/>
            </a:pPr>
            <a:r>
              <a:rPr lang="en-US" altLang="zh-CN" b="0" i="0" dirty="0">
                <a:solidFill>
                  <a:srgbClr val="0F1115"/>
                </a:solidFill>
                <a:effectLst/>
                <a:latin typeface="quote-cjk-patch"/>
              </a:rPr>
              <a:t>TFSAD </a:t>
            </a:r>
            <a:r>
              <a:rPr lang="zh-CN" altLang="en-US" b="0" i="0" dirty="0">
                <a:solidFill>
                  <a:srgbClr val="0F1115"/>
                </a:solidFill>
                <a:effectLst/>
                <a:latin typeface="quote-cjk-patch"/>
              </a:rPr>
              <a:t>由四个关键组件组成：</a:t>
            </a:r>
          </a:p>
          <a:p>
            <a:pPr marL="742950" lvl="1" indent="-285750" algn="l">
              <a:buFont typeface="Arial" panose="020B0604020202020204" pitchFamily="34" charset="0"/>
              <a:buChar char="•"/>
            </a:pPr>
            <a:r>
              <a:rPr lang="en-US" altLang="zh-CN" b="1" i="0" dirty="0">
                <a:solidFill>
                  <a:srgbClr val="0F1115"/>
                </a:solidFill>
                <a:effectLst/>
                <a:latin typeface="quote-cjk-patch"/>
              </a:rPr>
              <a:t>Local-global 4 </a:t>
            </a:r>
            <a:r>
              <a:rPr lang="zh-CN" altLang="en-US" b="1" i="0" dirty="0">
                <a:solidFill>
                  <a:srgbClr val="0F1115"/>
                </a:solidFill>
                <a:effectLst/>
                <a:latin typeface="quote-cjk-patch"/>
              </a:rPr>
              <a:t>阶张量构建</a:t>
            </a:r>
            <a:r>
              <a:rPr lang="zh-CN" altLang="en-US" b="0" i="0" dirty="0">
                <a:solidFill>
                  <a:srgbClr val="0F1115"/>
                </a:solidFill>
                <a:effectLst/>
                <a:latin typeface="quote-cjk-patch"/>
              </a:rPr>
              <a:t>（数据级 </a:t>
            </a:r>
            <a:r>
              <a:rPr lang="en-US" altLang="zh-CN" b="0" i="0" dirty="0">
                <a:solidFill>
                  <a:srgbClr val="0F1115"/>
                </a:solidFill>
                <a:effectLst/>
                <a:latin typeface="quote-cjk-patch"/>
              </a:rPr>
              <a:t>TFS </a:t>
            </a:r>
            <a:r>
              <a:rPr lang="zh-CN" altLang="en-US" b="0" i="0" dirty="0">
                <a:solidFill>
                  <a:srgbClr val="0F1115"/>
                </a:solidFill>
                <a:effectLst/>
                <a:latin typeface="quote-cjk-patch"/>
              </a:rPr>
              <a:t>融合）</a:t>
            </a:r>
          </a:p>
          <a:p>
            <a:pPr marL="742950" lvl="1" indent="-285750" algn="l">
              <a:buFont typeface="Arial" panose="020B0604020202020204" pitchFamily="34" charset="0"/>
              <a:buChar char="•"/>
            </a:pPr>
            <a:r>
              <a:rPr lang="zh-CN" altLang="en-US" b="1" i="0" dirty="0">
                <a:solidFill>
                  <a:srgbClr val="0F1115"/>
                </a:solidFill>
                <a:effectLst/>
                <a:latin typeface="quote-cjk-patch"/>
              </a:rPr>
              <a:t>双向大核卷积特征提取</a:t>
            </a:r>
            <a:r>
              <a:rPr lang="zh-CN" altLang="en-US" b="0" i="0" dirty="0">
                <a:solidFill>
                  <a:srgbClr val="0F1115"/>
                </a:solidFill>
                <a:effectLst/>
                <a:latin typeface="quote-cjk-patch"/>
              </a:rPr>
              <a:t>（特征级 </a:t>
            </a:r>
            <a:r>
              <a:rPr lang="en-US" altLang="zh-CN" b="0" i="0" dirty="0">
                <a:solidFill>
                  <a:srgbClr val="0F1115"/>
                </a:solidFill>
                <a:effectLst/>
                <a:latin typeface="quote-cjk-patch"/>
              </a:rPr>
              <a:t>TFS </a:t>
            </a:r>
            <a:r>
              <a:rPr lang="zh-CN" altLang="en-US" b="0" i="0" dirty="0">
                <a:solidFill>
                  <a:srgbClr val="0F1115"/>
                </a:solidFill>
                <a:effectLst/>
                <a:latin typeface="quote-cjk-patch"/>
              </a:rPr>
              <a:t>融合）</a:t>
            </a:r>
          </a:p>
          <a:p>
            <a:pPr marL="742950" lvl="1" indent="-285750" algn="l">
              <a:buFont typeface="Arial" panose="020B0604020202020204" pitchFamily="34" charset="0"/>
              <a:buChar char="•"/>
            </a:pPr>
            <a:r>
              <a:rPr lang="zh-CN" altLang="en-US" b="1" i="0" dirty="0">
                <a:solidFill>
                  <a:srgbClr val="0F1115"/>
                </a:solidFill>
                <a:effectLst/>
                <a:latin typeface="quote-cjk-patch"/>
              </a:rPr>
              <a:t>双视图局部</a:t>
            </a:r>
            <a:r>
              <a:rPr lang="en-US" altLang="zh-CN" b="1" i="0" dirty="0">
                <a:solidFill>
                  <a:srgbClr val="0F1115"/>
                </a:solidFill>
                <a:effectLst/>
                <a:latin typeface="quote-cjk-patch"/>
              </a:rPr>
              <a:t>-</a:t>
            </a:r>
            <a:r>
              <a:rPr lang="zh-CN" altLang="en-US" b="1" i="0" dirty="0">
                <a:solidFill>
                  <a:srgbClr val="0F1115"/>
                </a:solidFill>
                <a:effectLst/>
                <a:latin typeface="quote-cjk-patch"/>
              </a:rPr>
              <a:t>全局对比差异学习</a:t>
            </a:r>
            <a:r>
              <a:rPr lang="zh-CN" altLang="en-US" b="0" i="0" dirty="0">
                <a:solidFill>
                  <a:srgbClr val="0F1115"/>
                </a:solidFill>
                <a:effectLst/>
                <a:latin typeface="quote-cjk-patch"/>
              </a:rPr>
              <a:t>（决策级 </a:t>
            </a:r>
            <a:r>
              <a:rPr lang="en-US" altLang="zh-CN" b="0" i="0" dirty="0">
                <a:solidFill>
                  <a:srgbClr val="0F1115"/>
                </a:solidFill>
                <a:effectLst/>
                <a:latin typeface="quote-cjk-patch"/>
              </a:rPr>
              <a:t>TFS </a:t>
            </a:r>
            <a:r>
              <a:rPr lang="zh-CN" altLang="en-US" b="0" i="0" dirty="0">
                <a:solidFill>
                  <a:srgbClr val="0F1115"/>
                </a:solidFill>
                <a:effectLst/>
                <a:latin typeface="quote-cjk-patch"/>
              </a:rPr>
              <a:t>融合）</a:t>
            </a:r>
          </a:p>
          <a:p>
            <a:pPr marL="742950" lvl="1" indent="-285750" algn="l">
              <a:buFont typeface="Arial" panose="020B0604020202020204" pitchFamily="34" charset="0"/>
              <a:buChar char="•"/>
            </a:pPr>
            <a:r>
              <a:rPr lang="zh-CN" altLang="en-US" b="1" i="0" dirty="0">
                <a:solidFill>
                  <a:srgbClr val="0F1115"/>
                </a:solidFill>
                <a:effectLst/>
                <a:latin typeface="quote-cjk-patch"/>
              </a:rPr>
              <a:t>对比差异异常评分</a:t>
            </a:r>
            <a:endParaRPr lang="zh-CN" altLang="en-US" b="0" i="0" dirty="0">
              <a:solidFill>
                <a:srgbClr val="0F1115"/>
              </a:solidFill>
              <a:effectLst/>
              <a:latin typeface="quote-cjk-patch"/>
            </a:endParaRPr>
          </a:p>
        </p:txBody>
      </p:sp>
      <p:sp>
        <p:nvSpPr>
          <p:cNvPr id="4" name="灯片编号占位符 3">
            <a:extLst>
              <a:ext uri="{FF2B5EF4-FFF2-40B4-BE49-F238E27FC236}">
                <a16:creationId xmlns:a16="http://schemas.microsoft.com/office/drawing/2014/main" id="{C21DC857-D7F4-4A4A-1D3F-1C9A30BBEA3C}"/>
              </a:ext>
            </a:extLst>
          </p:cNvPr>
          <p:cNvSpPr>
            <a:spLocks noGrp="1"/>
          </p:cNvSpPr>
          <p:nvPr>
            <p:ph type="sldNum" sz="quarter" idx="10"/>
          </p:nvPr>
        </p:nvSpPr>
        <p:spPr/>
        <p:txBody>
          <a:bodyPr/>
          <a:lstStyle/>
          <a:p>
            <a:fld id="{677A2CBA-E486-4DC8-8696-C7854B0A28FD}" type="slidenum">
              <a:rPr lang="zh-CN" altLang="en-US" smtClean="0"/>
              <a:t>70</a:t>
            </a:fld>
            <a:endParaRPr lang="zh-CN" altLang="en-US"/>
          </a:p>
        </p:txBody>
      </p:sp>
    </p:spTree>
    <p:extLst>
      <p:ext uri="{BB962C8B-B14F-4D97-AF65-F5344CB8AC3E}">
        <p14:creationId xmlns:p14="http://schemas.microsoft.com/office/powerpoint/2010/main" val="28658589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B98B6-2897-BB59-9044-5ABB3C6324C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2112EEE-32E3-02F8-D9F7-F879C7450978}"/>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6B0A87FA-A25D-C877-3DB3-8F735693D324}"/>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91D1E6CC-E73F-6E35-0B10-CC981492BC85}"/>
              </a:ext>
            </a:extLst>
          </p:cNvPr>
          <p:cNvSpPr>
            <a:spLocks noGrp="1"/>
          </p:cNvSpPr>
          <p:nvPr>
            <p:ph type="sldNum" sz="quarter" idx="10"/>
          </p:nvPr>
        </p:nvSpPr>
        <p:spPr/>
        <p:txBody>
          <a:bodyPr/>
          <a:lstStyle/>
          <a:p>
            <a:fld id="{677A2CBA-E486-4DC8-8696-C7854B0A28FD}" type="slidenum">
              <a:rPr lang="zh-CN" altLang="en-US" smtClean="0"/>
              <a:t>71</a:t>
            </a:fld>
            <a:endParaRPr lang="zh-CN" altLang="en-US"/>
          </a:p>
        </p:txBody>
      </p:sp>
    </p:spTree>
    <p:extLst>
      <p:ext uri="{BB962C8B-B14F-4D97-AF65-F5344CB8AC3E}">
        <p14:creationId xmlns:p14="http://schemas.microsoft.com/office/powerpoint/2010/main" val="13607834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6725A-3AE4-8B45-D1BA-31AC43D810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5B6999-2B85-717C-FE54-4E615058935F}"/>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8B1FD813-2CBB-0380-B3D6-A069153C7B93}"/>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F101FFB8-B06A-031F-2939-DFA6F5D4C9C1}"/>
              </a:ext>
            </a:extLst>
          </p:cNvPr>
          <p:cNvSpPr>
            <a:spLocks noGrp="1"/>
          </p:cNvSpPr>
          <p:nvPr>
            <p:ph type="sldNum" sz="quarter" idx="10"/>
          </p:nvPr>
        </p:nvSpPr>
        <p:spPr/>
        <p:txBody>
          <a:bodyPr/>
          <a:lstStyle/>
          <a:p>
            <a:fld id="{677A2CBA-E486-4DC8-8696-C7854B0A28FD}" type="slidenum">
              <a:rPr lang="zh-CN" altLang="en-US" smtClean="0"/>
              <a:t>72</a:t>
            </a:fld>
            <a:endParaRPr lang="zh-CN" altLang="en-US"/>
          </a:p>
        </p:txBody>
      </p:sp>
    </p:spTree>
    <p:extLst>
      <p:ext uri="{BB962C8B-B14F-4D97-AF65-F5344CB8AC3E}">
        <p14:creationId xmlns:p14="http://schemas.microsoft.com/office/powerpoint/2010/main" val="60505276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6725A-3AE4-8B45-D1BA-31AC43D810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5B6999-2B85-717C-FE54-4E615058935F}"/>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8B1FD813-2CBB-0380-B3D6-A069153C7B93}"/>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F101FFB8-B06A-031F-2939-DFA6F5D4C9C1}"/>
              </a:ext>
            </a:extLst>
          </p:cNvPr>
          <p:cNvSpPr>
            <a:spLocks noGrp="1"/>
          </p:cNvSpPr>
          <p:nvPr>
            <p:ph type="sldNum" sz="quarter" idx="10"/>
          </p:nvPr>
        </p:nvSpPr>
        <p:spPr/>
        <p:txBody>
          <a:bodyPr/>
          <a:lstStyle/>
          <a:p>
            <a:fld id="{677A2CBA-E486-4DC8-8696-C7854B0A28FD}" type="slidenum">
              <a:rPr lang="zh-CN" altLang="en-US" smtClean="0"/>
              <a:t>73</a:t>
            </a:fld>
            <a:endParaRPr lang="zh-CN" altLang="en-US"/>
          </a:p>
        </p:txBody>
      </p:sp>
    </p:spTree>
    <p:extLst>
      <p:ext uri="{BB962C8B-B14F-4D97-AF65-F5344CB8AC3E}">
        <p14:creationId xmlns:p14="http://schemas.microsoft.com/office/powerpoint/2010/main" val="82276871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74</a:t>
            </a:fld>
            <a:endParaRPr lang="zh-CN" altLang="en-US"/>
          </a:p>
        </p:txBody>
      </p:sp>
    </p:spTree>
    <p:extLst>
      <p:ext uri="{BB962C8B-B14F-4D97-AF65-F5344CB8AC3E}">
        <p14:creationId xmlns:p14="http://schemas.microsoft.com/office/powerpoint/2010/main" val="202847046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l">
              <a:buFont typeface="Arial" panose="020B0604020202020204" pitchFamily="34" charset="0"/>
              <a:buChar char="•"/>
            </a:pPr>
            <a:r>
              <a:rPr lang="en-US" altLang="zh-CN" b="0" i="0" dirty="0">
                <a:solidFill>
                  <a:srgbClr val="0F1115"/>
                </a:solidFill>
                <a:effectLst/>
                <a:latin typeface="quote-cjk-patch"/>
              </a:rPr>
              <a:t>8 </a:t>
            </a:r>
            <a:r>
              <a:rPr lang="zh-CN" altLang="en-US" b="0" i="0" dirty="0">
                <a:solidFill>
                  <a:srgbClr val="0F1115"/>
                </a:solidFill>
                <a:effectLst/>
                <a:latin typeface="quote-cjk-patch"/>
              </a:rPr>
              <a:t>个公开真实工业多传感器数据集</a:t>
            </a:r>
          </a:p>
          <a:p>
            <a:pPr algn="l">
              <a:buFont typeface="Arial" panose="020B0604020202020204" pitchFamily="34" charset="0"/>
              <a:buChar char="•"/>
            </a:pPr>
            <a:r>
              <a:rPr lang="zh-CN" altLang="en-US" b="0" i="0" dirty="0">
                <a:solidFill>
                  <a:srgbClr val="0F1115"/>
                </a:solidFill>
                <a:effectLst/>
                <a:latin typeface="quote-cjk-patch"/>
              </a:rPr>
              <a:t>覆盖多种工业领域：水质监测、水处理、服务器、卫星、工厂模型等</a:t>
            </a:r>
          </a:p>
          <a:p>
            <a:pPr algn="l">
              <a:buFont typeface="Arial" panose="020B0604020202020204" pitchFamily="34" charset="0"/>
              <a:buChar char="•"/>
            </a:pPr>
            <a:r>
              <a:rPr lang="zh-CN" altLang="en-US" b="0" i="0" dirty="0">
                <a:solidFill>
                  <a:srgbClr val="0F1115"/>
                </a:solidFill>
                <a:effectLst/>
                <a:latin typeface="quote-cjk-patch"/>
              </a:rPr>
              <a:t>变量数从 </a:t>
            </a:r>
            <a:r>
              <a:rPr lang="en-US" altLang="zh-CN" b="0" i="0" dirty="0">
                <a:solidFill>
                  <a:srgbClr val="0F1115"/>
                </a:solidFill>
                <a:effectLst/>
                <a:latin typeface="quote-cjk-patch"/>
              </a:rPr>
              <a:t>8 </a:t>
            </a:r>
            <a:r>
              <a:rPr lang="zh-CN" altLang="en-US" b="0" i="0" dirty="0">
                <a:solidFill>
                  <a:srgbClr val="0F1115"/>
                </a:solidFill>
                <a:effectLst/>
                <a:latin typeface="quote-cjk-patch"/>
              </a:rPr>
              <a:t>到 </a:t>
            </a:r>
            <a:r>
              <a:rPr lang="en-US" altLang="zh-CN" b="0" i="0" dirty="0">
                <a:solidFill>
                  <a:srgbClr val="0F1115"/>
                </a:solidFill>
                <a:effectLst/>
                <a:latin typeface="quote-cjk-patch"/>
              </a:rPr>
              <a:t>86 </a:t>
            </a:r>
            <a:r>
              <a:rPr lang="zh-CN" altLang="en-US" b="0" i="0" dirty="0">
                <a:solidFill>
                  <a:srgbClr val="0F1115"/>
                </a:solidFill>
                <a:effectLst/>
                <a:latin typeface="quote-cjk-patch"/>
              </a:rPr>
              <a:t>不等</a:t>
            </a:r>
          </a:p>
          <a:p>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75</a:t>
            </a:fld>
            <a:endParaRPr lang="zh-CN" altLang="en-US"/>
          </a:p>
        </p:txBody>
      </p:sp>
    </p:spTree>
    <p:extLst>
      <p:ext uri="{BB962C8B-B14F-4D97-AF65-F5344CB8AC3E}">
        <p14:creationId xmlns:p14="http://schemas.microsoft.com/office/powerpoint/2010/main" val="256225533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830EA-17F5-20D9-6893-EA9BCDC44F5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B17286-2E68-CF6A-1E3C-2F786EF5D62E}"/>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073553A5-A8E9-C939-0B65-F760A0BDDEA3}"/>
              </a:ext>
            </a:extLst>
          </p:cNvPr>
          <p:cNvSpPr>
            <a:spLocks noGrp="1"/>
          </p:cNvSpPr>
          <p:nvPr>
            <p:ph type="body" idx="1"/>
          </p:nvPr>
        </p:nvSpPr>
        <p:spPr/>
        <p:txBody>
          <a:bodyPr/>
          <a:lstStyle/>
          <a:p>
            <a:pPr algn="just"/>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DA49ED13-634A-CD5A-C4DC-B72D7758F48D}"/>
              </a:ext>
            </a:extLst>
          </p:cNvPr>
          <p:cNvSpPr>
            <a:spLocks noGrp="1"/>
          </p:cNvSpPr>
          <p:nvPr>
            <p:ph type="sldNum" sz="quarter" idx="10"/>
          </p:nvPr>
        </p:nvSpPr>
        <p:spPr/>
        <p:txBody>
          <a:bodyPr/>
          <a:lstStyle/>
          <a:p>
            <a:fld id="{677A2CBA-E486-4DC8-8696-C7854B0A28FD}" type="slidenum">
              <a:rPr lang="zh-CN" altLang="en-US" smtClean="0"/>
              <a:t>76</a:t>
            </a:fld>
            <a:endParaRPr lang="zh-CN" altLang="en-US"/>
          </a:p>
        </p:txBody>
      </p:sp>
    </p:spTree>
    <p:extLst>
      <p:ext uri="{BB962C8B-B14F-4D97-AF65-F5344CB8AC3E}">
        <p14:creationId xmlns:p14="http://schemas.microsoft.com/office/powerpoint/2010/main" val="406637544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DA003-2750-5A34-72A4-50462759B7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0E9568-D045-9BC5-7165-569AA1C7F5FF}"/>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42261E6D-63D7-99D8-B124-CADBDC64CEE8}"/>
              </a:ext>
            </a:extLst>
          </p:cNvPr>
          <p:cNvSpPr>
            <a:spLocks noGrp="1"/>
          </p:cNvSpPr>
          <p:nvPr>
            <p:ph type="body" idx="1"/>
          </p:nvPr>
        </p:nvSpPr>
        <p:spPr/>
        <p:txBody>
          <a:bodyPr/>
          <a:lstStyle/>
          <a:p>
            <a:pPr algn="l">
              <a:buFont typeface="Arial" panose="020B0604020202020204" pitchFamily="34" charset="0"/>
              <a:buChar char="•"/>
            </a:pPr>
            <a:r>
              <a:rPr lang="en-US" altLang="zh-CN" b="0" i="0" dirty="0">
                <a:solidFill>
                  <a:srgbClr val="0F1115"/>
                </a:solidFill>
                <a:effectLst/>
                <a:latin typeface="quote-cjk-patch"/>
              </a:rPr>
              <a:t>TFSAD </a:t>
            </a:r>
            <a:r>
              <a:rPr lang="zh-CN" altLang="en-US" b="0" i="0" dirty="0">
                <a:solidFill>
                  <a:srgbClr val="0F1115"/>
                </a:solidFill>
                <a:effectLst/>
                <a:latin typeface="quote-cjk-patch"/>
              </a:rPr>
              <a:t>在所有 </a:t>
            </a:r>
            <a:r>
              <a:rPr lang="en-US" altLang="zh-CN" b="0" i="0" dirty="0">
                <a:solidFill>
                  <a:srgbClr val="0F1115"/>
                </a:solidFill>
                <a:effectLst/>
                <a:latin typeface="quote-cjk-patch"/>
              </a:rPr>
              <a:t>8 </a:t>
            </a:r>
            <a:r>
              <a:rPr lang="zh-CN" altLang="en-US" b="0" i="0" dirty="0">
                <a:solidFill>
                  <a:srgbClr val="0F1115"/>
                </a:solidFill>
                <a:effectLst/>
                <a:latin typeface="quote-cjk-patch"/>
              </a:rPr>
              <a:t>个数据集的 </a:t>
            </a:r>
            <a:r>
              <a:rPr lang="en-US" altLang="zh-CN" b="0" i="0" dirty="0">
                <a:solidFill>
                  <a:srgbClr val="0F1115"/>
                </a:solidFill>
                <a:effectLst/>
                <a:latin typeface="quote-cjk-patch"/>
              </a:rPr>
              <a:t>ACC </a:t>
            </a:r>
            <a:r>
              <a:rPr lang="zh-CN" altLang="en-US" b="0" i="0" dirty="0">
                <a:solidFill>
                  <a:srgbClr val="0F1115"/>
                </a:solidFill>
                <a:effectLst/>
                <a:latin typeface="quote-cjk-patch"/>
              </a:rPr>
              <a:t>指标上</a:t>
            </a:r>
            <a:r>
              <a:rPr lang="zh-CN" altLang="en-US" b="1" i="0" dirty="0">
                <a:solidFill>
                  <a:srgbClr val="0F1115"/>
                </a:solidFill>
                <a:effectLst/>
                <a:latin typeface="quote-cjk-patch"/>
              </a:rPr>
              <a:t>排名第一或第二</a:t>
            </a:r>
            <a:endParaRPr lang="zh-CN" altLang="en-US" b="0" i="0" dirty="0">
              <a:solidFill>
                <a:srgbClr val="0F1115"/>
              </a:solidFill>
              <a:effectLst/>
              <a:latin typeface="quote-cjk-patch"/>
            </a:endParaRPr>
          </a:p>
          <a:p>
            <a:pPr algn="l">
              <a:buFont typeface="Arial" panose="020B0604020202020204" pitchFamily="34" charset="0"/>
              <a:buChar char="•"/>
            </a:pPr>
            <a:r>
              <a:rPr lang="zh-CN" altLang="en-US" b="0" i="0" dirty="0">
                <a:solidFill>
                  <a:srgbClr val="0F1115"/>
                </a:solidFill>
                <a:effectLst/>
                <a:latin typeface="quote-cjk-patch"/>
              </a:rPr>
              <a:t>尤其 </a:t>
            </a:r>
            <a:r>
              <a:rPr lang="en-US" altLang="zh-CN" b="0" i="0" dirty="0">
                <a:solidFill>
                  <a:srgbClr val="0F1115"/>
                </a:solidFill>
                <a:effectLst/>
                <a:latin typeface="quote-cjk-patch"/>
              </a:rPr>
              <a:t>GECCO</a:t>
            </a:r>
            <a:r>
              <a:rPr lang="zh-CN" altLang="en-US" b="0" i="0" dirty="0">
                <a:solidFill>
                  <a:srgbClr val="0F1115"/>
                </a:solidFill>
                <a:effectLst/>
                <a:latin typeface="quote-cjk-patch"/>
              </a:rPr>
              <a:t>、</a:t>
            </a:r>
            <a:r>
              <a:rPr lang="en-US" altLang="zh-CN" b="0" i="0" dirty="0">
                <a:solidFill>
                  <a:srgbClr val="0F1115"/>
                </a:solidFill>
                <a:effectLst/>
                <a:latin typeface="quote-cjk-patch"/>
              </a:rPr>
              <a:t>Genesis</a:t>
            </a:r>
            <a:r>
              <a:rPr lang="zh-CN" altLang="en-US" b="0" i="0" dirty="0">
                <a:solidFill>
                  <a:srgbClr val="0F1115"/>
                </a:solidFill>
                <a:effectLst/>
                <a:latin typeface="quote-cjk-patch"/>
              </a:rPr>
              <a:t>、</a:t>
            </a:r>
            <a:r>
              <a:rPr lang="en-US" altLang="zh-CN" b="0" i="0" dirty="0">
                <a:solidFill>
                  <a:srgbClr val="0F1115"/>
                </a:solidFill>
                <a:effectLst/>
                <a:latin typeface="quote-cjk-patch"/>
              </a:rPr>
              <a:t>PSM</a:t>
            </a:r>
            <a:r>
              <a:rPr lang="zh-CN" altLang="en-US" b="0" i="0" dirty="0">
                <a:solidFill>
                  <a:srgbClr val="0F1115"/>
                </a:solidFill>
                <a:effectLst/>
                <a:latin typeface="quote-cjk-patch"/>
              </a:rPr>
              <a:t>、</a:t>
            </a:r>
            <a:r>
              <a:rPr lang="en-US" altLang="zh-CN" b="0" i="0" dirty="0">
                <a:solidFill>
                  <a:srgbClr val="0F1115"/>
                </a:solidFill>
                <a:effectLst/>
                <a:latin typeface="quote-cjk-patch"/>
              </a:rPr>
              <a:t>HAI</a:t>
            </a:r>
            <a:r>
              <a:rPr lang="zh-CN" altLang="en-US" b="0" i="0" dirty="0">
                <a:solidFill>
                  <a:srgbClr val="0F1115"/>
                </a:solidFill>
                <a:effectLst/>
                <a:latin typeface="quote-cjk-patch"/>
              </a:rPr>
              <a:t>、</a:t>
            </a:r>
            <a:r>
              <a:rPr lang="en-US" altLang="zh-CN" b="0" i="0" dirty="0">
                <a:solidFill>
                  <a:srgbClr val="0F1115"/>
                </a:solidFill>
                <a:effectLst/>
                <a:latin typeface="quote-cjk-patch"/>
              </a:rPr>
              <a:t>SMD </a:t>
            </a:r>
            <a:r>
              <a:rPr lang="zh-CN" altLang="en-US" b="0" i="0" dirty="0">
                <a:solidFill>
                  <a:srgbClr val="0F1115"/>
                </a:solidFill>
                <a:effectLst/>
                <a:latin typeface="quote-cjk-patch"/>
              </a:rPr>
              <a:t>上明显领先</a:t>
            </a:r>
          </a:p>
          <a:p>
            <a:pPr algn="l">
              <a:buFont typeface="Arial" panose="020B0604020202020204" pitchFamily="34" charset="0"/>
              <a:buChar char="•"/>
            </a:pPr>
            <a:r>
              <a:rPr lang="zh-CN" altLang="en-US" b="0" i="0" dirty="0">
                <a:solidFill>
                  <a:srgbClr val="0F1115"/>
                </a:solidFill>
                <a:effectLst/>
                <a:latin typeface="quote-cjk-patch"/>
              </a:rPr>
              <a:t>说明 </a:t>
            </a:r>
            <a:r>
              <a:rPr lang="en-US" altLang="zh-CN" b="0" i="0" dirty="0">
                <a:solidFill>
                  <a:srgbClr val="0F1115"/>
                </a:solidFill>
                <a:effectLst/>
                <a:latin typeface="quote-cjk-patch"/>
              </a:rPr>
              <a:t>TFS </a:t>
            </a:r>
            <a:r>
              <a:rPr lang="zh-CN" altLang="en-US" b="0" i="0" dirty="0">
                <a:solidFill>
                  <a:srgbClr val="0F1115"/>
                </a:solidFill>
                <a:effectLst/>
                <a:latin typeface="quote-cjk-patch"/>
              </a:rPr>
              <a:t>多级融合的有效性</a:t>
            </a:r>
          </a:p>
          <a:p>
            <a:pPr algn="just"/>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8FF83C24-D097-8DBB-AA97-5DE10CA57A4D}"/>
              </a:ext>
            </a:extLst>
          </p:cNvPr>
          <p:cNvSpPr>
            <a:spLocks noGrp="1"/>
          </p:cNvSpPr>
          <p:nvPr>
            <p:ph type="sldNum" sz="quarter" idx="10"/>
          </p:nvPr>
        </p:nvSpPr>
        <p:spPr/>
        <p:txBody>
          <a:bodyPr/>
          <a:lstStyle/>
          <a:p>
            <a:fld id="{677A2CBA-E486-4DC8-8696-C7854B0A28FD}" type="slidenum">
              <a:rPr lang="zh-CN" altLang="en-US" smtClean="0"/>
              <a:t>77</a:t>
            </a:fld>
            <a:endParaRPr lang="zh-CN" altLang="en-US"/>
          </a:p>
        </p:txBody>
      </p:sp>
    </p:spTree>
    <p:extLst>
      <p:ext uri="{BB962C8B-B14F-4D97-AF65-F5344CB8AC3E}">
        <p14:creationId xmlns:p14="http://schemas.microsoft.com/office/powerpoint/2010/main" val="90768003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56EE1-2653-7ABF-AB24-A70CB0F05CA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372E12-97FA-C018-4185-1058B737583B}"/>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EC87157A-AAD8-3933-E853-91C4D9B0CC0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b="1" dirty="0">
                <a:solidFill>
                  <a:srgbClr val="0F1115"/>
                </a:solidFill>
                <a:effectLst/>
                <a:latin typeface="quote-cjk-patch"/>
              </a:rPr>
              <a:t>消融实验</a:t>
            </a:r>
            <a:r>
              <a:rPr lang="en-US" altLang="zh-CN" b="1" dirty="0">
                <a:solidFill>
                  <a:srgbClr val="0F1115"/>
                </a:solidFill>
                <a:effectLst/>
                <a:latin typeface="quote-cjk-patch"/>
              </a:rPr>
              <a:t>——TFS </a:t>
            </a:r>
            <a:r>
              <a:rPr lang="zh-CN" altLang="en-US" b="1" dirty="0">
                <a:solidFill>
                  <a:srgbClr val="0F1115"/>
                </a:solidFill>
                <a:effectLst/>
                <a:latin typeface="quote-cjk-patch"/>
              </a:rPr>
              <a:t>联合学习有效性</a:t>
            </a:r>
            <a:endParaRPr lang="en-US" altLang="zh-CN" b="0" i="0" dirty="0">
              <a:solidFill>
                <a:srgbClr val="0F1115"/>
              </a:solidFill>
              <a:effectLst/>
              <a:latin typeface="quote-cjk-patch"/>
            </a:endParaRPr>
          </a:p>
          <a:p>
            <a:pPr algn="l">
              <a:buFont typeface="Arial" panose="020B0604020202020204" pitchFamily="34" charset="0"/>
              <a:buChar char="•"/>
            </a:pPr>
            <a:r>
              <a:rPr lang="zh-CN" altLang="en-US" b="0" i="0" dirty="0">
                <a:solidFill>
                  <a:srgbClr val="0F1115"/>
                </a:solidFill>
                <a:effectLst/>
                <a:latin typeface="quote-cjk-patch"/>
              </a:rPr>
              <a:t>单域模型持续低于联合学习</a:t>
            </a:r>
          </a:p>
          <a:p>
            <a:pPr algn="l">
              <a:buFont typeface="Arial" panose="020B0604020202020204" pitchFamily="34" charset="0"/>
              <a:buChar char="•"/>
            </a:pPr>
            <a:r>
              <a:rPr lang="zh-CN" altLang="en-US" b="0" i="0" dirty="0">
                <a:solidFill>
                  <a:srgbClr val="0F1115"/>
                </a:solidFill>
                <a:effectLst/>
                <a:latin typeface="quote-cjk-patch"/>
              </a:rPr>
              <a:t>时频</a:t>
            </a:r>
            <a:r>
              <a:rPr lang="en-US" altLang="zh-CN" b="0" i="0" dirty="0">
                <a:solidFill>
                  <a:srgbClr val="0F1115"/>
                </a:solidFill>
                <a:effectLst/>
                <a:latin typeface="quote-cjk-patch"/>
              </a:rPr>
              <a:t>/</a:t>
            </a:r>
            <a:r>
              <a:rPr lang="zh-CN" altLang="en-US" b="0" i="0" dirty="0">
                <a:solidFill>
                  <a:srgbClr val="0F1115"/>
                </a:solidFill>
                <a:effectLst/>
                <a:latin typeface="quote-cjk-patch"/>
              </a:rPr>
              <a:t>时空间联合部分缓解局限</a:t>
            </a:r>
          </a:p>
          <a:p>
            <a:pPr algn="l">
              <a:buFont typeface="Arial" panose="020B0604020202020204" pitchFamily="34" charset="0"/>
              <a:buChar char="•"/>
            </a:pPr>
            <a:r>
              <a:rPr lang="en-US" altLang="zh-CN" b="1" i="0" dirty="0">
                <a:solidFill>
                  <a:srgbClr val="0F1115"/>
                </a:solidFill>
                <a:effectLst/>
                <a:latin typeface="quote-cjk-patch"/>
              </a:rPr>
              <a:t>TFS </a:t>
            </a:r>
            <a:r>
              <a:rPr lang="zh-CN" altLang="en-US" b="1" i="0" dirty="0">
                <a:solidFill>
                  <a:srgbClr val="0F1115"/>
                </a:solidFill>
                <a:effectLst/>
                <a:latin typeface="quote-cjk-patch"/>
              </a:rPr>
              <a:t>三域联合最有效</a:t>
            </a:r>
            <a:r>
              <a:rPr lang="zh-CN" altLang="en-US" b="0" i="0" dirty="0">
                <a:solidFill>
                  <a:srgbClr val="0F1115"/>
                </a:solidFill>
                <a:effectLst/>
                <a:latin typeface="quote-cjk-patch"/>
              </a:rPr>
              <a:t>，充分利用跨域互补信息</a:t>
            </a:r>
          </a:p>
          <a:p>
            <a:pPr algn="l">
              <a:buFont typeface="Arial" panose="020B0604020202020204" pitchFamily="34" charset="0"/>
              <a:buChar char="•"/>
            </a:pPr>
            <a:r>
              <a:rPr lang="en-US" altLang="zh-CN" b="0" i="0" dirty="0">
                <a:solidFill>
                  <a:srgbClr val="0F1115"/>
                </a:solidFill>
                <a:effectLst/>
                <a:latin typeface="quote-cjk-patch"/>
              </a:rPr>
              <a:t>SWAT </a:t>
            </a:r>
            <a:r>
              <a:rPr lang="zh-CN" altLang="en-US" b="0" i="0" dirty="0">
                <a:solidFill>
                  <a:srgbClr val="0F1115"/>
                </a:solidFill>
                <a:effectLst/>
                <a:latin typeface="quote-cjk-patch"/>
              </a:rPr>
              <a:t>数据集上：</a:t>
            </a:r>
            <a:r>
              <a:rPr lang="en-US" altLang="zh-CN" b="0" i="0" dirty="0">
                <a:solidFill>
                  <a:srgbClr val="0F1115"/>
                </a:solidFill>
                <a:effectLst/>
                <a:latin typeface="quote-cjk-patch"/>
              </a:rPr>
              <a:t>TFS </a:t>
            </a:r>
            <a:r>
              <a:rPr lang="zh-CN" altLang="en-US" b="0" i="0" dirty="0">
                <a:solidFill>
                  <a:srgbClr val="0F1115"/>
                </a:solidFill>
                <a:effectLst/>
                <a:latin typeface="quote-cjk-patch"/>
              </a:rPr>
              <a:t>联合 </a:t>
            </a:r>
            <a:r>
              <a:rPr lang="en-US" altLang="zh-CN" b="0" i="0" dirty="0">
                <a:solidFill>
                  <a:srgbClr val="0F1115"/>
                </a:solidFill>
                <a:effectLst/>
                <a:latin typeface="quote-cjk-patch"/>
              </a:rPr>
              <a:t>VROC=0.9744, VPR=0.9596</a:t>
            </a:r>
            <a:r>
              <a:rPr lang="zh-CN" altLang="en-US" b="0" i="0" dirty="0">
                <a:solidFill>
                  <a:srgbClr val="0F1115"/>
                </a:solidFill>
                <a:effectLst/>
                <a:latin typeface="quote-cjk-patch"/>
              </a:rPr>
              <a:t>，优于两域变体</a:t>
            </a:r>
          </a:p>
          <a:p>
            <a:pPr algn="l">
              <a:buFont typeface="Arial" panose="020B0604020202020204" pitchFamily="34" charset="0"/>
              <a:buChar char="•"/>
            </a:pPr>
            <a:r>
              <a:rPr lang="en-US" altLang="zh-CN" b="0" i="0" dirty="0">
                <a:solidFill>
                  <a:srgbClr val="0F1115"/>
                </a:solidFill>
                <a:effectLst/>
                <a:latin typeface="quote-cjk-patch"/>
              </a:rPr>
              <a:t>SMAP </a:t>
            </a:r>
            <a:r>
              <a:rPr lang="zh-CN" altLang="en-US" b="0" i="0" dirty="0">
                <a:solidFill>
                  <a:srgbClr val="0F1115"/>
                </a:solidFill>
                <a:effectLst/>
                <a:latin typeface="quote-cjk-patch"/>
              </a:rPr>
              <a:t>数据集上：</a:t>
            </a:r>
            <a:r>
              <a:rPr lang="en-US" altLang="zh-CN" b="0" i="0" dirty="0">
                <a:solidFill>
                  <a:srgbClr val="0F1115"/>
                </a:solidFill>
                <a:effectLst/>
                <a:latin typeface="quote-cjk-patch"/>
              </a:rPr>
              <a:t>TFS </a:t>
            </a:r>
            <a:r>
              <a:rPr lang="zh-CN" altLang="en-US" b="0" i="0" dirty="0">
                <a:solidFill>
                  <a:srgbClr val="0F1115"/>
                </a:solidFill>
                <a:effectLst/>
                <a:latin typeface="quote-cjk-patch"/>
              </a:rPr>
              <a:t>联合 </a:t>
            </a:r>
            <a:r>
              <a:rPr lang="en-US" altLang="zh-CN" b="0" i="0" dirty="0">
                <a:solidFill>
                  <a:srgbClr val="0F1115"/>
                </a:solidFill>
                <a:effectLst/>
                <a:latin typeface="quote-cjk-patch"/>
              </a:rPr>
              <a:t>VPR=0.9077</a:t>
            </a:r>
            <a:r>
              <a:rPr lang="zh-CN" altLang="en-US" b="0" i="0" dirty="0">
                <a:solidFill>
                  <a:srgbClr val="0F1115"/>
                </a:solidFill>
                <a:effectLst/>
                <a:latin typeface="quote-cjk-patch"/>
              </a:rPr>
              <a:t>，明显超越竞争变体</a:t>
            </a:r>
          </a:p>
        </p:txBody>
      </p:sp>
      <p:sp>
        <p:nvSpPr>
          <p:cNvPr id="4" name="灯片编号占位符 3">
            <a:extLst>
              <a:ext uri="{FF2B5EF4-FFF2-40B4-BE49-F238E27FC236}">
                <a16:creationId xmlns:a16="http://schemas.microsoft.com/office/drawing/2014/main" id="{C8DD3A6B-48C2-473D-958A-169564CC624C}"/>
              </a:ext>
            </a:extLst>
          </p:cNvPr>
          <p:cNvSpPr>
            <a:spLocks noGrp="1"/>
          </p:cNvSpPr>
          <p:nvPr>
            <p:ph type="sldNum" sz="quarter" idx="10"/>
          </p:nvPr>
        </p:nvSpPr>
        <p:spPr/>
        <p:txBody>
          <a:bodyPr/>
          <a:lstStyle/>
          <a:p>
            <a:fld id="{677A2CBA-E486-4DC8-8696-C7854B0A28FD}" type="slidenum">
              <a:rPr lang="zh-CN" altLang="en-US" smtClean="0"/>
              <a:t>78</a:t>
            </a:fld>
            <a:endParaRPr lang="zh-CN" altLang="en-US"/>
          </a:p>
        </p:txBody>
      </p:sp>
    </p:spTree>
    <p:extLst>
      <p:ext uri="{BB962C8B-B14F-4D97-AF65-F5344CB8AC3E}">
        <p14:creationId xmlns:p14="http://schemas.microsoft.com/office/powerpoint/2010/main" val="305217810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39B69-FEE8-3910-D8DB-21D920CA97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F32FAB-549B-3A1A-F82F-746DDFC09803}"/>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87E84EC7-9BB3-38C9-F071-651454340D6A}"/>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b="1" dirty="0">
                <a:solidFill>
                  <a:srgbClr val="0F1115"/>
                </a:solidFill>
                <a:effectLst/>
                <a:latin typeface="quote-cjk-patch"/>
              </a:rPr>
              <a:t>消融实验</a:t>
            </a:r>
            <a:r>
              <a:rPr lang="en-US" altLang="zh-CN" b="1" dirty="0">
                <a:solidFill>
                  <a:srgbClr val="0F1115"/>
                </a:solidFill>
                <a:effectLst/>
                <a:latin typeface="quote-cjk-patch"/>
              </a:rPr>
              <a:t>——</a:t>
            </a:r>
            <a:r>
              <a:rPr lang="zh-CN" altLang="en-US" b="1" dirty="0">
                <a:solidFill>
                  <a:srgbClr val="0F1115"/>
                </a:solidFill>
                <a:effectLst/>
                <a:latin typeface="quote-cjk-patch"/>
              </a:rPr>
              <a:t>正交张量分解有效性</a:t>
            </a:r>
          </a:p>
          <a:p>
            <a:pPr algn="just"/>
            <a:endParaRPr lang="en-US" altLang="zh-CN" sz="1600" kern="1200" dirty="0">
              <a:solidFill>
                <a:schemeClr val="tx1"/>
              </a:solidFill>
              <a:effectLst/>
              <a:latin typeface="微软雅黑" panose="020B0503020204020204" charset="-122"/>
              <a:ea typeface="微软雅黑" panose="020B0503020204020204" charset="-122"/>
              <a:cs typeface="+mn-cs"/>
            </a:endParaRPr>
          </a:p>
          <a:p>
            <a:pPr algn="l">
              <a:buFont typeface="Arial" panose="020B0604020202020204" pitchFamily="34" charset="0"/>
              <a:buChar char="•"/>
            </a:pPr>
            <a:r>
              <a:rPr lang="zh-CN" altLang="en-US" b="0" i="0" dirty="0">
                <a:solidFill>
                  <a:srgbClr val="0F1115"/>
                </a:solidFill>
                <a:effectLst/>
                <a:latin typeface="quote-cjk-patch"/>
              </a:rPr>
              <a:t>正交张量分解在不同数据集和指标上</a:t>
            </a:r>
            <a:r>
              <a:rPr lang="zh-CN" altLang="en-US" b="1" i="0" dirty="0">
                <a:solidFill>
                  <a:srgbClr val="0F1115"/>
                </a:solidFill>
                <a:effectLst/>
                <a:latin typeface="quote-cjk-patch"/>
              </a:rPr>
              <a:t>取得最佳整体性能</a:t>
            </a:r>
            <a:endParaRPr lang="zh-CN" altLang="en-US" b="0" i="0" dirty="0">
              <a:solidFill>
                <a:srgbClr val="0F1115"/>
              </a:solidFill>
              <a:effectLst/>
              <a:latin typeface="quote-cjk-patch"/>
            </a:endParaRPr>
          </a:p>
          <a:p>
            <a:pPr algn="l">
              <a:buFont typeface="Arial" panose="020B0604020202020204" pitchFamily="34" charset="0"/>
              <a:buChar char="•"/>
            </a:pPr>
            <a:r>
              <a:rPr lang="en-US" altLang="zh-CN" b="0" i="0" dirty="0">
                <a:solidFill>
                  <a:srgbClr val="0F1115"/>
                </a:solidFill>
                <a:effectLst/>
                <a:latin typeface="quote-cjk-patch"/>
              </a:rPr>
              <a:t>SWAT </a:t>
            </a:r>
            <a:r>
              <a:rPr lang="zh-CN" altLang="en-US" b="0" i="0" dirty="0">
                <a:solidFill>
                  <a:srgbClr val="0F1115"/>
                </a:solidFill>
                <a:effectLst/>
                <a:latin typeface="quote-cjk-patch"/>
              </a:rPr>
              <a:t>数据集：</a:t>
            </a:r>
            <a:r>
              <a:rPr lang="en-US" altLang="zh-CN" b="0" i="0" dirty="0">
                <a:solidFill>
                  <a:srgbClr val="0F1115"/>
                </a:solidFill>
                <a:effectLst/>
                <a:latin typeface="quote-cjk-patch"/>
              </a:rPr>
              <a:t>F1=0.9778</a:t>
            </a:r>
            <a:r>
              <a:rPr lang="zh-CN" altLang="en-US" b="0" i="0" dirty="0">
                <a:solidFill>
                  <a:srgbClr val="0F1115"/>
                </a:solidFill>
                <a:effectLst/>
                <a:latin typeface="quote-cjk-patch"/>
              </a:rPr>
              <a:t>，优于两个竞争变体</a:t>
            </a:r>
          </a:p>
        </p:txBody>
      </p:sp>
      <p:sp>
        <p:nvSpPr>
          <p:cNvPr id="4" name="灯片编号占位符 3">
            <a:extLst>
              <a:ext uri="{FF2B5EF4-FFF2-40B4-BE49-F238E27FC236}">
                <a16:creationId xmlns:a16="http://schemas.microsoft.com/office/drawing/2014/main" id="{2EF8B099-2083-1AF5-37D4-6E07931C4694}"/>
              </a:ext>
            </a:extLst>
          </p:cNvPr>
          <p:cNvSpPr>
            <a:spLocks noGrp="1"/>
          </p:cNvSpPr>
          <p:nvPr>
            <p:ph type="sldNum" sz="quarter" idx="10"/>
          </p:nvPr>
        </p:nvSpPr>
        <p:spPr/>
        <p:txBody>
          <a:bodyPr/>
          <a:lstStyle/>
          <a:p>
            <a:fld id="{677A2CBA-E486-4DC8-8696-C7854B0A28FD}" type="slidenum">
              <a:rPr lang="zh-CN" altLang="en-US" smtClean="0"/>
              <a:t>79</a:t>
            </a:fld>
            <a:endParaRPr lang="zh-CN" altLang="en-US"/>
          </a:p>
        </p:txBody>
      </p:sp>
    </p:spTree>
    <p:extLst>
      <p:ext uri="{BB962C8B-B14F-4D97-AF65-F5344CB8AC3E}">
        <p14:creationId xmlns:p14="http://schemas.microsoft.com/office/powerpoint/2010/main" val="393618661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80</a:t>
            </a:fld>
            <a:endParaRPr lang="zh-CN" altLang="en-US"/>
          </a:p>
        </p:txBody>
      </p:sp>
    </p:spTree>
    <p:extLst>
      <p:ext uri="{BB962C8B-B14F-4D97-AF65-F5344CB8AC3E}">
        <p14:creationId xmlns:p14="http://schemas.microsoft.com/office/powerpoint/2010/main" val="425437783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B11E5-E24E-49C3-CE84-09CB584B43A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75FDB88-581D-0F30-CD3D-B701929A6C22}"/>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24F471F6-1386-B958-C753-0B506DA07E9B}"/>
              </a:ext>
            </a:extLst>
          </p:cNvPr>
          <p:cNvSpPr>
            <a:spLocks noGrp="1"/>
          </p:cNvSpPr>
          <p:nvPr>
            <p:ph type="body" idx="1"/>
          </p:nvPr>
        </p:nvSpPr>
        <p:spPr/>
        <p:txBody>
          <a:bodyPr/>
          <a:lstStyle/>
          <a:p>
            <a:pPr algn="just"/>
            <a:r>
              <a:rPr lang="en-US" altLang="zh-CN" b="1" i="0" dirty="0">
                <a:solidFill>
                  <a:srgbClr val="0F1115"/>
                </a:solidFill>
                <a:effectLst/>
                <a:latin typeface="quote-cjk-patch"/>
              </a:rPr>
              <a:t>TFSAD </a:t>
            </a:r>
            <a:r>
              <a:rPr lang="zh-CN" altLang="en-US" b="1" i="0" dirty="0">
                <a:solidFill>
                  <a:srgbClr val="0F1115"/>
                </a:solidFill>
                <a:effectLst/>
                <a:latin typeface="quote-cjk-patch"/>
              </a:rPr>
              <a:t>通过“</a:t>
            </a:r>
            <a:r>
              <a:rPr lang="en-US" altLang="zh-CN" b="1" i="0" dirty="0">
                <a:solidFill>
                  <a:srgbClr val="0F1115"/>
                </a:solidFill>
                <a:effectLst/>
                <a:latin typeface="quote-cjk-patch"/>
              </a:rPr>
              <a:t>Local-global 4 </a:t>
            </a:r>
            <a:r>
              <a:rPr lang="zh-CN" altLang="en-US" b="1" i="0" dirty="0">
                <a:solidFill>
                  <a:srgbClr val="0F1115"/>
                </a:solidFill>
                <a:effectLst/>
                <a:latin typeface="quote-cjk-patch"/>
              </a:rPr>
              <a:t>阶张量构建 </a:t>
            </a:r>
            <a:r>
              <a:rPr lang="en-US" altLang="zh-CN" b="1" i="0" dirty="0">
                <a:solidFill>
                  <a:srgbClr val="0F1115"/>
                </a:solidFill>
                <a:effectLst/>
                <a:latin typeface="quote-cjk-patch"/>
              </a:rPr>
              <a:t>+ </a:t>
            </a:r>
            <a:r>
              <a:rPr lang="zh-CN" altLang="en-US" b="1" i="0" dirty="0">
                <a:solidFill>
                  <a:srgbClr val="0F1115"/>
                </a:solidFill>
                <a:effectLst/>
                <a:latin typeface="quote-cjk-patch"/>
              </a:rPr>
              <a:t>正交张量分解 </a:t>
            </a:r>
            <a:r>
              <a:rPr lang="en-US" altLang="zh-CN" b="1" i="0" dirty="0">
                <a:solidFill>
                  <a:srgbClr val="0F1115"/>
                </a:solidFill>
                <a:effectLst/>
                <a:latin typeface="quote-cjk-patch"/>
              </a:rPr>
              <a:t>+ </a:t>
            </a:r>
            <a:r>
              <a:rPr lang="zh-CN" altLang="en-US" b="1" i="0" dirty="0">
                <a:solidFill>
                  <a:srgbClr val="0F1115"/>
                </a:solidFill>
                <a:effectLst/>
                <a:latin typeface="quote-cjk-patch"/>
              </a:rPr>
              <a:t>双向大核卷积”三级处理，将工业多传感器信号中的时间、频率、空间三种异构表征对齐到统一的可比较表示空间，为多传感器异常检测提供了系统性的表征对齐方案。</a:t>
            </a:r>
            <a:endParaRPr lang="en-US" altLang="zh-CN" b="1" i="0" dirty="0">
              <a:solidFill>
                <a:srgbClr val="0F1115"/>
              </a:solidFill>
              <a:effectLst/>
              <a:latin typeface="quote-cjk-patch"/>
            </a:endParaRPr>
          </a:p>
          <a:p>
            <a:pPr algn="just"/>
            <a:endParaRPr lang="en-US" altLang="zh-CN" sz="1600" b="1" i="0" kern="1200" dirty="0">
              <a:solidFill>
                <a:srgbClr val="0F1115"/>
              </a:solidFill>
              <a:effectLst/>
              <a:latin typeface="quote-cjk-patch"/>
              <a:ea typeface="微软雅黑" panose="020B0503020204020204" charset="-122"/>
              <a:cs typeface="+mn-cs"/>
            </a:endParaRPr>
          </a:p>
          <a:p>
            <a:pPr algn="l">
              <a:buFont typeface="Arial" panose="020B0604020202020204" pitchFamily="34" charset="0"/>
              <a:buChar char="•"/>
            </a:pPr>
            <a:r>
              <a:rPr lang="zh-CN" altLang="en-US" b="0" i="0" dirty="0">
                <a:solidFill>
                  <a:srgbClr val="0F1115"/>
                </a:solidFill>
                <a:effectLst/>
                <a:latin typeface="quote-cjk-patch"/>
              </a:rPr>
              <a:t>未来方向：</a:t>
            </a:r>
          </a:p>
          <a:p>
            <a:pPr marL="742950" lvl="1" indent="-285750" algn="l">
              <a:buFont typeface="Arial" panose="020B0604020202020204" pitchFamily="34" charset="0"/>
              <a:buChar char="•"/>
            </a:pPr>
            <a:r>
              <a:rPr lang="zh-CN" altLang="en-US" b="0" i="0" dirty="0">
                <a:solidFill>
                  <a:srgbClr val="0F1115"/>
                </a:solidFill>
                <a:effectLst/>
                <a:latin typeface="quote-cjk-patch"/>
              </a:rPr>
              <a:t>优化正交张量分解效率</a:t>
            </a:r>
          </a:p>
          <a:p>
            <a:pPr marL="742950" lvl="1" indent="-285750" algn="l">
              <a:buFont typeface="Arial" panose="020B0604020202020204" pitchFamily="34" charset="0"/>
              <a:buChar char="•"/>
            </a:pPr>
            <a:r>
              <a:rPr lang="zh-CN" altLang="en-US" b="0" i="0" dirty="0">
                <a:solidFill>
                  <a:srgbClr val="0F1115"/>
                </a:solidFill>
                <a:effectLst/>
                <a:latin typeface="quote-cjk-patch"/>
              </a:rPr>
              <a:t>扩展到更多传感器类型与工业场景</a:t>
            </a:r>
          </a:p>
          <a:p>
            <a:pPr marL="742950" lvl="1" indent="-285750" algn="l">
              <a:buFont typeface="Arial" panose="020B0604020202020204" pitchFamily="34" charset="0"/>
              <a:buChar char="•"/>
            </a:pPr>
            <a:r>
              <a:rPr lang="zh-CN" altLang="en-US" b="0" i="0" dirty="0">
                <a:solidFill>
                  <a:srgbClr val="0F1115"/>
                </a:solidFill>
                <a:effectLst/>
                <a:latin typeface="quote-cjk-patch"/>
              </a:rPr>
              <a:t>自适应超参数选择</a:t>
            </a:r>
          </a:p>
        </p:txBody>
      </p:sp>
      <p:sp>
        <p:nvSpPr>
          <p:cNvPr id="4" name="灯片编号占位符 3">
            <a:extLst>
              <a:ext uri="{FF2B5EF4-FFF2-40B4-BE49-F238E27FC236}">
                <a16:creationId xmlns:a16="http://schemas.microsoft.com/office/drawing/2014/main" id="{75FC5E61-32CC-77B2-4878-305D024F2F9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351791276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DC63F-C8AA-DD3D-4CCF-FE55B3A078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1715473-67FD-58B8-DC79-A2DF2FBAE591}"/>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BE970D72-6ABD-98A8-2F4E-4778971E4FCB}"/>
              </a:ext>
            </a:extLst>
          </p:cNvPr>
          <p:cNvSpPr>
            <a:spLocks noGrp="1"/>
          </p:cNvSpPr>
          <p:nvPr>
            <p:ph type="body" idx="1"/>
          </p:nvPr>
        </p:nvSpPr>
        <p:spPr/>
        <p:txBody>
          <a:bodyPr/>
          <a:lstStyle/>
          <a:p>
            <a:pPr algn="just"/>
            <a:r>
              <a:rPr lang="zh-CN" altLang="en-US" sz="1600" kern="1200" dirty="0">
                <a:solidFill>
                  <a:schemeClr val="tx1"/>
                </a:solidFill>
                <a:effectLst/>
                <a:latin typeface="微软雅黑" panose="020B0503020204020204" charset="-122"/>
                <a:ea typeface="微软雅黑" panose="020B0503020204020204" charset="-122"/>
                <a:cs typeface="+mn-cs"/>
              </a:rPr>
              <a:t>异构多传感器对齐应该构建多层级对齐框架，而不是单一层级的对齐。</a:t>
            </a:r>
          </a:p>
          <a:p>
            <a:pPr algn="just"/>
            <a:r>
              <a:rPr lang="zh-CN" altLang="en-US" sz="1600" kern="1200" dirty="0">
                <a:solidFill>
                  <a:schemeClr val="tx1"/>
                </a:solidFill>
                <a:effectLst/>
                <a:latin typeface="微软雅黑" panose="020B0503020204020204" charset="-122"/>
                <a:ea typeface="微软雅黑" panose="020B0503020204020204" charset="-122"/>
                <a:cs typeface="+mn-cs"/>
              </a:rPr>
              <a:t>对齐的目标应包含特征本身和特征间关系两部分。</a:t>
            </a:r>
          </a:p>
          <a:p>
            <a:pPr algn="just"/>
            <a:r>
              <a:rPr lang="zh-CN" altLang="en-US" sz="1600" kern="1200" dirty="0">
                <a:solidFill>
                  <a:schemeClr val="tx1"/>
                </a:solidFill>
                <a:effectLst/>
                <a:latin typeface="微软雅黑" panose="020B0503020204020204" charset="-122"/>
                <a:ea typeface="微软雅黑" panose="020B0503020204020204" charset="-122"/>
                <a:cs typeface="+mn-cs"/>
              </a:rPr>
              <a:t>对齐前先去除冗余、解耦异构成分，能显著提升对齐效果。</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5155BA4A-9CE5-3DB8-6657-06199DC75BF4}"/>
              </a:ext>
            </a:extLst>
          </p:cNvPr>
          <p:cNvSpPr>
            <a:spLocks noGrp="1"/>
          </p:cNvSpPr>
          <p:nvPr>
            <p:ph type="sldNum" sz="quarter" idx="10"/>
          </p:nvPr>
        </p:nvSpPr>
        <p:spPr/>
        <p:txBody>
          <a:bodyPr/>
          <a:lstStyle/>
          <a:p>
            <a:fld id="{677A2CBA-E486-4DC8-8696-C7854B0A28FD}" type="slidenum">
              <a:rPr lang="zh-CN" altLang="en-US" smtClean="0"/>
              <a:t>82</a:t>
            </a:fld>
            <a:endParaRPr lang="zh-CN" altLang="en-US"/>
          </a:p>
        </p:txBody>
      </p:sp>
    </p:spTree>
    <p:extLst>
      <p:ext uri="{BB962C8B-B14F-4D97-AF65-F5344CB8AC3E}">
        <p14:creationId xmlns:p14="http://schemas.microsoft.com/office/powerpoint/2010/main" val="55246014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83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5" name="Footer Placeholder 4"/>
          <p:cNvSpPr>
            <a:spLocks noGrp="1"/>
          </p:cNvSpPr>
          <p:nvPr>
            <p:ph type="ftr" sz="quarter" idx="11"/>
          </p:nvPr>
        </p:nvSpPr>
        <p:spPr/>
        <p:txBody>
          <a:bodyPr/>
          <a:lstStyle/>
          <a:p>
            <a:endParaRPr lang="zh-HK" altLang="en-US"/>
          </a:p>
        </p:txBody>
      </p:sp>
      <p:grpSp>
        <p:nvGrpSpPr>
          <p:cNvPr id="7" name="组合 6">
            <a:extLst>
              <a:ext uri="{FF2B5EF4-FFF2-40B4-BE49-F238E27FC236}">
                <a16:creationId xmlns:a16="http://schemas.microsoft.com/office/drawing/2014/main" id="{752D399B-10EF-4EA5-8ED2-3DC0A3B5B942}"/>
              </a:ext>
            </a:extLst>
          </p:cNvPr>
          <p:cNvGrpSpPr/>
          <p:nvPr userDrawn="1"/>
        </p:nvGrpSpPr>
        <p:grpSpPr>
          <a:xfrm>
            <a:off x="-1" y="6548011"/>
            <a:ext cx="12192001" cy="309989"/>
            <a:chOff x="0" y="6564501"/>
            <a:chExt cx="9144000" cy="292903"/>
          </a:xfrm>
        </p:grpSpPr>
        <p:sp>
          <p:nvSpPr>
            <p:cNvPr id="8" name="矩形 7">
              <a:extLst>
                <a:ext uri="{FF2B5EF4-FFF2-40B4-BE49-F238E27FC236}">
                  <a16:creationId xmlns:a16="http://schemas.microsoft.com/office/drawing/2014/main" id="{435286D4-D3DE-43AD-AD3E-743FB34E1640}"/>
                </a:ext>
              </a:extLst>
            </p:cNvPr>
            <p:cNvSpPr/>
            <p:nvPr/>
          </p:nvSpPr>
          <p:spPr>
            <a:xfrm>
              <a:off x="8854294" y="6564501"/>
              <a:ext cx="289706" cy="288000"/>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08186E96-158A-47AB-B2A6-E7F9BD27D01B}"/>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 name="灯片编号占位符 5">
            <a:extLst>
              <a:ext uri="{FF2B5EF4-FFF2-40B4-BE49-F238E27FC236}">
                <a16:creationId xmlns:a16="http://schemas.microsoft.com/office/drawing/2014/main" id="{20DA6F79-33E3-499D-B2BD-9FF5A247960E}"/>
              </a:ext>
            </a:extLst>
          </p:cNvPr>
          <p:cNvSpPr txBox="1"/>
          <p:nvPr userDrawn="1"/>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a:t>
            </a:fld>
            <a:endParaRPr lang="zh-HK" altLang="en-US" sz="1600" dirty="0">
              <a:solidFill>
                <a:schemeClr val="bg1"/>
              </a:solidFill>
            </a:endParaRPr>
          </a:p>
        </p:txBody>
      </p:sp>
    </p:spTree>
    <p:extLst>
      <p:ext uri="{BB962C8B-B14F-4D97-AF65-F5344CB8AC3E}">
        <p14:creationId xmlns:p14="http://schemas.microsoft.com/office/powerpoint/2010/main" val="1588630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Footer Placeholder 4"/>
          <p:cNvSpPr>
            <a:spLocks noGrp="1"/>
          </p:cNvSpPr>
          <p:nvPr>
            <p:ph type="ftr" sz="quarter" idx="11"/>
          </p:nvPr>
        </p:nvSpPr>
        <p:spPr/>
        <p:txBody>
          <a:bodyPr/>
          <a:lstStyle/>
          <a:p>
            <a:endParaRPr lang="zh-HK" altLang="en-US" dirty="0"/>
          </a:p>
        </p:txBody>
      </p:sp>
      <p:pic>
        <p:nvPicPr>
          <p:cNvPr id="7" name="图片 6">
            <a:extLst>
              <a:ext uri="{FF2B5EF4-FFF2-40B4-BE49-F238E27FC236}">
                <a16:creationId xmlns:a16="http://schemas.microsoft.com/office/drawing/2014/main" id="{512EEB69-5A2A-4D9F-9322-45F2AE4FA6BA}"/>
              </a:ext>
            </a:extLst>
          </p:cNvPr>
          <p:cNvPicPr>
            <a:picLocks noChangeAspect="1"/>
          </p:cNvPicPr>
          <p:nvPr userDrawn="1"/>
        </p:nvPicPr>
        <p:blipFill>
          <a:blip r:embed="rId2" cstate="print">
            <a:clrChange>
              <a:clrFrom>
                <a:srgbClr val="FFFFFF"/>
              </a:clrFrom>
              <a:clrTo>
                <a:srgbClr val="FFFFFF">
                  <a:alpha val="0"/>
                </a:srgbClr>
              </a:clrTo>
            </a:clrChang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extLst>
      <p:ext uri="{BB962C8B-B14F-4D97-AF65-F5344CB8AC3E}">
        <p14:creationId xmlns:p14="http://schemas.microsoft.com/office/powerpoint/2010/main" val="3697543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3FA986A-FE73-4398-9AE5-9B401A3A8672}" type="datetime1">
              <a:rPr lang="zh-HK" altLang="en-US" smtClean="0"/>
              <a:t>21/9/2026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extLst>
      <p:ext uri="{BB962C8B-B14F-4D97-AF65-F5344CB8AC3E}">
        <p14:creationId xmlns:p14="http://schemas.microsoft.com/office/powerpoint/2010/main" val="2318490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02CEBE9A-D6CF-409F-8B35-536E38E32E00}" type="datetime1">
              <a:rPr lang="zh-HK" altLang="en-US" smtClean="0"/>
              <a:t>21/9/2026</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extLst>
      <p:ext uri="{BB962C8B-B14F-4D97-AF65-F5344CB8AC3E}">
        <p14:creationId xmlns:p14="http://schemas.microsoft.com/office/powerpoint/2010/main" val="538399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2860B113-B6BB-456A-948C-909854A2CE25}" type="datetime1">
              <a:rPr lang="zh-HK" altLang="en-US" smtClean="0"/>
              <a:t>21/9/2026</a:t>
            </a:fld>
            <a:endParaRPr lang="zh-HK" altLang="en-US"/>
          </a:p>
        </p:txBody>
      </p:sp>
      <p:sp>
        <p:nvSpPr>
          <p:cNvPr id="8" name="Footer Placeholder 7"/>
          <p:cNvSpPr>
            <a:spLocks noGrp="1"/>
          </p:cNvSpPr>
          <p:nvPr>
            <p:ph type="ftr" sz="quarter" idx="11"/>
          </p:nvPr>
        </p:nvSpPr>
        <p:spPr/>
        <p:txBody>
          <a:bodyPr/>
          <a:lstStyle/>
          <a:p>
            <a:endParaRPr lang="zh-HK" alt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extLst>
      <p:ext uri="{BB962C8B-B14F-4D97-AF65-F5344CB8AC3E}">
        <p14:creationId xmlns:p14="http://schemas.microsoft.com/office/powerpoint/2010/main" val="3620015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AAF73846-97E0-4FFF-B076-3986A5617372}" type="datetime1">
              <a:rPr lang="zh-HK" altLang="en-US" smtClean="0"/>
              <a:t>21/9/2026</a:t>
            </a:fld>
            <a:endParaRPr lang="zh-HK" altLang="en-US"/>
          </a:p>
        </p:txBody>
      </p:sp>
      <p:sp>
        <p:nvSpPr>
          <p:cNvPr id="4" name="Footer Placeholder 3"/>
          <p:cNvSpPr>
            <a:spLocks noGrp="1"/>
          </p:cNvSpPr>
          <p:nvPr>
            <p:ph type="ftr" sz="quarter" idx="11"/>
          </p:nvPr>
        </p:nvSpPr>
        <p:spPr/>
        <p:txBody>
          <a:bodyPr/>
          <a:lstStyle/>
          <a:p>
            <a:endParaRPr lang="zh-HK" alt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extLst>
      <p:ext uri="{BB962C8B-B14F-4D97-AF65-F5344CB8AC3E}">
        <p14:creationId xmlns:p14="http://schemas.microsoft.com/office/powerpoint/2010/main" val="2593331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883798C-AF67-42D6-828B-2970DD555736}" type="datetime1">
              <a:rPr lang="zh-HK" altLang="en-US" smtClean="0"/>
              <a:t>21/9/2026</a:t>
            </a:fld>
            <a:endParaRPr lang="zh-HK" altLang="en-US"/>
          </a:p>
        </p:txBody>
      </p:sp>
      <p:sp>
        <p:nvSpPr>
          <p:cNvPr id="3" name="Footer Placeholder 2"/>
          <p:cNvSpPr>
            <a:spLocks noGrp="1"/>
          </p:cNvSpPr>
          <p:nvPr>
            <p:ph type="ftr" sz="quarter" idx="11"/>
          </p:nvPr>
        </p:nvSpPr>
        <p:spPr/>
        <p:txBody>
          <a:bodyPr/>
          <a:lstStyle/>
          <a:p>
            <a:endParaRPr lang="zh-HK" alt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extLst>
      <p:ext uri="{BB962C8B-B14F-4D97-AF65-F5344CB8AC3E}">
        <p14:creationId xmlns:p14="http://schemas.microsoft.com/office/powerpoint/2010/main" val="913122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721BB204-8DBB-4C44-9B30-9DD9D703E0DA}" type="datetime1">
              <a:rPr lang="zh-HK" altLang="en-US" smtClean="0"/>
              <a:t>21/9/2026</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extLst>
      <p:ext uri="{BB962C8B-B14F-4D97-AF65-F5344CB8AC3E}">
        <p14:creationId xmlns:p14="http://schemas.microsoft.com/office/powerpoint/2010/main" val="1710607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0DC8259E-C15E-44C8-BC29-FA4578202D53}" type="datetime1">
              <a:rPr lang="zh-HK" altLang="en-US" smtClean="0"/>
              <a:t>21/9/2026</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extLst>
      <p:ext uri="{BB962C8B-B14F-4D97-AF65-F5344CB8AC3E}">
        <p14:creationId xmlns:p14="http://schemas.microsoft.com/office/powerpoint/2010/main" val="1872743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29C0749D-2F59-4EC7-BBFF-A9307FBB7504}" type="datetime1">
              <a:rPr lang="zh-HK" altLang="en-US" smtClean="0"/>
              <a:t>21/9/2026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extLst>
      <p:ext uri="{BB962C8B-B14F-4D97-AF65-F5344CB8AC3E}">
        <p14:creationId xmlns:p14="http://schemas.microsoft.com/office/powerpoint/2010/main" val="2479807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ED9A26AC-1923-4427-B4CD-19CD4F07AC4B}" type="datetime1">
              <a:rPr lang="zh-HK" altLang="en-US" smtClean="0"/>
              <a:t>21/9/2026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extLst>
      <p:ext uri="{BB962C8B-B14F-4D97-AF65-F5344CB8AC3E}">
        <p14:creationId xmlns:p14="http://schemas.microsoft.com/office/powerpoint/2010/main" val="15859849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60539F5-6FE0-462E-8801-6C439ED55DD0}" type="datetime1">
              <a:rPr lang="zh-HK" altLang="en-US" smtClean="0">
                <a:solidFill>
                  <a:prstClr val="black">
                    <a:tint val="75000"/>
                  </a:prstClr>
                </a:solidFill>
              </a:rPr>
              <a:t>21/9/2026</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extLst>
      <p:ext uri="{BB962C8B-B14F-4D97-AF65-F5344CB8AC3E}">
        <p14:creationId xmlns:p14="http://schemas.microsoft.com/office/powerpoint/2010/main" val="16303332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C47E231-8E48-434B-9644-8EFCA1F3D642}" type="datetime1">
              <a:rPr lang="zh-HK" altLang="en-US" smtClean="0">
                <a:solidFill>
                  <a:prstClr val="black">
                    <a:tint val="75000"/>
                  </a:prstClr>
                </a:solidFill>
              </a:rPr>
              <a:t>21/9/2026</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extLst>
      <p:ext uri="{BB962C8B-B14F-4D97-AF65-F5344CB8AC3E}">
        <p14:creationId xmlns:p14="http://schemas.microsoft.com/office/powerpoint/2010/main" val="36954114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FC38EA1-C396-483E-8A5E-9E425BDFD51A}" type="datetime1">
              <a:rPr lang="zh-HK" altLang="en-US" smtClean="0">
                <a:solidFill>
                  <a:prstClr val="black">
                    <a:tint val="75000"/>
                  </a:prstClr>
                </a:solidFill>
              </a:rPr>
              <a:t>21/9/2026</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extLst>
      <p:ext uri="{BB962C8B-B14F-4D97-AF65-F5344CB8AC3E}">
        <p14:creationId xmlns:p14="http://schemas.microsoft.com/office/powerpoint/2010/main" val="35954350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800D9915-9474-4789-A728-2794EAF01914}" type="datetime1">
              <a:rPr lang="zh-HK" altLang="en-US" smtClean="0">
                <a:solidFill>
                  <a:prstClr val="black">
                    <a:tint val="75000"/>
                  </a:prstClr>
                </a:solidFill>
              </a:rPr>
              <a:t>21/9/2026</a:t>
            </a:fld>
            <a:endParaRPr lang="zh-HK"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extLst>
      <p:ext uri="{BB962C8B-B14F-4D97-AF65-F5344CB8AC3E}">
        <p14:creationId xmlns:p14="http://schemas.microsoft.com/office/powerpoint/2010/main" val="29974027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73671A44-F950-4B7A-AC4F-B97F35CA1D88}" type="datetime1">
              <a:rPr lang="zh-HK" altLang="en-US" smtClean="0">
                <a:solidFill>
                  <a:prstClr val="black">
                    <a:tint val="75000"/>
                  </a:prstClr>
                </a:solidFill>
              </a:rPr>
              <a:t>21/9/2026</a:t>
            </a:fld>
            <a:endParaRPr lang="zh-HK"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HK"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extLst>
      <p:ext uri="{BB962C8B-B14F-4D97-AF65-F5344CB8AC3E}">
        <p14:creationId xmlns:p14="http://schemas.microsoft.com/office/powerpoint/2010/main" val="36422499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9F8A491-66AD-4349-90C4-46A92855ED2C}" type="datetime1">
              <a:rPr lang="zh-HK" altLang="en-US" smtClean="0">
                <a:solidFill>
                  <a:prstClr val="black">
                    <a:tint val="75000"/>
                  </a:prstClr>
                </a:solidFill>
              </a:rPr>
              <a:t>21/9/2026</a:t>
            </a:fld>
            <a:endParaRPr lang="zh-HK"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HK"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extLst>
      <p:ext uri="{BB962C8B-B14F-4D97-AF65-F5344CB8AC3E}">
        <p14:creationId xmlns:p14="http://schemas.microsoft.com/office/powerpoint/2010/main" val="37662484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201FAA-338E-485B-B115-2C62AD2A5A1C}" type="datetime1">
              <a:rPr lang="zh-HK" altLang="en-US" smtClean="0">
                <a:solidFill>
                  <a:prstClr val="black">
                    <a:tint val="75000"/>
                  </a:prstClr>
                </a:solidFill>
              </a:rPr>
              <a:t>21/9/2026</a:t>
            </a:fld>
            <a:endParaRPr lang="zh-HK"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HK" altLang="en-US">
              <a:solidFill>
                <a:prstClr val="black">
                  <a:tint val="75000"/>
                </a:prstClr>
              </a:solidFill>
            </a:endParaRPr>
          </a:p>
        </p:txBody>
      </p:sp>
      <p:sp>
        <p:nvSpPr>
          <p:cNvPr id="4" name="Slide Number Placeholder 3"/>
          <p:cNvSpPr>
            <a:spLocks noGrp="1"/>
          </p:cNvSpPr>
          <p:nvPr>
            <p:ph type="sldNum" sz="quarter" idx="12"/>
          </p:nvPr>
        </p:nvSpPr>
        <p:spPr>
          <a:xfrm>
            <a:off x="11784000" y="6478905"/>
            <a:ext cx="408000" cy="365125"/>
          </a:xfrm>
        </p:spPr>
        <p:txBody>
          <a:bodyPr/>
          <a:lstStyle>
            <a:lvl1pPr>
              <a:defRPr>
                <a:solidFill>
                  <a:schemeClr val="bg1"/>
                </a:solidFill>
                <a:latin typeface="Times New Roman" panose="02020603050405020304" pitchFamily="18" charset="0"/>
                <a:cs typeface="Times New Roman" panose="02020603050405020304" pitchFamily="18" charset="0"/>
              </a:defRPr>
            </a:lvl1pPr>
          </a:lstStyle>
          <a:p>
            <a:fld id="{8592E714-8771-4256-B120-A1444CD7D5F3}" type="slidenum">
              <a:rPr lang="zh-HK" altLang="en-US" smtClean="0"/>
              <a:pPr/>
              <a:t>‹#›</a:t>
            </a:fld>
            <a:endParaRPr lang="zh-HK" altLang="en-US" dirty="0"/>
          </a:p>
        </p:txBody>
      </p:sp>
    </p:spTree>
    <p:extLst>
      <p:ext uri="{BB962C8B-B14F-4D97-AF65-F5344CB8AC3E}">
        <p14:creationId xmlns:p14="http://schemas.microsoft.com/office/powerpoint/2010/main" val="31076493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A5B1DE-47B3-429F-89C9-1DFC8A28EB62}" type="datetime1">
              <a:rPr lang="zh-HK" altLang="en-US" smtClean="0">
                <a:solidFill>
                  <a:prstClr val="black">
                    <a:tint val="75000"/>
                  </a:prstClr>
                </a:solidFill>
              </a:rPr>
              <a:t>21/9/2026</a:t>
            </a:fld>
            <a:endParaRPr lang="zh-HK"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extLst>
      <p:ext uri="{BB962C8B-B14F-4D97-AF65-F5344CB8AC3E}">
        <p14:creationId xmlns:p14="http://schemas.microsoft.com/office/powerpoint/2010/main" val="18018275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FC4DCC9-7DC2-4FFC-8CFA-8A291754AFD9}" type="datetime1">
              <a:rPr lang="zh-HK" altLang="en-US" smtClean="0">
                <a:solidFill>
                  <a:prstClr val="black">
                    <a:tint val="75000"/>
                  </a:prstClr>
                </a:solidFill>
              </a:rPr>
              <a:t>21/9/2026</a:t>
            </a:fld>
            <a:endParaRPr lang="zh-HK"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extLst>
      <p:ext uri="{BB962C8B-B14F-4D97-AF65-F5344CB8AC3E}">
        <p14:creationId xmlns:p14="http://schemas.microsoft.com/office/powerpoint/2010/main" val="2335238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C26E2CC-B67F-44F4-8E63-3D2110F32D98}" type="datetime1">
              <a:rPr lang="zh-HK" altLang="en-US" smtClean="0">
                <a:solidFill>
                  <a:prstClr val="black">
                    <a:tint val="75000"/>
                  </a:prstClr>
                </a:solidFill>
              </a:rPr>
              <a:t>21/9/2026</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extLst>
      <p:ext uri="{BB962C8B-B14F-4D97-AF65-F5344CB8AC3E}">
        <p14:creationId xmlns:p14="http://schemas.microsoft.com/office/powerpoint/2010/main" val="1008073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7FBA692-3A9E-4ECC-B70F-39A38E6FDC85}" type="datetime1">
              <a:rPr lang="zh-HK" altLang="en-US" smtClean="0">
                <a:solidFill>
                  <a:prstClr val="black">
                    <a:tint val="75000"/>
                  </a:prstClr>
                </a:solidFill>
              </a:rPr>
              <a:t>21/9/2026</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extLst>
      <p:ext uri="{BB962C8B-B14F-4D97-AF65-F5344CB8AC3E}">
        <p14:creationId xmlns:p14="http://schemas.microsoft.com/office/powerpoint/2010/main" val="2594122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HK" altLang="en-US"/>
          </a:p>
        </p:txBody>
      </p:sp>
      <p:grpSp>
        <p:nvGrpSpPr>
          <p:cNvPr id="13" name="组合 12">
            <a:extLst>
              <a:ext uri="{FF2B5EF4-FFF2-40B4-BE49-F238E27FC236}">
                <a16:creationId xmlns:a16="http://schemas.microsoft.com/office/drawing/2014/main" id="{CA0BF243-BBBB-45B4-9664-2B2F9FD78E86}"/>
              </a:ext>
            </a:extLst>
          </p:cNvPr>
          <p:cNvGrpSpPr/>
          <p:nvPr userDrawn="1"/>
        </p:nvGrpSpPr>
        <p:grpSpPr>
          <a:xfrm>
            <a:off x="-1" y="6548011"/>
            <a:ext cx="12192001" cy="309989"/>
            <a:chOff x="0" y="6564501"/>
            <a:chExt cx="9144000" cy="292903"/>
          </a:xfrm>
        </p:grpSpPr>
        <p:sp>
          <p:nvSpPr>
            <p:cNvPr id="14" name="矩形 13">
              <a:extLst>
                <a:ext uri="{FF2B5EF4-FFF2-40B4-BE49-F238E27FC236}">
                  <a16:creationId xmlns:a16="http://schemas.microsoft.com/office/drawing/2014/main" id="{C6672294-FD4D-4C29-8C6B-A90ACA13CEBB}"/>
                </a:ext>
              </a:extLst>
            </p:cNvPr>
            <p:cNvSpPr/>
            <p:nvPr/>
          </p:nvSpPr>
          <p:spPr>
            <a:xfrm>
              <a:off x="8854294" y="6564501"/>
              <a:ext cx="289706" cy="288000"/>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5" name="矩形 14">
              <a:extLst>
                <a:ext uri="{FF2B5EF4-FFF2-40B4-BE49-F238E27FC236}">
                  <a16:creationId xmlns:a16="http://schemas.microsoft.com/office/drawing/2014/main" id="{9DAEB5F5-FCBA-40A1-8B8D-941D4F65269A}"/>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6" name="灯片编号占位符 5">
            <a:extLst>
              <a:ext uri="{FF2B5EF4-FFF2-40B4-BE49-F238E27FC236}">
                <a16:creationId xmlns:a16="http://schemas.microsoft.com/office/drawing/2014/main" id="{E22416C1-5B92-4E1F-B2B5-122D5CDBC73C}"/>
              </a:ext>
            </a:extLst>
          </p:cNvPr>
          <p:cNvSpPr txBox="1"/>
          <p:nvPr userDrawn="1"/>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a:t>
            </a:fld>
            <a:endParaRPr lang="zh-HK" altLang="en-US" sz="1600" dirty="0">
              <a:solidFill>
                <a:schemeClr val="bg1"/>
              </a:solidFill>
            </a:endParaRPr>
          </a:p>
        </p:txBody>
      </p:sp>
    </p:spTree>
    <p:extLst>
      <p:ext uri="{BB962C8B-B14F-4D97-AF65-F5344CB8AC3E}">
        <p14:creationId xmlns:p14="http://schemas.microsoft.com/office/powerpoint/2010/main" val="23098099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40BDA6-FB1E-4C60-AF08-640F56201863}" type="datetime1">
              <a:rPr lang="zh-HK" altLang="en-US" smtClean="0">
                <a:solidFill>
                  <a:prstClr val="black">
                    <a:tint val="75000"/>
                  </a:prstClr>
                </a:solidFill>
              </a:rPr>
              <a:t>21/9/2026</a:t>
            </a:fld>
            <a:endParaRPr lang="zh-HK" alt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HK" altLang="en-US">
              <a:solidFill>
                <a:prstClr val="black">
                  <a:tint val="75000"/>
                </a:prstClr>
              </a:solidFill>
            </a:endParaRPr>
          </a:p>
        </p:txBody>
      </p:sp>
      <p:sp>
        <p:nvSpPr>
          <p:cNvPr id="6" name="Slide Number Placeholder 5"/>
          <p:cNvSpPr>
            <a:spLocks noGrp="1"/>
          </p:cNvSpPr>
          <p:nvPr>
            <p:ph type="sldNum" sz="quarter" idx="4"/>
          </p:nvPr>
        </p:nvSpPr>
        <p:spPr>
          <a:xfrm>
            <a:off x="11712000" y="6421664"/>
            <a:ext cx="367200" cy="365125"/>
          </a:xfrm>
          <a:prstGeom prst="rect">
            <a:avLst/>
          </a:prstGeom>
        </p:spPr>
        <p:txBody>
          <a:bodyPr vert="horz" lIns="91440" tIns="45720" rIns="91440" bIns="45720" rtlCol="0" anchor="ctr"/>
          <a:lstStyle>
            <a:lvl1pPr algn="r">
              <a:defRPr sz="1200">
                <a:solidFill>
                  <a:schemeClr val="bg1"/>
                </a:solidFill>
              </a:defRPr>
            </a:lvl1pPr>
          </a:lstStyle>
          <a:p>
            <a:fld id="{8592E714-8771-4256-B120-A1444CD7D5F3}" type="slidenum">
              <a:rPr lang="zh-HK" altLang="en-US" smtClean="0"/>
              <a:pPr/>
              <a:t>‹#›</a:t>
            </a:fld>
            <a:endParaRPr lang="zh-HK" altLang="en-US" dirty="0"/>
          </a:p>
        </p:txBody>
      </p:sp>
    </p:spTree>
    <p:extLst>
      <p:ext uri="{BB962C8B-B14F-4D97-AF65-F5344CB8AC3E}">
        <p14:creationId xmlns:p14="http://schemas.microsoft.com/office/powerpoint/2010/main" val="297585889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8" Type="http://schemas.openxmlformats.org/officeDocument/2006/relationships/tags" Target="../tags/tag10.xml"/><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notesSlide" Target="../notesSlides/notesSlide2.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slideLayout" Target="../slideLayouts/slideLayout2.xml"/><Relationship Id="rId5" Type="http://schemas.openxmlformats.org/officeDocument/2006/relationships/tags" Target="../tags/tag7.xml"/><Relationship Id="rId10" Type="http://schemas.openxmlformats.org/officeDocument/2006/relationships/tags" Target="../tags/tag12.xml"/><Relationship Id="rId4" Type="http://schemas.openxmlformats.org/officeDocument/2006/relationships/tags" Target="../tags/tag6.xml"/><Relationship Id="rId9" Type="http://schemas.openxmlformats.org/officeDocument/2006/relationships/tags" Target="../tags/tag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tags" Target="../tags/tag25.xml"/><Relationship Id="rId18" Type="http://schemas.openxmlformats.org/officeDocument/2006/relationships/tags" Target="../tags/tag30.xml"/><Relationship Id="rId26" Type="http://schemas.openxmlformats.org/officeDocument/2006/relationships/tags" Target="../tags/tag38.xml"/><Relationship Id="rId3" Type="http://schemas.openxmlformats.org/officeDocument/2006/relationships/tags" Target="../tags/tag15.xml"/><Relationship Id="rId21" Type="http://schemas.openxmlformats.org/officeDocument/2006/relationships/tags" Target="../tags/tag33.xml"/><Relationship Id="rId7" Type="http://schemas.openxmlformats.org/officeDocument/2006/relationships/tags" Target="../tags/tag19.xml"/><Relationship Id="rId12" Type="http://schemas.openxmlformats.org/officeDocument/2006/relationships/tags" Target="../tags/tag24.xml"/><Relationship Id="rId17" Type="http://schemas.openxmlformats.org/officeDocument/2006/relationships/tags" Target="../tags/tag29.xml"/><Relationship Id="rId25" Type="http://schemas.openxmlformats.org/officeDocument/2006/relationships/tags" Target="../tags/tag37.xml"/><Relationship Id="rId2" Type="http://schemas.openxmlformats.org/officeDocument/2006/relationships/tags" Target="../tags/tag14.xml"/><Relationship Id="rId16" Type="http://schemas.openxmlformats.org/officeDocument/2006/relationships/tags" Target="../tags/tag28.xml"/><Relationship Id="rId20" Type="http://schemas.openxmlformats.org/officeDocument/2006/relationships/tags" Target="../tags/tag32.xml"/><Relationship Id="rId29" Type="http://schemas.openxmlformats.org/officeDocument/2006/relationships/slideLayout" Target="../slideLayouts/slideLayout18.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tags" Target="../tags/tag23.xml"/><Relationship Id="rId24" Type="http://schemas.openxmlformats.org/officeDocument/2006/relationships/tags" Target="../tags/tag36.xml"/><Relationship Id="rId32" Type="http://schemas.microsoft.com/office/2007/relationships/hdphoto" Target="../media/hdphoto1.wdp"/><Relationship Id="rId5" Type="http://schemas.openxmlformats.org/officeDocument/2006/relationships/tags" Target="../tags/tag17.xml"/><Relationship Id="rId15" Type="http://schemas.openxmlformats.org/officeDocument/2006/relationships/tags" Target="../tags/tag27.xml"/><Relationship Id="rId23" Type="http://schemas.openxmlformats.org/officeDocument/2006/relationships/tags" Target="../tags/tag35.xml"/><Relationship Id="rId28" Type="http://schemas.openxmlformats.org/officeDocument/2006/relationships/tags" Target="../tags/tag40.xml"/><Relationship Id="rId10" Type="http://schemas.openxmlformats.org/officeDocument/2006/relationships/tags" Target="../tags/tag22.xml"/><Relationship Id="rId19" Type="http://schemas.openxmlformats.org/officeDocument/2006/relationships/tags" Target="../tags/tag31.xml"/><Relationship Id="rId31" Type="http://schemas.openxmlformats.org/officeDocument/2006/relationships/image" Target="../media/image1.png"/><Relationship Id="rId4" Type="http://schemas.openxmlformats.org/officeDocument/2006/relationships/tags" Target="../tags/tag16.xml"/><Relationship Id="rId9" Type="http://schemas.openxmlformats.org/officeDocument/2006/relationships/tags" Target="../tags/tag21.xml"/><Relationship Id="rId14" Type="http://schemas.openxmlformats.org/officeDocument/2006/relationships/tags" Target="../tags/tag26.xml"/><Relationship Id="rId22" Type="http://schemas.openxmlformats.org/officeDocument/2006/relationships/tags" Target="../tags/tag34.xml"/><Relationship Id="rId27" Type="http://schemas.openxmlformats.org/officeDocument/2006/relationships/tags" Target="../tags/tag39.xml"/><Relationship Id="rId3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tags" Target="../tags/tag53.xml"/><Relationship Id="rId18" Type="http://schemas.openxmlformats.org/officeDocument/2006/relationships/tags" Target="../tags/tag58.xml"/><Relationship Id="rId26" Type="http://schemas.openxmlformats.org/officeDocument/2006/relationships/tags" Target="../tags/tag66.xml"/><Relationship Id="rId3" Type="http://schemas.openxmlformats.org/officeDocument/2006/relationships/tags" Target="../tags/tag43.xml"/><Relationship Id="rId21" Type="http://schemas.openxmlformats.org/officeDocument/2006/relationships/tags" Target="../tags/tag61.xml"/><Relationship Id="rId7" Type="http://schemas.openxmlformats.org/officeDocument/2006/relationships/tags" Target="../tags/tag47.xml"/><Relationship Id="rId12" Type="http://schemas.openxmlformats.org/officeDocument/2006/relationships/tags" Target="../tags/tag52.xml"/><Relationship Id="rId17" Type="http://schemas.openxmlformats.org/officeDocument/2006/relationships/tags" Target="../tags/tag57.xml"/><Relationship Id="rId25" Type="http://schemas.openxmlformats.org/officeDocument/2006/relationships/tags" Target="../tags/tag65.xml"/><Relationship Id="rId2" Type="http://schemas.openxmlformats.org/officeDocument/2006/relationships/tags" Target="../tags/tag42.xml"/><Relationship Id="rId16" Type="http://schemas.openxmlformats.org/officeDocument/2006/relationships/tags" Target="../tags/tag56.xml"/><Relationship Id="rId20" Type="http://schemas.openxmlformats.org/officeDocument/2006/relationships/tags" Target="../tags/tag60.xml"/><Relationship Id="rId29" Type="http://schemas.openxmlformats.org/officeDocument/2006/relationships/slideLayout" Target="../slideLayouts/slideLayout18.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24" Type="http://schemas.openxmlformats.org/officeDocument/2006/relationships/tags" Target="../tags/tag64.xml"/><Relationship Id="rId32" Type="http://schemas.microsoft.com/office/2007/relationships/hdphoto" Target="../media/hdphoto1.wdp"/><Relationship Id="rId5" Type="http://schemas.openxmlformats.org/officeDocument/2006/relationships/tags" Target="../tags/tag45.xml"/><Relationship Id="rId15" Type="http://schemas.openxmlformats.org/officeDocument/2006/relationships/tags" Target="../tags/tag55.xml"/><Relationship Id="rId23" Type="http://schemas.openxmlformats.org/officeDocument/2006/relationships/tags" Target="../tags/tag63.xml"/><Relationship Id="rId28" Type="http://schemas.openxmlformats.org/officeDocument/2006/relationships/tags" Target="../tags/tag68.xml"/><Relationship Id="rId10" Type="http://schemas.openxmlformats.org/officeDocument/2006/relationships/tags" Target="../tags/tag50.xml"/><Relationship Id="rId19" Type="http://schemas.openxmlformats.org/officeDocument/2006/relationships/tags" Target="../tags/tag59.xml"/><Relationship Id="rId31" Type="http://schemas.openxmlformats.org/officeDocument/2006/relationships/image" Target="../media/image1.png"/><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tags" Target="../tags/tag54.xml"/><Relationship Id="rId22" Type="http://schemas.openxmlformats.org/officeDocument/2006/relationships/tags" Target="../tags/tag62.xml"/><Relationship Id="rId27" Type="http://schemas.openxmlformats.org/officeDocument/2006/relationships/tags" Target="../tags/tag67.xml"/><Relationship Id="rId3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8" Type="http://schemas.openxmlformats.org/officeDocument/2006/relationships/tags" Target="../tags/tag76.xml"/><Relationship Id="rId13" Type="http://schemas.openxmlformats.org/officeDocument/2006/relationships/tags" Target="../tags/tag81.xml"/><Relationship Id="rId18" Type="http://schemas.openxmlformats.org/officeDocument/2006/relationships/tags" Target="../tags/tag86.xml"/><Relationship Id="rId26" Type="http://schemas.openxmlformats.org/officeDocument/2006/relationships/tags" Target="../tags/tag94.xml"/><Relationship Id="rId3" Type="http://schemas.openxmlformats.org/officeDocument/2006/relationships/tags" Target="../tags/tag71.xml"/><Relationship Id="rId21" Type="http://schemas.openxmlformats.org/officeDocument/2006/relationships/tags" Target="../tags/tag89.xml"/><Relationship Id="rId7" Type="http://schemas.openxmlformats.org/officeDocument/2006/relationships/tags" Target="../tags/tag75.xml"/><Relationship Id="rId12" Type="http://schemas.openxmlformats.org/officeDocument/2006/relationships/tags" Target="../tags/tag80.xml"/><Relationship Id="rId17" Type="http://schemas.openxmlformats.org/officeDocument/2006/relationships/tags" Target="../tags/tag85.xml"/><Relationship Id="rId25" Type="http://schemas.openxmlformats.org/officeDocument/2006/relationships/tags" Target="../tags/tag93.xml"/><Relationship Id="rId2" Type="http://schemas.openxmlformats.org/officeDocument/2006/relationships/tags" Target="../tags/tag70.xml"/><Relationship Id="rId16" Type="http://schemas.openxmlformats.org/officeDocument/2006/relationships/tags" Target="../tags/tag84.xml"/><Relationship Id="rId20" Type="http://schemas.openxmlformats.org/officeDocument/2006/relationships/tags" Target="../tags/tag88.xml"/><Relationship Id="rId29" Type="http://schemas.openxmlformats.org/officeDocument/2006/relationships/slideLayout" Target="../slideLayouts/slideLayout18.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tags" Target="../tags/tag79.xml"/><Relationship Id="rId24" Type="http://schemas.openxmlformats.org/officeDocument/2006/relationships/tags" Target="../tags/tag92.xml"/><Relationship Id="rId32" Type="http://schemas.microsoft.com/office/2007/relationships/hdphoto" Target="../media/hdphoto1.wdp"/><Relationship Id="rId5" Type="http://schemas.openxmlformats.org/officeDocument/2006/relationships/tags" Target="../tags/tag73.xml"/><Relationship Id="rId15" Type="http://schemas.openxmlformats.org/officeDocument/2006/relationships/tags" Target="../tags/tag83.xml"/><Relationship Id="rId23" Type="http://schemas.openxmlformats.org/officeDocument/2006/relationships/tags" Target="../tags/tag91.xml"/><Relationship Id="rId28" Type="http://schemas.openxmlformats.org/officeDocument/2006/relationships/tags" Target="../tags/tag96.xml"/><Relationship Id="rId10" Type="http://schemas.openxmlformats.org/officeDocument/2006/relationships/tags" Target="../tags/tag78.xml"/><Relationship Id="rId19" Type="http://schemas.openxmlformats.org/officeDocument/2006/relationships/tags" Target="../tags/tag87.xml"/><Relationship Id="rId31" Type="http://schemas.openxmlformats.org/officeDocument/2006/relationships/image" Target="../media/image1.png"/><Relationship Id="rId4" Type="http://schemas.openxmlformats.org/officeDocument/2006/relationships/tags" Target="../tags/tag72.xml"/><Relationship Id="rId9" Type="http://schemas.openxmlformats.org/officeDocument/2006/relationships/tags" Target="../tags/tag77.xml"/><Relationship Id="rId14" Type="http://schemas.openxmlformats.org/officeDocument/2006/relationships/tags" Target="../tags/tag82.xml"/><Relationship Id="rId22" Type="http://schemas.openxmlformats.org/officeDocument/2006/relationships/tags" Target="../tags/tag90.xml"/><Relationship Id="rId27" Type="http://schemas.openxmlformats.org/officeDocument/2006/relationships/tags" Target="../tags/tag95.xml"/><Relationship Id="rId3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8.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8.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8" Type="http://schemas.openxmlformats.org/officeDocument/2006/relationships/tags" Target="../tags/tag104.xml"/><Relationship Id="rId13" Type="http://schemas.openxmlformats.org/officeDocument/2006/relationships/tags" Target="../tags/tag109.xml"/><Relationship Id="rId18" Type="http://schemas.openxmlformats.org/officeDocument/2006/relationships/tags" Target="../tags/tag114.xml"/><Relationship Id="rId26" Type="http://schemas.openxmlformats.org/officeDocument/2006/relationships/tags" Target="../tags/tag122.xml"/><Relationship Id="rId3" Type="http://schemas.openxmlformats.org/officeDocument/2006/relationships/tags" Target="../tags/tag99.xml"/><Relationship Id="rId21" Type="http://schemas.openxmlformats.org/officeDocument/2006/relationships/tags" Target="../tags/tag117.xml"/><Relationship Id="rId7" Type="http://schemas.openxmlformats.org/officeDocument/2006/relationships/tags" Target="../tags/tag103.xml"/><Relationship Id="rId12" Type="http://schemas.openxmlformats.org/officeDocument/2006/relationships/tags" Target="../tags/tag108.xml"/><Relationship Id="rId17" Type="http://schemas.openxmlformats.org/officeDocument/2006/relationships/tags" Target="../tags/tag113.xml"/><Relationship Id="rId25" Type="http://schemas.openxmlformats.org/officeDocument/2006/relationships/tags" Target="../tags/tag121.xml"/><Relationship Id="rId2" Type="http://schemas.openxmlformats.org/officeDocument/2006/relationships/tags" Target="../tags/tag98.xml"/><Relationship Id="rId16" Type="http://schemas.openxmlformats.org/officeDocument/2006/relationships/tags" Target="../tags/tag112.xml"/><Relationship Id="rId20" Type="http://schemas.openxmlformats.org/officeDocument/2006/relationships/tags" Target="../tags/tag116.xml"/><Relationship Id="rId29" Type="http://schemas.openxmlformats.org/officeDocument/2006/relationships/slideLayout" Target="../slideLayouts/slideLayout1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tags" Target="../tags/tag107.xml"/><Relationship Id="rId24" Type="http://schemas.openxmlformats.org/officeDocument/2006/relationships/tags" Target="../tags/tag120.xml"/><Relationship Id="rId32" Type="http://schemas.microsoft.com/office/2007/relationships/hdphoto" Target="../media/hdphoto1.wdp"/><Relationship Id="rId5" Type="http://schemas.openxmlformats.org/officeDocument/2006/relationships/tags" Target="../tags/tag101.xml"/><Relationship Id="rId15" Type="http://schemas.openxmlformats.org/officeDocument/2006/relationships/tags" Target="../tags/tag111.xml"/><Relationship Id="rId23" Type="http://schemas.openxmlformats.org/officeDocument/2006/relationships/tags" Target="../tags/tag119.xml"/><Relationship Id="rId28" Type="http://schemas.openxmlformats.org/officeDocument/2006/relationships/tags" Target="../tags/tag124.xml"/><Relationship Id="rId10" Type="http://schemas.openxmlformats.org/officeDocument/2006/relationships/tags" Target="../tags/tag106.xml"/><Relationship Id="rId19" Type="http://schemas.openxmlformats.org/officeDocument/2006/relationships/tags" Target="../tags/tag115.xml"/><Relationship Id="rId31" Type="http://schemas.openxmlformats.org/officeDocument/2006/relationships/image" Target="../media/image1.png"/><Relationship Id="rId4" Type="http://schemas.openxmlformats.org/officeDocument/2006/relationships/tags" Target="../tags/tag100.xml"/><Relationship Id="rId9" Type="http://schemas.openxmlformats.org/officeDocument/2006/relationships/tags" Target="../tags/tag105.xml"/><Relationship Id="rId14" Type="http://schemas.openxmlformats.org/officeDocument/2006/relationships/tags" Target="../tags/tag110.xml"/><Relationship Id="rId22" Type="http://schemas.openxmlformats.org/officeDocument/2006/relationships/tags" Target="../tags/tag118.xml"/><Relationship Id="rId27" Type="http://schemas.openxmlformats.org/officeDocument/2006/relationships/tags" Target="../tags/tag123.xml"/><Relationship Id="rId3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26.xml"/><Relationship Id="rId1" Type="http://schemas.openxmlformats.org/officeDocument/2006/relationships/tags" Target="../tags/tag125.xml"/><Relationship Id="rId5" Type="http://schemas.openxmlformats.org/officeDocument/2006/relationships/image" Target="../media/image10.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5.png"/><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8" Type="http://schemas.openxmlformats.org/officeDocument/2006/relationships/tags" Target="../tags/tag138.xml"/><Relationship Id="rId13" Type="http://schemas.openxmlformats.org/officeDocument/2006/relationships/tags" Target="../tags/tag143.xml"/><Relationship Id="rId18" Type="http://schemas.openxmlformats.org/officeDocument/2006/relationships/tags" Target="../tags/tag148.xml"/><Relationship Id="rId26" Type="http://schemas.openxmlformats.org/officeDocument/2006/relationships/tags" Target="../tags/tag156.xml"/><Relationship Id="rId3" Type="http://schemas.openxmlformats.org/officeDocument/2006/relationships/tags" Target="../tags/tag133.xml"/><Relationship Id="rId21" Type="http://schemas.openxmlformats.org/officeDocument/2006/relationships/tags" Target="../tags/tag151.xml"/><Relationship Id="rId7" Type="http://schemas.openxmlformats.org/officeDocument/2006/relationships/tags" Target="../tags/tag137.xml"/><Relationship Id="rId12" Type="http://schemas.openxmlformats.org/officeDocument/2006/relationships/tags" Target="../tags/tag142.xml"/><Relationship Id="rId17" Type="http://schemas.openxmlformats.org/officeDocument/2006/relationships/tags" Target="../tags/tag147.xml"/><Relationship Id="rId25" Type="http://schemas.openxmlformats.org/officeDocument/2006/relationships/tags" Target="../tags/tag155.xml"/><Relationship Id="rId2" Type="http://schemas.openxmlformats.org/officeDocument/2006/relationships/tags" Target="../tags/tag132.xml"/><Relationship Id="rId16" Type="http://schemas.openxmlformats.org/officeDocument/2006/relationships/tags" Target="../tags/tag146.xml"/><Relationship Id="rId20" Type="http://schemas.openxmlformats.org/officeDocument/2006/relationships/tags" Target="../tags/tag150.xml"/><Relationship Id="rId29" Type="http://schemas.openxmlformats.org/officeDocument/2006/relationships/slideLayout" Target="../slideLayouts/slideLayout18.xml"/><Relationship Id="rId1" Type="http://schemas.openxmlformats.org/officeDocument/2006/relationships/tags" Target="../tags/tag131.xml"/><Relationship Id="rId6" Type="http://schemas.openxmlformats.org/officeDocument/2006/relationships/tags" Target="../tags/tag136.xml"/><Relationship Id="rId11" Type="http://schemas.openxmlformats.org/officeDocument/2006/relationships/tags" Target="../tags/tag141.xml"/><Relationship Id="rId24" Type="http://schemas.openxmlformats.org/officeDocument/2006/relationships/tags" Target="../tags/tag154.xml"/><Relationship Id="rId32" Type="http://schemas.microsoft.com/office/2007/relationships/hdphoto" Target="../media/hdphoto1.wdp"/><Relationship Id="rId5" Type="http://schemas.openxmlformats.org/officeDocument/2006/relationships/tags" Target="../tags/tag135.xml"/><Relationship Id="rId15" Type="http://schemas.openxmlformats.org/officeDocument/2006/relationships/tags" Target="../tags/tag145.xml"/><Relationship Id="rId23" Type="http://schemas.openxmlformats.org/officeDocument/2006/relationships/tags" Target="../tags/tag153.xml"/><Relationship Id="rId28" Type="http://schemas.openxmlformats.org/officeDocument/2006/relationships/tags" Target="../tags/tag158.xml"/><Relationship Id="rId10" Type="http://schemas.openxmlformats.org/officeDocument/2006/relationships/tags" Target="../tags/tag140.xml"/><Relationship Id="rId19" Type="http://schemas.openxmlformats.org/officeDocument/2006/relationships/tags" Target="../tags/tag149.xml"/><Relationship Id="rId31" Type="http://schemas.openxmlformats.org/officeDocument/2006/relationships/image" Target="../media/image1.png"/><Relationship Id="rId4" Type="http://schemas.openxmlformats.org/officeDocument/2006/relationships/tags" Target="../tags/tag134.xml"/><Relationship Id="rId9" Type="http://schemas.openxmlformats.org/officeDocument/2006/relationships/tags" Target="../tags/tag139.xml"/><Relationship Id="rId14" Type="http://schemas.openxmlformats.org/officeDocument/2006/relationships/tags" Target="../tags/tag144.xml"/><Relationship Id="rId22" Type="http://schemas.openxmlformats.org/officeDocument/2006/relationships/tags" Target="../tags/tag152.xml"/><Relationship Id="rId27" Type="http://schemas.openxmlformats.org/officeDocument/2006/relationships/tags" Target="../tags/tag157.xml"/><Relationship Id="rId3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tags" Target="../tags/tag171.xml"/><Relationship Id="rId18" Type="http://schemas.openxmlformats.org/officeDocument/2006/relationships/tags" Target="../tags/tag176.xml"/><Relationship Id="rId26" Type="http://schemas.openxmlformats.org/officeDocument/2006/relationships/tags" Target="../tags/tag184.xml"/><Relationship Id="rId3" Type="http://schemas.openxmlformats.org/officeDocument/2006/relationships/tags" Target="../tags/tag161.xml"/><Relationship Id="rId21" Type="http://schemas.openxmlformats.org/officeDocument/2006/relationships/tags" Target="../tags/tag179.xml"/><Relationship Id="rId7" Type="http://schemas.openxmlformats.org/officeDocument/2006/relationships/tags" Target="../tags/tag165.xml"/><Relationship Id="rId12" Type="http://schemas.openxmlformats.org/officeDocument/2006/relationships/tags" Target="../tags/tag170.xml"/><Relationship Id="rId17" Type="http://schemas.openxmlformats.org/officeDocument/2006/relationships/tags" Target="../tags/tag175.xml"/><Relationship Id="rId25" Type="http://schemas.openxmlformats.org/officeDocument/2006/relationships/tags" Target="../tags/tag183.xml"/><Relationship Id="rId2" Type="http://schemas.openxmlformats.org/officeDocument/2006/relationships/tags" Target="../tags/tag160.xml"/><Relationship Id="rId16" Type="http://schemas.openxmlformats.org/officeDocument/2006/relationships/tags" Target="../tags/tag174.xml"/><Relationship Id="rId20" Type="http://schemas.openxmlformats.org/officeDocument/2006/relationships/tags" Target="../tags/tag178.xml"/><Relationship Id="rId29" Type="http://schemas.openxmlformats.org/officeDocument/2006/relationships/slideLayout" Target="../slideLayouts/slideLayout18.xml"/><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tags" Target="../tags/tag169.xml"/><Relationship Id="rId24" Type="http://schemas.openxmlformats.org/officeDocument/2006/relationships/tags" Target="../tags/tag182.xml"/><Relationship Id="rId32" Type="http://schemas.microsoft.com/office/2007/relationships/hdphoto" Target="../media/hdphoto1.wdp"/><Relationship Id="rId5" Type="http://schemas.openxmlformats.org/officeDocument/2006/relationships/tags" Target="../tags/tag163.xml"/><Relationship Id="rId15" Type="http://schemas.openxmlformats.org/officeDocument/2006/relationships/tags" Target="../tags/tag173.xml"/><Relationship Id="rId23" Type="http://schemas.openxmlformats.org/officeDocument/2006/relationships/tags" Target="../tags/tag181.xml"/><Relationship Id="rId28" Type="http://schemas.openxmlformats.org/officeDocument/2006/relationships/tags" Target="../tags/tag186.xml"/><Relationship Id="rId10" Type="http://schemas.openxmlformats.org/officeDocument/2006/relationships/tags" Target="../tags/tag168.xml"/><Relationship Id="rId19" Type="http://schemas.openxmlformats.org/officeDocument/2006/relationships/tags" Target="../tags/tag177.xml"/><Relationship Id="rId31" Type="http://schemas.openxmlformats.org/officeDocument/2006/relationships/image" Target="../media/image1.png"/><Relationship Id="rId4" Type="http://schemas.openxmlformats.org/officeDocument/2006/relationships/tags" Target="../tags/tag162.xml"/><Relationship Id="rId9" Type="http://schemas.openxmlformats.org/officeDocument/2006/relationships/tags" Target="../tags/tag167.xml"/><Relationship Id="rId14" Type="http://schemas.openxmlformats.org/officeDocument/2006/relationships/tags" Target="../tags/tag172.xml"/><Relationship Id="rId22" Type="http://schemas.openxmlformats.org/officeDocument/2006/relationships/tags" Target="../tags/tag180.xml"/><Relationship Id="rId27" Type="http://schemas.openxmlformats.org/officeDocument/2006/relationships/tags" Target="../tags/tag185.xml"/><Relationship Id="rId3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8" Type="http://schemas.openxmlformats.org/officeDocument/2006/relationships/tags" Target="../tags/tag194.xml"/><Relationship Id="rId13" Type="http://schemas.openxmlformats.org/officeDocument/2006/relationships/tags" Target="../tags/tag199.xml"/><Relationship Id="rId18" Type="http://schemas.openxmlformats.org/officeDocument/2006/relationships/tags" Target="../tags/tag204.xml"/><Relationship Id="rId26" Type="http://schemas.openxmlformats.org/officeDocument/2006/relationships/tags" Target="../tags/tag212.xml"/><Relationship Id="rId3" Type="http://schemas.openxmlformats.org/officeDocument/2006/relationships/tags" Target="../tags/tag189.xml"/><Relationship Id="rId21" Type="http://schemas.openxmlformats.org/officeDocument/2006/relationships/tags" Target="../tags/tag207.xml"/><Relationship Id="rId7" Type="http://schemas.openxmlformats.org/officeDocument/2006/relationships/tags" Target="../tags/tag193.xml"/><Relationship Id="rId12" Type="http://schemas.openxmlformats.org/officeDocument/2006/relationships/tags" Target="../tags/tag198.xml"/><Relationship Id="rId17" Type="http://schemas.openxmlformats.org/officeDocument/2006/relationships/tags" Target="../tags/tag203.xml"/><Relationship Id="rId25" Type="http://schemas.openxmlformats.org/officeDocument/2006/relationships/tags" Target="../tags/tag211.xml"/><Relationship Id="rId2" Type="http://schemas.openxmlformats.org/officeDocument/2006/relationships/tags" Target="../tags/tag188.xml"/><Relationship Id="rId16" Type="http://schemas.openxmlformats.org/officeDocument/2006/relationships/tags" Target="../tags/tag202.xml"/><Relationship Id="rId20" Type="http://schemas.openxmlformats.org/officeDocument/2006/relationships/tags" Target="../tags/tag206.xml"/><Relationship Id="rId29" Type="http://schemas.openxmlformats.org/officeDocument/2006/relationships/slideLayout" Target="../slideLayouts/slideLayout18.xml"/><Relationship Id="rId1" Type="http://schemas.openxmlformats.org/officeDocument/2006/relationships/tags" Target="../tags/tag187.xml"/><Relationship Id="rId6" Type="http://schemas.openxmlformats.org/officeDocument/2006/relationships/tags" Target="../tags/tag192.xml"/><Relationship Id="rId11" Type="http://schemas.openxmlformats.org/officeDocument/2006/relationships/tags" Target="../tags/tag197.xml"/><Relationship Id="rId24" Type="http://schemas.openxmlformats.org/officeDocument/2006/relationships/tags" Target="../tags/tag210.xml"/><Relationship Id="rId32" Type="http://schemas.microsoft.com/office/2007/relationships/hdphoto" Target="../media/hdphoto1.wdp"/><Relationship Id="rId5" Type="http://schemas.openxmlformats.org/officeDocument/2006/relationships/tags" Target="../tags/tag191.xml"/><Relationship Id="rId15" Type="http://schemas.openxmlformats.org/officeDocument/2006/relationships/tags" Target="../tags/tag201.xml"/><Relationship Id="rId23" Type="http://schemas.openxmlformats.org/officeDocument/2006/relationships/tags" Target="../tags/tag209.xml"/><Relationship Id="rId28" Type="http://schemas.openxmlformats.org/officeDocument/2006/relationships/tags" Target="../tags/tag214.xml"/><Relationship Id="rId10" Type="http://schemas.openxmlformats.org/officeDocument/2006/relationships/tags" Target="../tags/tag196.xml"/><Relationship Id="rId19" Type="http://schemas.openxmlformats.org/officeDocument/2006/relationships/tags" Target="../tags/tag205.xml"/><Relationship Id="rId31" Type="http://schemas.openxmlformats.org/officeDocument/2006/relationships/image" Target="../media/image1.png"/><Relationship Id="rId4" Type="http://schemas.openxmlformats.org/officeDocument/2006/relationships/tags" Target="../tags/tag190.xml"/><Relationship Id="rId9" Type="http://schemas.openxmlformats.org/officeDocument/2006/relationships/tags" Target="../tags/tag195.xml"/><Relationship Id="rId14" Type="http://schemas.openxmlformats.org/officeDocument/2006/relationships/tags" Target="../tags/tag200.xml"/><Relationship Id="rId22" Type="http://schemas.openxmlformats.org/officeDocument/2006/relationships/tags" Target="../tags/tag208.xml"/><Relationship Id="rId27" Type="http://schemas.openxmlformats.org/officeDocument/2006/relationships/tags" Target="../tags/tag213.xml"/><Relationship Id="rId3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8" Type="http://schemas.openxmlformats.org/officeDocument/2006/relationships/tags" Target="../tags/tag222.xml"/><Relationship Id="rId13" Type="http://schemas.openxmlformats.org/officeDocument/2006/relationships/tags" Target="../tags/tag227.xml"/><Relationship Id="rId18" Type="http://schemas.openxmlformats.org/officeDocument/2006/relationships/tags" Target="../tags/tag232.xml"/><Relationship Id="rId26" Type="http://schemas.openxmlformats.org/officeDocument/2006/relationships/tags" Target="../tags/tag240.xml"/><Relationship Id="rId3" Type="http://schemas.openxmlformats.org/officeDocument/2006/relationships/tags" Target="../tags/tag217.xml"/><Relationship Id="rId21" Type="http://schemas.openxmlformats.org/officeDocument/2006/relationships/tags" Target="../tags/tag235.xml"/><Relationship Id="rId7" Type="http://schemas.openxmlformats.org/officeDocument/2006/relationships/tags" Target="../tags/tag221.xml"/><Relationship Id="rId12" Type="http://schemas.openxmlformats.org/officeDocument/2006/relationships/tags" Target="../tags/tag226.xml"/><Relationship Id="rId17" Type="http://schemas.openxmlformats.org/officeDocument/2006/relationships/tags" Target="../tags/tag231.xml"/><Relationship Id="rId25" Type="http://schemas.openxmlformats.org/officeDocument/2006/relationships/tags" Target="../tags/tag239.xml"/><Relationship Id="rId2" Type="http://schemas.openxmlformats.org/officeDocument/2006/relationships/tags" Target="../tags/tag216.xml"/><Relationship Id="rId16" Type="http://schemas.openxmlformats.org/officeDocument/2006/relationships/tags" Target="../tags/tag230.xml"/><Relationship Id="rId20" Type="http://schemas.openxmlformats.org/officeDocument/2006/relationships/tags" Target="../tags/tag234.xml"/><Relationship Id="rId29" Type="http://schemas.openxmlformats.org/officeDocument/2006/relationships/slideLayout" Target="../slideLayouts/slideLayout18.xml"/><Relationship Id="rId1" Type="http://schemas.openxmlformats.org/officeDocument/2006/relationships/tags" Target="../tags/tag215.xml"/><Relationship Id="rId6" Type="http://schemas.openxmlformats.org/officeDocument/2006/relationships/tags" Target="../tags/tag220.xml"/><Relationship Id="rId11" Type="http://schemas.openxmlformats.org/officeDocument/2006/relationships/tags" Target="../tags/tag225.xml"/><Relationship Id="rId24" Type="http://schemas.openxmlformats.org/officeDocument/2006/relationships/tags" Target="../tags/tag238.xml"/><Relationship Id="rId32" Type="http://schemas.microsoft.com/office/2007/relationships/hdphoto" Target="../media/hdphoto1.wdp"/><Relationship Id="rId5" Type="http://schemas.openxmlformats.org/officeDocument/2006/relationships/tags" Target="../tags/tag219.xml"/><Relationship Id="rId15" Type="http://schemas.openxmlformats.org/officeDocument/2006/relationships/tags" Target="../tags/tag229.xml"/><Relationship Id="rId23" Type="http://schemas.openxmlformats.org/officeDocument/2006/relationships/tags" Target="../tags/tag237.xml"/><Relationship Id="rId28" Type="http://schemas.openxmlformats.org/officeDocument/2006/relationships/tags" Target="../tags/tag242.xml"/><Relationship Id="rId10" Type="http://schemas.openxmlformats.org/officeDocument/2006/relationships/tags" Target="../tags/tag224.xml"/><Relationship Id="rId19" Type="http://schemas.openxmlformats.org/officeDocument/2006/relationships/tags" Target="../tags/tag233.xml"/><Relationship Id="rId31" Type="http://schemas.openxmlformats.org/officeDocument/2006/relationships/image" Target="../media/image1.png"/><Relationship Id="rId4" Type="http://schemas.openxmlformats.org/officeDocument/2006/relationships/tags" Target="../tags/tag218.xml"/><Relationship Id="rId9" Type="http://schemas.openxmlformats.org/officeDocument/2006/relationships/tags" Target="../tags/tag223.xml"/><Relationship Id="rId14" Type="http://schemas.openxmlformats.org/officeDocument/2006/relationships/tags" Target="../tags/tag228.xml"/><Relationship Id="rId22" Type="http://schemas.openxmlformats.org/officeDocument/2006/relationships/tags" Target="../tags/tag236.xml"/><Relationship Id="rId27" Type="http://schemas.openxmlformats.org/officeDocument/2006/relationships/tags" Target="../tags/tag241.xml"/><Relationship Id="rId3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8.xml"/><Relationship Id="rId5" Type="http://schemas.openxmlformats.org/officeDocument/2006/relationships/image" Target="../media/image1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8" Type="http://schemas.openxmlformats.org/officeDocument/2006/relationships/tags" Target="../tags/tag250.xml"/><Relationship Id="rId13" Type="http://schemas.openxmlformats.org/officeDocument/2006/relationships/tags" Target="../tags/tag255.xml"/><Relationship Id="rId18" Type="http://schemas.openxmlformats.org/officeDocument/2006/relationships/tags" Target="../tags/tag260.xml"/><Relationship Id="rId26" Type="http://schemas.openxmlformats.org/officeDocument/2006/relationships/tags" Target="../tags/tag268.xml"/><Relationship Id="rId3" Type="http://schemas.openxmlformats.org/officeDocument/2006/relationships/tags" Target="../tags/tag245.xml"/><Relationship Id="rId21" Type="http://schemas.openxmlformats.org/officeDocument/2006/relationships/tags" Target="../tags/tag263.xml"/><Relationship Id="rId7" Type="http://schemas.openxmlformats.org/officeDocument/2006/relationships/tags" Target="../tags/tag249.xml"/><Relationship Id="rId12" Type="http://schemas.openxmlformats.org/officeDocument/2006/relationships/tags" Target="../tags/tag254.xml"/><Relationship Id="rId17" Type="http://schemas.openxmlformats.org/officeDocument/2006/relationships/tags" Target="../tags/tag259.xml"/><Relationship Id="rId25" Type="http://schemas.openxmlformats.org/officeDocument/2006/relationships/tags" Target="../tags/tag267.xml"/><Relationship Id="rId2" Type="http://schemas.openxmlformats.org/officeDocument/2006/relationships/tags" Target="../tags/tag244.xml"/><Relationship Id="rId16" Type="http://schemas.openxmlformats.org/officeDocument/2006/relationships/tags" Target="../tags/tag258.xml"/><Relationship Id="rId20" Type="http://schemas.openxmlformats.org/officeDocument/2006/relationships/tags" Target="../tags/tag262.xml"/><Relationship Id="rId29" Type="http://schemas.openxmlformats.org/officeDocument/2006/relationships/slideLayout" Target="../slideLayouts/slideLayout18.xml"/><Relationship Id="rId1" Type="http://schemas.openxmlformats.org/officeDocument/2006/relationships/tags" Target="../tags/tag243.xml"/><Relationship Id="rId6" Type="http://schemas.openxmlformats.org/officeDocument/2006/relationships/tags" Target="../tags/tag248.xml"/><Relationship Id="rId11" Type="http://schemas.openxmlformats.org/officeDocument/2006/relationships/tags" Target="../tags/tag253.xml"/><Relationship Id="rId24" Type="http://schemas.openxmlformats.org/officeDocument/2006/relationships/tags" Target="../tags/tag266.xml"/><Relationship Id="rId32" Type="http://schemas.microsoft.com/office/2007/relationships/hdphoto" Target="../media/hdphoto1.wdp"/><Relationship Id="rId5" Type="http://schemas.openxmlformats.org/officeDocument/2006/relationships/tags" Target="../tags/tag247.xml"/><Relationship Id="rId15" Type="http://schemas.openxmlformats.org/officeDocument/2006/relationships/tags" Target="../tags/tag257.xml"/><Relationship Id="rId23" Type="http://schemas.openxmlformats.org/officeDocument/2006/relationships/tags" Target="../tags/tag265.xml"/><Relationship Id="rId28" Type="http://schemas.openxmlformats.org/officeDocument/2006/relationships/tags" Target="../tags/tag270.xml"/><Relationship Id="rId10" Type="http://schemas.openxmlformats.org/officeDocument/2006/relationships/tags" Target="../tags/tag252.xml"/><Relationship Id="rId19" Type="http://schemas.openxmlformats.org/officeDocument/2006/relationships/tags" Target="../tags/tag261.xml"/><Relationship Id="rId31" Type="http://schemas.openxmlformats.org/officeDocument/2006/relationships/image" Target="../media/image1.png"/><Relationship Id="rId4" Type="http://schemas.openxmlformats.org/officeDocument/2006/relationships/tags" Target="../tags/tag246.xml"/><Relationship Id="rId9" Type="http://schemas.openxmlformats.org/officeDocument/2006/relationships/tags" Target="../tags/tag251.xml"/><Relationship Id="rId14" Type="http://schemas.openxmlformats.org/officeDocument/2006/relationships/tags" Target="../tags/tag256.xml"/><Relationship Id="rId22" Type="http://schemas.openxmlformats.org/officeDocument/2006/relationships/tags" Target="../tags/tag264.xml"/><Relationship Id="rId27" Type="http://schemas.openxmlformats.org/officeDocument/2006/relationships/tags" Target="../tags/tag269.xml"/><Relationship Id="rId3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72.xml"/><Relationship Id="rId1" Type="http://schemas.openxmlformats.org/officeDocument/2006/relationships/tags" Target="../tags/tag271.xml"/><Relationship Id="rId5" Type="http://schemas.openxmlformats.org/officeDocument/2006/relationships/image" Target="../media/image24.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27.png"/><Relationship Id="rId2" Type="http://schemas.openxmlformats.org/officeDocument/2006/relationships/tags" Target="../tags/tag274.xml"/><Relationship Id="rId1" Type="http://schemas.openxmlformats.org/officeDocument/2006/relationships/tags" Target="../tags/tag27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30.png"/><Relationship Id="rId2" Type="http://schemas.openxmlformats.org/officeDocument/2006/relationships/tags" Target="../tags/tag276.xml"/><Relationship Id="rId1" Type="http://schemas.openxmlformats.org/officeDocument/2006/relationships/tags" Target="../tags/tag275.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78.xml"/><Relationship Id="rId1" Type="http://schemas.openxmlformats.org/officeDocument/2006/relationships/tags" Target="../tags/tag277.xml"/><Relationship Id="rId5" Type="http://schemas.openxmlformats.org/officeDocument/2006/relationships/image" Target="../media/image31.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8" Type="http://schemas.openxmlformats.org/officeDocument/2006/relationships/tags" Target="../tags/tag286.xml"/><Relationship Id="rId13" Type="http://schemas.openxmlformats.org/officeDocument/2006/relationships/tags" Target="../tags/tag291.xml"/><Relationship Id="rId18" Type="http://schemas.openxmlformats.org/officeDocument/2006/relationships/tags" Target="../tags/tag296.xml"/><Relationship Id="rId26" Type="http://schemas.openxmlformats.org/officeDocument/2006/relationships/tags" Target="../tags/tag304.xml"/><Relationship Id="rId3" Type="http://schemas.openxmlformats.org/officeDocument/2006/relationships/tags" Target="../tags/tag281.xml"/><Relationship Id="rId21" Type="http://schemas.openxmlformats.org/officeDocument/2006/relationships/tags" Target="../tags/tag299.xml"/><Relationship Id="rId7" Type="http://schemas.openxmlformats.org/officeDocument/2006/relationships/tags" Target="../tags/tag285.xml"/><Relationship Id="rId12" Type="http://schemas.openxmlformats.org/officeDocument/2006/relationships/tags" Target="../tags/tag290.xml"/><Relationship Id="rId17" Type="http://schemas.openxmlformats.org/officeDocument/2006/relationships/tags" Target="../tags/tag295.xml"/><Relationship Id="rId25" Type="http://schemas.openxmlformats.org/officeDocument/2006/relationships/tags" Target="../tags/tag303.xml"/><Relationship Id="rId2" Type="http://schemas.openxmlformats.org/officeDocument/2006/relationships/tags" Target="../tags/tag280.xml"/><Relationship Id="rId16" Type="http://schemas.openxmlformats.org/officeDocument/2006/relationships/tags" Target="../tags/tag294.xml"/><Relationship Id="rId20" Type="http://schemas.openxmlformats.org/officeDocument/2006/relationships/tags" Target="../tags/tag298.xml"/><Relationship Id="rId29" Type="http://schemas.openxmlformats.org/officeDocument/2006/relationships/slideLayout" Target="../slideLayouts/slideLayout18.xml"/><Relationship Id="rId1" Type="http://schemas.openxmlformats.org/officeDocument/2006/relationships/tags" Target="../tags/tag279.xml"/><Relationship Id="rId6" Type="http://schemas.openxmlformats.org/officeDocument/2006/relationships/tags" Target="../tags/tag284.xml"/><Relationship Id="rId11" Type="http://schemas.openxmlformats.org/officeDocument/2006/relationships/tags" Target="../tags/tag289.xml"/><Relationship Id="rId24" Type="http://schemas.openxmlformats.org/officeDocument/2006/relationships/tags" Target="../tags/tag302.xml"/><Relationship Id="rId32" Type="http://schemas.microsoft.com/office/2007/relationships/hdphoto" Target="../media/hdphoto1.wdp"/><Relationship Id="rId5" Type="http://schemas.openxmlformats.org/officeDocument/2006/relationships/tags" Target="../tags/tag283.xml"/><Relationship Id="rId15" Type="http://schemas.openxmlformats.org/officeDocument/2006/relationships/tags" Target="../tags/tag293.xml"/><Relationship Id="rId23" Type="http://schemas.openxmlformats.org/officeDocument/2006/relationships/tags" Target="../tags/tag301.xml"/><Relationship Id="rId28" Type="http://schemas.openxmlformats.org/officeDocument/2006/relationships/tags" Target="../tags/tag306.xml"/><Relationship Id="rId10" Type="http://schemas.openxmlformats.org/officeDocument/2006/relationships/tags" Target="../tags/tag288.xml"/><Relationship Id="rId19" Type="http://schemas.openxmlformats.org/officeDocument/2006/relationships/tags" Target="../tags/tag297.xml"/><Relationship Id="rId31" Type="http://schemas.openxmlformats.org/officeDocument/2006/relationships/image" Target="../media/image1.png"/><Relationship Id="rId4" Type="http://schemas.openxmlformats.org/officeDocument/2006/relationships/tags" Target="../tags/tag282.xml"/><Relationship Id="rId9" Type="http://schemas.openxmlformats.org/officeDocument/2006/relationships/tags" Target="../tags/tag287.xml"/><Relationship Id="rId14" Type="http://schemas.openxmlformats.org/officeDocument/2006/relationships/tags" Target="../tags/tag292.xml"/><Relationship Id="rId22" Type="http://schemas.openxmlformats.org/officeDocument/2006/relationships/tags" Target="../tags/tag300.xml"/><Relationship Id="rId27" Type="http://schemas.openxmlformats.org/officeDocument/2006/relationships/tags" Target="../tags/tag305.xml"/><Relationship Id="rId3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microsoft.com/office/2007/relationships/hdphoto" Target="../media/hdphoto1.wdp"/></Relationships>
</file>

<file path=ppt/slides/_rels/slide34.xml.rels><?xml version="1.0" encoding="UTF-8" standalone="yes"?>
<Relationships xmlns="http://schemas.openxmlformats.org/package/2006/relationships"><Relationship Id="rId8" Type="http://schemas.openxmlformats.org/officeDocument/2006/relationships/tags" Target="../tags/tag314.xml"/><Relationship Id="rId13" Type="http://schemas.openxmlformats.org/officeDocument/2006/relationships/tags" Target="../tags/tag319.xml"/><Relationship Id="rId18" Type="http://schemas.openxmlformats.org/officeDocument/2006/relationships/tags" Target="../tags/tag324.xml"/><Relationship Id="rId26" Type="http://schemas.openxmlformats.org/officeDocument/2006/relationships/tags" Target="../tags/tag332.xml"/><Relationship Id="rId3" Type="http://schemas.openxmlformats.org/officeDocument/2006/relationships/tags" Target="../tags/tag309.xml"/><Relationship Id="rId21" Type="http://schemas.openxmlformats.org/officeDocument/2006/relationships/tags" Target="../tags/tag327.xml"/><Relationship Id="rId7" Type="http://schemas.openxmlformats.org/officeDocument/2006/relationships/tags" Target="../tags/tag313.xml"/><Relationship Id="rId12" Type="http://schemas.openxmlformats.org/officeDocument/2006/relationships/tags" Target="../tags/tag318.xml"/><Relationship Id="rId17" Type="http://schemas.openxmlformats.org/officeDocument/2006/relationships/tags" Target="../tags/tag323.xml"/><Relationship Id="rId25" Type="http://schemas.openxmlformats.org/officeDocument/2006/relationships/tags" Target="../tags/tag331.xml"/><Relationship Id="rId2" Type="http://schemas.openxmlformats.org/officeDocument/2006/relationships/tags" Target="../tags/tag308.xml"/><Relationship Id="rId16" Type="http://schemas.openxmlformats.org/officeDocument/2006/relationships/tags" Target="../tags/tag322.xml"/><Relationship Id="rId20" Type="http://schemas.openxmlformats.org/officeDocument/2006/relationships/tags" Target="../tags/tag326.xml"/><Relationship Id="rId29" Type="http://schemas.openxmlformats.org/officeDocument/2006/relationships/slideLayout" Target="../slideLayouts/slideLayout18.xml"/><Relationship Id="rId1" Type="http://schemas.openxmlformats.org/officeDocument/2006/relationships/tags" Target="../tags/tag307.xml"/><Relationship Id="rId6" Type="http://schemas.openxmlformats.org/officeDocument/2006/relationships/tags" Target="../tags/tag312.xml"/><Relationship Id="rId11" Type="http://schemas.openxmlformats.org/officeDocument/2006/relationships/tags" Target="../tags/tag317.xml"/><Relationship Id="rId24" Type="http://schemas.openxmlformats.org/officeDocument/2006/relationships/tags" Target="../tags/tag330.xml"/><Relationship Id="rId32" Type="http://schemas.microsoft.com/office/2007/relationships/hdphoto" Target="../media/hdphoto1.wdp"/><Relationship Id="rId5" Type="http://schemas.openxmlformats.org/officeDocument/2006/relationships/tags" Target="../tags/tag311.xml"/><Relationship Id="rId15" Type="http://schemas.openxmlformats.org/officeDocument/2006/relationships/tags" Target="../tags/tag321.xml"/><Relationship Id="rId23" Type="http://schemas.openxmlformats.org/officeDocument/2006/relationships/tags" Target="../tags/tag329.xml"/><Relationship Id="rId28" Type="http://schemas.openxmlformats.org/officeDocument/2006/relationships/tags" Target="../tags/tag334.xml"/><Relationship Id="rId10" Type="http://schemas.openxmlformats.org/officeDocument/2006/relationships/tags" Target="../tags/tag316.xml"/><Relationship Id="rId19" Type="http://schemas.openxmlformats.org/officeDocument/2006/relationships/tags" Target="../tags/tag325.xml"/><Relationship Id="rId31" Type="http://schemas.openxmlformats.org/officeDocument/2006/relationships/image" Target="../media/image1.png"/><Relationship Id="rId4" Type="http://schemas.openxmlformats.org/officeDocument/2006/relationships/tags" Target="../tags/tag310.xml"/><Relationship Id="rId9" Type="http://schemas.openxmlformats.org/officeDocument/2006/relationships/tags" Target="../tags/tag315.xml"/><Relationship Id="rId14" Type="http://schemas.openxmlformats.org/officeDocument/2006/relationships/tags" Target="../tags/tag320.xml"/><Relationship Id="rId22" Type="http://schemas.openxmlformats.org/officeDocument/2006/relationships/tags" Target="../tags/tag328.xml"/><Relationship Id="rId27" Type="http://schemas.openxmlformats.org/officeDocument/2006/relationships/tags" Target="../tags/tag333.xml"/><Relationship Id="rId30"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8" Type="http://schemas.openxmlformats.org/officeDocument/2006/relationships/tags" Target="../tags/tag342.xml"/><Relationship Id="rId13" Type="http://schemas.openxmlformats.org/officeDocument/2006/relationships/tags" Target="../tags/tag347.xml"/><Relationship Id="rId18" Type="http://schemas.openxmlformats.org/officeDocument/2006/relationships/tags" Target="../tags/tag352.xml"/><Relationship Id="rId26" Type="http://schemas.openxmlformats.org/officeDocument/2006/relationships/tags" Target="../tags/tag360.xml"/><Relationship Id="rId3" Type="http://schemas.openxmlformats.org/officeDocument/2006/relationships/tags" Target="../tags/tag337.xml"/><Relationship Id="rId21" Type="http://schemas.openxmlformats.org/officeDocument/2006/relationships/tags" Target="../tags/tag355.xml"/><Relationship Id="rId7" Type="http://schemas.openxmlformats.org/officeDocument/2006/relationships/tags" Target="../tags/tag341.xml"/><Relationship Id="rId12" Type="http://schemas.openxmlformats.org/officeDocument/2006/relationships/tags" Target="../tags/tag346.xml"/><Relationship Id="rId17" Type="http://schemas.openxmlformats.org/officeDocument/2006/relationships/tags" Target="../tags/tag351.xml"/><Relationship Id="rId25" Type="http://schemas.openxmlformats.org/officeDocument/2006/relationships/tags" Target="../tags/tag359.xml"/><Relationship Id="rId2" Type="http://schemas.openxmlformats.org/officeDocument/2006/relationships/tags" Target="../tags/tag336.xml"/><Relationship Id="rId16" Type="http://schemas.openxmlformats.org/officeDocument/2006/relationships/tags" Target="../tags/tag350.xml"/><Relationship Id="rId20" Type="http://schemas.openxmlformats.org/officeDocument/2006/relationships/tags" Target="../tags/tag354.xml"/><Relationship Id="rId29" Type="http://schemas.openxmlformats.org/officeDocument/2006/relationships/slideLayout" Target="../slideLayouts/slideLayout18.xml"/><Relationship Id="rId1" Type="http://schemas.openxmlformats.org/officeDocument/2006/relationships/tags" Target="../tags/tag335.xml"/><Relationship Id="rId6" Type="http://schemas.openxmlformats.org/officeDocument/2006/relationships/tags" Target="../tags/tag340.xml"/><Relationship Id="rId11" Type="http://schemas.openxmlformats.org/officeDocument/2006/relationships/tags" Target="../tags/tag345.xml"/><Relationship Id="rId24" Type="http://schemas.openxmlformats.org/officeDocument/2006/relationships/tags" Target="../tags/tag358.xml"/><Relationship Id="rId32" Type="http://schemas.microsoft.com/office/2007/relationships/hdphoto" Target="../media/hdphoto1.wdp"/><Relationship Id="rId5" Type="http://schemas.openxmlformats.org/officeDocument/2006/relationships/tags" Target="../tags/tag339.xml"/><Relationship Id="rId15" Type="http://schemas.openxmlformats.org/officeDocument/2006/relationships/tags" Target="../tags/tag349.xml"/><Relationship Id="rId23" Type="http://schemas.openxmlformats.org/officeDocument/2006/relationships/tags" Target="../tags/tag357.xml"/><Relationship Id="rId28" Type="http://schemas.openxmlformats.org/officeDocument/2006/relationships/tags" Target="../tags/tag362.xml"/><Relationship Id="rId10" Type="http://schemas.openxmlformats.org/officeDocument/2006/relationships/tags" Target="../tags/tag344.xml"/><Relationship Id="rId19" Type="http://schemas.openxmlformats.org/officeDocument/2006/relationships/tags" Target="../tags/tag353.xml"/><Relationship Id="rId31" Type="http://schemas.openxmlformats.org/officeDocument/2006/relationships/image" Target="../media/image1.png"/><Relationship Id="rId4" Type="http://schemas.openxmlformats.org/officeDocument/2006/relationships/tags" Target="../tags/tag338.xml"/><Relationship Id="rId9" Type="http://schemas.openxmlformats.org/officeDocument/2006/relationships/tags" Target="../tags/tag343.xml"/><Relationship Id="rId14" Type="http://schemas.openxmlformats.org/officeDocument/2006/relationships/tags" Target="../tags/tag348.xml"/><Relationship Id="rId22" Type="http://schemas.openxmlformats.org/officeDocument/2006/relationships/tags" Target="../tags/tag356.xml"/><Relationship Id="rId27" Type="http://schemas.openxmlformats.org/officeDocument/2006/relationships/tags" Target="../tags/tag361.xml"/><Relationship Id="rId30"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8" Type="http://schemas.openxmlformats.org/officeDocument/2006/relationships/tags" Target="../tags/tag370.xml"/><Relationship Id="rId13" Type="http://schemas.openxmlformats.org/officeDocument/2006/relationships/tags" Target="../tags/tag375.xml"/><Relationship Id="rId18" Type="http://schemas.openxmlformats.org/officeDocument/2006/relationships/tags" Target="../tags/tag380.xml"/><Relationship Id="rId26" Type="http://schemas.openxmlformats.org/officeDocument/2006/relationships/tags" Target="../tags/tag388.xml"/><Relationship Id="rId3" Type="http://schemas.openxmlformats.org/officeDocument/2006/relationships/tags" Target="../tags/tag365.xml"/><Relationship Id="rId21" Type="http://schemas.openxmlformats.org/officeDocument/2006/relationships/tags" Target="../tags/tag383.xml"/><Relationship Id="rId7" Type="http://schemas.openxmlformats.org/officeDocument/2006/relationships/tags" Target="../tags/tag369.xml"/><Relationship Id="rId12" Type="http://schemas.openxmlformats.org/officeDocument/2006/relationships/tags" Target="../tags/tag374.xml"/><Relationship Id="rId17" Type="http://schemas.openxmlformats.org/officeDocument/2006/relationships/tags" Target="../tags/tag379.xml"/><Relationship Id="rId25" Type="http://schemas.openxmlformats.org/officeDocument/2006/relationships/tags" Target="../tags/tag387.xml"/><Relationship Id="rId2" Type="http://schemas.openxmlformats.org/officeDocument/2006/relationships/tags" Target="../tags/tag364.xml"/><Relationship Id="rId16" Type="http://schemas.openxmlformats.org/officeDocument/2006/relationships/tags" Target="../tags/tag378.xml"/><Relationship Id="rId20" Type="http://schemas.openxmlformats.org/officeDocument/2006/relationships/tags" Target="../tags/tag382.xml"/><Relationship Id="rId29" Type="http://schemas.openxmlformats.org/officeDocument/2006/relationships/slideLayout" Target="../slideLayouts/slideLayout18.xml"/><Relationship Id="rId1" Type="http://schemas.openxmlformats.org/officeDocument/2006/relationships/tags" Target="../tags/tag363.xml"/><Relationship Id="rId6" Type="http://schemas.openxmlformats.org/officeDocument/2006/relationships/tags" Target="../tags/tag368.xml"/><Relationship Id="rId11" Type="http://schemas.openxmlformats.org/officeDocument/2006/relationships/tags" Target="../tags/tag373.xml"/><Relationship Id="rId24" Type="http://schemas.openxmlformats.org/officeDocument/2006/relationships/tags" Target="../tags/tag386.xml"/><Relationship Id="rId32" Type="http://schemas.microsoft.com/office/2007/relationships/hdphoto" Target="../media/hdphoto1.wdp"/><Relationship Id="rId5" Type="http://schemas.openxmlformats.org/officeDocument/2006/relationships/tags" Target="../tags/tag367.xml"/><Relationship Id="rId15" Type="http://schemas.openxmlformats.org/officeDocument/2006/relationships/tags" Target="../tags/tag377.xml"/><Relationship Id="rId23" Type="http://schemas.openxmlformats.org/officeDocument/2006/relationships/tags" Target="../tags/tag385.xml"/><Relationship Id="rId28" Type="http://schemas.openxmlformats.org/officeDocument/2006/relationships/tags" Target="../tags/tag390.xml"/><Relationship Id="rId10" Type="http://schemas.openxmlformats.org/officeDocument/2006/relationships/tags" Target="../tags/tag372.xml"/><Relationship Id="rId19" Type="http://schemas.openxmlformats.org/officeDocument/2006/relationships/tags" Target="../tags/tag381.xml"/><Relationship Id="rId31" Type="http://schemas.openxmlformats.org/officeDocument/2006/relationships/image" Target="../media/image1.png"/><Relationship Id="rId4" Type="http://schemas.openxmlformats.org/officeDocument/2006/relationships/tags" Target="../tags/tag366.xml"/><Relationship Id="rId9" Type="http://schemas.openxmlformats.org/officeDocument/2006/relationships/tags" Target="../tags/tag371.xml"/><Relationship Id="rId14" Type="http://schemas.openxmlformats.org/officeDocument/2006/relationships/tags" Target="../tags/tag376.xml"/><Relationship Id="rId22" Type="http://schemas.openxmlformats.org/officeDocument/2006/relationships/tags" Target="../tags/tag384.xml"/><Relationship Id="rId27" Type="http://schemas.openxmlformats.org/officeDocument/2006/relationships/tags" Target="../tags/tag389.xml"/><Relationship Id="rId30"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9.xml"/><Relationship Id="rId1" Type="http://schemas.openxmlformats.org/officeDocument/2006/relationships/slideLayout" Target="../slideLayouts/slideLayout18.xml"/><Relationship Id="rId5" Type="http://schemas.openxmlformats.org/officeDocument/2006/relationships/image" Target="../media/image35.png"/><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18.xml"/><Relationship Id="rId5" Type="http://schemas.openxmlformats.org/officeDocument/2006/relationships/image" Target="../media/image38.png"/><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8" Type="http://schemas.openxmlformats.org/officeDocument/2006/relationships/tags" Target="../tags/tag398.xml"/><Relationship Id="rId13" Type="http://schemas.openxmlformats.org/officeDocument/2006/relationships/tags" Target="../tags/tag403.xml"/><Relationship Id="rId18" Type="http://schemas.openxmlformats.org/officeDocument/2006/relationships/tags" Target="../tags/tag408.xml"/><Relationship Id="rId26" Type="http://schemas.openxmlformats.org/officeDocument/2006/relationships/tags" Target="../tags/tag416.xml"/><Relationship Id="rId3" Type="http://schemas.openxmlformats.org/officeDocument/2006/relationships/tags" Target="../tags/tag393.xml"/><Relationship Id="rId21" Type="http://schemas.openxmlformats.org/officeDocument/2006/relationships/tags" Target="../tags/tag411.xml"/><Relationship Id="rId7" Type="http://schemas.openxmlformats.org/officeDocument/2006/relationships/tags" Target="../tags/tag397.xml"/><Relationship Id="rId12" Type="http://schemas.openxmlformats.org/officeDocument/2006/relationships/tags" Target="../tags/tag402.xml"/><Relationship Id="rId17" Type="http://schemas.openxmlformats.org/officeDocument/2006/relationships/tags" Target="../tags/tag407.xml"/><Relationship Id="rId25" Type="http://schemas.openxmlformats.org/officeDocument/2006/relationships/tags" Target="../tags/tag415.xml"/><Relationship Id="rId2" Type="http://schemas.openxmlformats.org/officeDocument/2006/relationships/tags" Target="../tags/tag392.xml"/><Relationship Id="rId16" Type="http://schemas.openxmlformats.org/officeDocument/2006/relationships/tags" Target="../tags/tag406.xml"/><Relationship Id="rId20" Type="http://schemas.openxmlformats.org/officeDocument/2006/relationships/tags" Target="../tags/tag410.xml"/><Relationship Id="rId29" Type="http://schemas.openxmlformats.org/officeDocument/2006/relationships/slideLayout" Target="../slideLayouts/slideLayout18.xml"/><Relationship Id="rId1" Type="http://schemas.openxmlformats.org/officeDocument/2006/relationships/tags" Target="../tags/tag391.xml"/><Relationship Id="rId6" Type="http://schemas.openxmlformats.org/officeDocument/2006/relationships/tags" Target="../tags/tag396.xml"/><Relationship Id="rId11" Type="http://schemas.openxmlformats.org/officeDocument/2006/relationships/tags" Target="../tags/tag401.xml"/><Relationship Id="rId24" Type="http://schemas.openxmlformats.org/officeDocument/2006/relationships/tags" Target="../tags/tag414.xml"/><Relationship Id="rId32" Type="http://schemas.microsoft.com/office/2007/relationships/hdphoto" Target="../media/hdphoto1.wdp"/><Relationship Id="rId5" Type="http://schemas.openxmlformats.org/officeDocument/2006/relationships/tags" Target="../tags/tag395.xml"/><Relationship Id="rId15" Type="http://schemas.openxmlformats.org/officeDocument/2006/relationships/tags" Target="../tags/tag405.xml"/><Relationship Id="rId23" Type="http://schemas.openxmlformats.org/officeDocument/2006/relationships/tags" Target="../tags/tag413.xml"/><Relationship Id="rId28" Type="http://schemas.openxmlformats.org/officeDocument/2006/relationships/tags" Target="../tags/tag418.xml"/><Relationship Id="rId10" Type="http://schemas.openxmlformats.org/officeDocument/2006/relationships/tags" Target="../tags/tag400.xml"/><Relationship Id="rId19" Type="http://schemas.openxmlformats.org/officeDocument/2006/relationships/tags" Target="../tags/tag409.xml"/><Relationship Id="rId31" Type="http://schemas.openxmlformats.org/officeDocument/2006/relationships/image" Target="../media/image1.png"/><Relationship Id="rId4" Type="http://schemas.openxmlformats.org/officeDocument/2006/relationships/tags" Target="../tags/tag394.xml"/><Relationship Id="rId9" Type="http://schemas.openxmlformats.org/officeDocument/2006/relationships/tags" Target="../tags/tag399.xml"/><Relationship Id="rId14" Type="http://schemas.openxmlformats.org/officeDocument/2006/relationships/tags" Target="../tags/tag404.xml"/><Relationship Id="rId22" Type="http://schemas.openxmlformats.org/officeDocument/2006/relationships/tags" Target="../tags/tag412.xml"/><Relationship Id="rId27" Type="http://schemas.openxmlformats.org/officeDocument/2006/relationships/tags" Target="../tags/tag417.xml"/><Relationship Id="rId30"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customXml" Target="../ink/ink3.xml"/><Relationship Id="rId18" Type="http://schemas.openxmlformats.org/officeDocument/2006/relationships/image" Target="../media/image47.png"/><Relationship Id="rId3" Type="http://schemas.openxmlformats.org/officeDocument/2006/relationships/slideLayout" Target="../slideLayouts/slideLayout18.xml"/><Relationship Id="rId7" Type="http://schemas.openxmlformats.org/officeDocument/2006/relationships/image" Target="../media/image41.png"/><Relationship Id="rId12" Type="http://schemas.openxmlformats.org/officeDocument/2006/relationships/image" Target="../media/image44.png"/><Relationship Id="rId17" Type="http://schemas.openxmlformats.org/officeDocument/2006/relationships/customXml" Target="../ink/ink5.xml"/><Relationship Id="rId2" Type="http://schemas.openxmlformats.org/officeDocument/2006/relationships/tags" Target="../tags/tag420.xml"/><Relationship Id="rId16" Type="http://schemas.openxmlformats.org/officeDocument/2006/relationships/image" Target="../media/image46.png"/><Relationship Id="rId20" Type="http://schemas.openxmlformats.org/officeDocument/2006/relationships/image" Target="../media/image48.png"/><Relationship Id="rId1" Type="http://schemas.openxmlformats.org/officeDocument/2006/relationships/tags" Target="../tags/tag419.xml"/><Relationship Id="rId6" Type="http://schemas.openxmlformats.org/officeDocument/2006/relationships/image" Target="../media/image40.png"/><Relationship Id="rId11" Type="http://schemas.openxmlformats.org/officeDocument/2006/relationships/customXml" Target="../ink/ink2.xml"/><Relationship Id="rId5" Type="http://schemas.openxmlformats.org/officeDocument/2006/relationships/image" Target="../media/image39.png"/><Relationship Id="rId15" Type="http://schemas.openxmlformats.org/officeDocument/2006/relationships/customXml" Target="../ink/ink4.xml"/><Relationship Id="rId10" Type="http://schemas.openxmlformats.org/officeDocument/2006/relationships/image" Target="../media/image43.png"/><Relationship Id="rId19" Type="http://schemas.openxmlformats.org/officeDocument/2006/relationships/customXml" Target="../ink/ink6.xml"/><Relationship Id="rId4" Type="http://schemas.openxmlformats.org/officeDocument/2006/relationships/notesSlide" Target="../notesSlides/notesSlide42.xml"/><Relationship Id="rId9" Type="http://schemas.openxmlformats.org/officeDocument/2006/relationships/customXml" Target="../ink/ink1.xml"/><Relationship Id="rId14" Type="http://schemas.openxmlformats.org/officeDocument/2006/relationships/image" Target="../media/image45.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422.xml"/><Relationship Id="rId1" Type="http://schemas.openxmlformats.org/officeDocument/2006/relationships/tags" Target="../tags/tag42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424.xml"/><Relationship Id="rId1" Type="http://schemas.openxmlformats.org/officeDocument/2006/relationships/tags" Target="../tags/tag423.xml"/><Relationship Id="rId5" Type="http://schemas.openxmlformats.org/officeDocument/2006/relationships/image" Target="../media/image51.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426.xml"/><Relationship Id="rId1" Type="http://schemas.openxmlformats.org/officeDocument/2006/relationships/tags" Target="../tags/tag425.xml"/><Relationship Id="rId5" Type="http://schemas.openxmlformats.org/officeDocument/2006/relationships/image" Target="../media/image5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428.xml"/><Relationship Id="rId1" Type="http://schemas.openxmlformats.org/officeDocument/2006/relationships/tags" Target="../tags/tag427.xml"/><Relationship Id="rId5" Type="http://schemas.openxmlformats.org/officeDocument/2006/relationships/image" Target="../media/image53.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8" Type="http://schemas.openxmlformats.org/officeDocument/2006/relationships/tags" Target="../tags/tag436.xml"/><Relationship Id="rId13" Type="http://schemas.openxmlformats.org/officeDocument/2006/relationships/tags" Target="../tags/tag441.xml"/><Relationship Id="rId18" Type="http://schemas.openxmlformats.org/officeDocument/2006/relationships/tags" Target="../tags/tag446.xml"/><Relationship Id="rId26" Type="http://schemas.openxmlformats.org/officeDocument/2006/relationships/tags" Target="../tags/tag454.xml"/><Relationship Id="rId3" Type="http://schemas.openxmlformats.org/officeDocument/2006/relationships/tags" Target="../tags/tag431.xml"/><Relationship Id="rId21" Type="http://schemas.openxmlformats.org/officeDocument/2006/relationships/tags" Target="../tags/tag449.xml"/><Relationship Id="rId7" Type="http://schemas.openxmlformats.org/officeDocument/2006/relationships/tags" Target="../tags/tag435.xml"/><Relationship Id="rId12" Type="http://schemas.openxmlformats.org/officeDocument/2006/relationships/tags" Target="../tags/tag440.xml"/><Relationship Id="rId17" Type="http://schemas.openxmlformats.org/officeDocument/2006/relationships/tags" Target="../tags/tag445.xml"/><Relationship Id="rId25" Type="http://schemas.openxmlformats.org/officeDocument/2006/relationships/tags" Target="../tags/tag453.xml"/><Relationship Id="rId2" Type="http://schemas.openxmlformats.org/officeDocument/2006/relationships/tags" Target="../tags/tag430.xml"/><Relationship Id="rId16" Type="http://schemas.openxmlformats.org/officeDocument/2006/relationships/tags" Target="../tags/tag444.xml"/><Relationship Id="rId20" Type="http://schemas.openxmlformats.org/officeDocument/2006/relationships/tags" Target="../tags/tag448.xml"/><Relationship Id="rId29" Type="http://schemas.openxmlformats.org/officeDocument/2006/relationships/slideLayout" Target="../slideLayouts/slideLayout18.xml"/><Relationship Id="rId1" Type="http://schemas.openxmlformats.org/officeDocument/2006/relationships/tags" Target="../tags/tag429.xml"/><Relationship Id="rId6" Type="http://schemas.openxmlformats.org/officeDocument/2006/relationships/tags" Target="../tags/tag434.xml"/><Relationship Id="rId11" Type="http://schemas.openxmlformats.org/officeDocument/2006/relationships/tags" Target="../tags/tag439.xml"/><Relationship Id="rId24" Type="http://schemas.openxmlformats.org/officeDocument/2006/relationships/tags" Target="../tags/tag452.xml"/><Relationship Id="rId32" Type="http://schemas.microsoft.com/office/2007/relationships/hdphoto" Target="../media/hdphoto1.wdp"/><Relationship Id="rId5" Type="http://schemas.openxmlformats.org/officeDocument/2006/relationships/tags" Target="../tags/tag433.xml"/><Relationship Id="rId15" Type="http://schemas.openxmlformats.org/officeDocument/2006/relationships/tags" Target="../tags/tag443.xml"/><Relationship Id="rId23" Type="http://schemas.openxmlformats.org/officeDocument/2006/relationships/tags" Target="../tags/tag451.xml"/><Relationship Id="rId28" Type="http://schemas.openxmlformats.org/officeDocument/2006/relationships/tags" Target="../tags/tag456.xml"/><Relationship Id="rId10" Type="http://schemas.openxmlformats.org/officeDocument/2006/relationships/tags" Target="../tags/tag438.xml"/><Relationship Id="rId19" Type="http://schemas.openxmlformats.org/officeDocument/2006/relationships/tags" Target="../tags/tag447.xml"/><Relationship Id="rId31" Type="http://schemas.openxmlformats.org/officeDocument/2006/relationships/image" Target="../media/image1.png"/><Relationship Id="rId4" Type="http://schemas.openxmlformats.org/officeDocument/2006/relationships/tags" Target="../tags/tag432.xml"/><Relationship Id="rId9" Type="http://schemas.openxmlformats.org/officeDocument/2006/relationships/tags" Target="../tags/tag437.xml"/><Relationship Id="rId14" Type="http://schemas.openxmlformats.org/officeDocument/2006/relationships/tags" Target="../tags/tag442.xml"/><Relationship Id="rId22" Type="http://schemas.openxmlformats.org/officeDocument/2006/relationships/tags" Target="../tags/tag450.xml"/><Relationship Id="rId27" Type="http://schemas.openxmlformats.org/officeDocument/2006/relationships/tags" Target="../tags/tag455.xml"/><Relationship Id="rId30"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3.xml"/><Relationship Id="rId4" Type="http://schemas.microsoft.com/office/2007/relationships/hdphoto" Target="../media/hdphoto1.wdp"/></Relationships>
</file>

<file path=ppt/slides/_rels/slide50.xml.rels><?xml version="1.0" encoding="UTF-8" standalone="yes"?>
<Relationships xmlns="http://schemas.openxmlformats.org/package/2006/relationships"><Relationship Id="rId8" Type="http://schemas.openxmlformats.org/officeDocument/2006/relationships/tags" Target="../tags/tag464.xml"/><Relationship Id="rId13" Type="http://schemas.openxmlformats.org/officeDocument/2006/relationships/tags" Target="../tags/tag469.xml"/><Relationship Id="rId18" Type="http://schemas.openxmlformats.org/officeDocument/2006/relationships/tags" Target="../tags/tag474.xml"/><Relationship Id="rId26" Type="http://schemas.openxmlformats.org/officeDocument/2006/relationships/tags" Target="../tags/tag482.xml"/><Relationship Id="rId3" Type="http://schemas.openxmlformats.org/officeDocument/2006/relationships/tags" Target="../tags/tag459.xml"/><Relationship Id="rId21" Type="http://schemas.openxmlformats.org/officeDocument/2006/relationships/tags" Target="../tags/tag477.xml"/><Relationship Id="rId7" Type="http://schemas.openxmlformats.org/officeDocument/2006/relationships/tags" Target="../tags/tag463.xml"/><Relationship Id="rId12" Type="http://schemas.openxmlformats.org/officeDocument/2006/relationships/tags" Target="../tags/tag468.xml"/><Relationship Id="rId17" Type="http://schemas.openxmlformats.org/officeDocument/2006/relationships/tags" Target="../tags/tag473.xml"/><Relationship Id="rId25" Type="http://schemas.openxmlformats.org/officeDocument/2006/relationships/tags" Target="../tags/tag481.xml"/><Relationship Id="rId2" Type="http://schemas.openxmlformats.org/officeDocument/2006/relationships/tags" Target="../tags/tag458.xml"/><Relationship Id="rId16" Type="http://schemas.openxmlformats.org/officeDocument/2006/relationships/tags" Target="../tags/tag472.xml"/><Relationship Id="rId20" Type="http://schemas.openxmlformats.org/officeDocument/2006/relationships/tags" Target="../tags/tag476.xml"/><Relationship Id="rId29" Type="http://schemas.openxmlformats.org/officeDocument/2006/relationships/slideLayout" Target="../slideLayouts/slideLayout18.xml"/><Relationship Id="rId1" Type="http://schemas.openxmlformats.org/officeDocument/2006/relationships/tags" Target="../tags/tag457.xml"/><Relationship Id="rId6" Type="http://schemas.openxmlformats.org/officeDocument/2006/relationships/tags" Target="../tags/tag462.xml"/><Relationship Id="rId11" Type="http://schemas.openxmlformats.org/officeDocument/2006/relationships/tags" Target="../tags/tag467.xml"/><Relationship Id="rId24" Type="http://schemas.openxmlformats.org/officeDocument/2006/relationships/tags" Target="../tags/tag480.xml"/><Relationship Id="rId32" Type="http://schemas.microsoft.com/office/2007/relationships/hdphoto" Target="../media/hdphoto1.wdp"/><Relationship Id="rId5" Type="http://schemas.openxmlformats.org/officeDocument/2006/relationships/tags" Target="../tags/tag461.xml"/><Relationship Id="rId15" Type="http://schemas.openxmlformats.org/officeDocument/2006/relationships/tags" Target="../tags/tag471.xml"/><Relationship Id="rId23" Type="http://schemas.openxmlformats.org/officeDocument/2006/relationships/tags" Target="../tags/tag479.xml"/><Relationship Id="rId28" Type="http://schemas.openxmlformats.org/officeDocument/2006/relationships/tags" Target="../tags/tag484.xml"/><Relationship Id="rId10" Type="http://schemas.openxmlformats.org/officeDocument/2006/relationships/tags" Target="../tags/tag466.xml"/><Relationship Id="rId19" Type="http://schemas.openxmlformats.org/officeDocument/2006/relationships/tags" Target="../tags/tag475.xml"/><Relationship Id="rId31" Type="http://schemas.openxmlformats.org/officeDocument/2006/relationships/image" Target="../media/image1.png"/><Relationship Id="rId4" Type="http://schemas.openxmlformats.org/officeDocument/2006/relationships/tags" Target="../tags/tag460.xml"/><Relationship Id="rId9" Type="http://schemas.openxmlformats.org/officeDocument/2006/relationships/tags" Target="../tags/tag465.xml"/><Relationship Id="rId14" Type="http://schemas.openxmlformats.org/officeDocument/2006/relationships/tags" Target="../tags/tag470.xml"/><Relationship Id="rId22" Type="http://schemas.openxmlformats.org/officeDocument/2006/relationships/tags" Target="../tags/tag478.xml"/><Relationship Id="rId27" Type="http://schemas.openxmlformats.org/officeDocument/2006/relationships/tags" Target="../tags/tag483.xml"/><Relationship Id="rId30"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8" Type="http://schemas.openxmlformats.org/officeDocument/2006/relationships/tags" Target="../tags/tag492.xml"/><Relationship Id="rId13" Type="http://schemas.openxmlformats.org/officeDocument/2006/relationships/tags" Target="../tags/tag497.xml"/><Relationship Id="rId18" Type="http://schemas.openxmlformats.org/officeDocument/2006/relationships/tags" Target="../tags/tag502.xml"/><Relationship Id="rId26" Type="http://schemas.openxmlformats.org/officeDocument/2006/relationships/tags" Target="../tags/tag510.xml"/><Relationship Id="rId3" Type="http://schemas.openxmlformats.org/officeDocument/2006/relationships/tags" Target="../tags/tag487.xml"/><Relationship Id="rId21" Type="http://schemas.openxmlformats.org/officeDocument/2006/relationships/tags" Target="../tags/tag505.xml"/><Relationship Id="rId7" Type="http://schemas.openxmlformats.org/officeDocument/2006/relationships/tags" Target="../tags/tag491.xml"/><Relationship Id="rId12" Type="http://schemas.openxmlformats.org/officeDocument/2006/relationships/tags" Target="../tags/tag496.xml"/><Relationship Id="rId17" Type="http://schemas.openxmlformats.org/officeDocument/2006/relationships/tags" Target="../tags/tag501.xml"/><Relationship Id="rId25" Type="http://schemas.openxmlformats.org/officeDocument/2006/relationships/tags" Target="../tags/tag509.xml"/><Relationship Id="rId2" Type="http://schemas.openxmlformats.org/officeDocument/2006/relationships/tags" Target="../tags/tag486.xml"/><Relationship Id="rId16" Type="http://schemas.openxmlformats.org/officeDocument/2006/relationships/tags" Target="../tags/tag500.xml"/><Relationship Id="rId20" Type="http://schemas.openxmlformats.org/officeDocument/2006/relationships/tags" Target="../tags/tag504.xml"/><Relationship Id="rId29" Type="http://schemas.openxmlformats.org/officeDocument/2006/relationships/slideLayout" Target="../slideLayouts/slideLayout18.xml"/><Relationship Id="rId1" Type="http://schemas.openxmlformats.org/officeDocument/2006/relationships/tags" Target="../tags/tag485.xml"/><Relationship Id="rId6" Type="http://schemas.openxmlformats.org/officeDocument/2006/relationships/tags" Target="../tags/tag490.xml"/><Relationship Id="rId11" Type="http://schemas.openxmlformats.org/officeDocument/2006/relationships/tags" Target="../tags/tag495.xml"/><Relationship Id="rId24" Type="http://schemas.openxmlformats.org/officeDocument/2006/relationships/tags" Target="../tags/tag508.xml"/><Relationship Id="rId32" Type="http://schemas.microsoft.com/office/2007/relationships/hdphoto" Target="../media/hdphoto1.wdp"/><Relationship Id="rId5" Type="http://schemas.openxmlformats.org/officeDocument/2006/relationships/tags" Target="../tags/tag489.xml"/><Relationship Id="rId15" Type="http://schemas.openxmlformats.org/officeDocument/2006/relationships/tags" Target="../tags/tag499.xml"/><Relationship Id="rId23" Type="http://schemas.openxmlformats.org/officeDocument/2006/relationships/tags" Target="../tags/tag507.xml"/><Relationship Id="rId28" Type="http://schemas.openxmlformats.org/officeDocument/2006/relationships/tags" Target="../tags/tag512.xml"/><Relationship Id="rId10" Type="http://schemas.openxmlformats.org/officeDocument/2006/relationships/tags" Target="../tags/tag494.xml"/><Relationship Id="rId19" Type="http://schemas.openxmlformats.org/officeDocument/2006/relationships/tags" Target="../tags/tag503.xml"/><Relationship Id="rId31" Type="http://schemas.openxmlformats.org/officeDocument/2006/relationships/image" Target="../media/image1.png"/><Relationship Id="rId4" Type="http://schemas.openxmlformats.org/officeDocument/2006/relationships/tags" Target="../tags/tag488.xml"/><Relationship Id="rId9" Type="http://schemas.openxmlformats.org/officeDocument/2006/relationships/tags" Target="../tags/tag493.xml"/><Relationship Id="rId14" Type="http://schemas.openxmlformats.org/officeDocument/2006/relationships/tags" Target="../tags/tag498.xml"/><Relationship Id="rId22" Type="http://schemas.openxmlformats.org/officeDocument/2006/relationships/tags" Target="../tags/tag506.xml"/><Relationship Id="rId27" Type="http://schemas.openxmlformats.org/officeDocument/2006/relationships/tags" Target="../tags/tag511.xml"/><Relationship Id="rId30"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8" Type="http://schemas.openxmlformats.org/officeDocument/2006/relationships/tags" Target="../tags/tag520.xml"/><Relationship Id="rId13" Type="http://schemas.openxmlformats.org/officeDocument/2006/relationships/tags" Target="../tags/tag525.xml"/><Relationship Id="rId18" Type="http://schemas.openxmlformats.org/officeDocument/2006/relationships/tags" Target="../tags/tag530.xml"/><Relationship Id="rId26" Type="http://schemas.openxmlformats.org/officeDocument/2006/relationships/tags" Target="../tags/tag538.xml"/><Relationship Id="rId3" Type="http://schemas.openxmlformats.org/officeDocument/2006/relationships/tags" Target="../tags/tag515.xml"/><Relationship Id="rId21" Type="http://schemas.openxmlformats.org/officeDocument/2006/relationships/tags" Target="../tags/tag533.xml"/><Relationship Id="rId7" Type="http://schemas.openxmlformats.org/officeDocument/2006/relationships/tags" Target="../tags/tag519.xml"/><Relationship Id="rId12" Type="http://schemas.openxmlformats.org/officeDocument/2006/relationships/tags" Target="../tags/tag524.xml"/><Relationship Id="rId17" Type="http://schemas.openxmlformats.org/officeDocument/2006/relationships/tags" Target="../tags/tag529.xml"/><Relationship Id="rId25" Type="http://schemas.openxmlformats.org/officeDocument/2006/relationships/tags" Target="../tags/tag537.xml"/><Relationship Id="rId2" Type="http://schemas.openxmlformats.org/officeDocument/2006/relationships/tags" Target="../tags/tag514.xml"/><Relationship Id="rId16" Type="http://schemas.openxmlformats.org/officeDocument/2006/relationships/tags" Target="../tags/tag528.xml"/><Relationship Id="rId20" Type="http://schemas.openxmlformats.org/officeDocument/2006/relationships/tags" Target="../tags/tag532.xml"/><Relationship Id="rId29" Type="http://schemas.openxmlformats.org/officeDocument/2006/relationships/slideLayout" Target="../slideLayouts/slideLayout18.xml"/><Relationship Id="rId1" Type="http://schemas.openxmlformats.org/officeDocument/2006/relationships/tags" Target="../tags/tag513.xml"/><Relationship Id="rId6" Type="http://schemas.openxmlformats.org/officeDocument/2006/relationships/tags" Target="../tags/tag518.xml"/><Relationship Id="rId11" Type="http://schemas.openxmlformats.org/officeDocument/2006/relationships/tags" Target="../tags/tag523.xml"/><Relationship Id="rId24" Type="http://schemas.openxmlformats.org/officeDocument/2006/relationships/tags" Target="../tags/tag536.xml"/><Relationship Id="rId32" Type="http://schemas.microsoft.com/office/2007/relationships/hdphoto" Target="../media/hdphoto1.wdp"/><Relationship Id="rId5" Type="http://schemas.openxmlformats.org/officeDocument/2006/relationships/tags" Target="../tags/tag517.xml"/><Relationship Id="rId15" Type="http://schemas.openxmlformats.org/officeDocument/2006/relationships/tags" Target="../tags/tag527.xml"/><Relationship Id="rId23" Type="http://schemas.openxmlformats.org/officeDocument/2006/relationships/tags" Target="../tags/tag535.xml"/><Relationship Id="rId28" Type="http://schemas.openxmlformats.org/officeDocument/2006/relationships/tags" Target="../tags/tag540.xml"/><Relationship Id="rId10" Type="http://schemas.openxmlformats.org/officeDocument/2006/relationships/tags" Target="../tags/tag522.xml"/><Relationship Id="rId19" Type="http://schemas.openxmlformats.org/officeDocument/2006/relationships/tags" Target="../tags/tag531.xml"/><Relationship Id="rId31" Type="http://schemas.openxmlformats.org/officeDocument/2006/relationships/image" Target="../media/image1.png"/><Relationship Id="rId4" Type="http://schemas.openxmlformats.org/officeDocument/2006/relationships/tags" Target="../tags/tag516.xml"/><Relationship Id="rId9" Type="http://schemas.openxmlformats.org/officeDocument/2006/relationships/tags" Target="../tags/tag521.xml"/><Relationship Id="rId14" Type="http://schemas.openxmlformats.org/officeDocument/2006/relationships/tags" Target="../tags/tag526.xml"/><Relationship Id="rId22" Type="http://schemas.openxmlformats.org/officeDocument/2006/relationships/tags" Target="../tags/tag534.xml"/><Relationship Id="rId27" Type="http://schemas.openxmlformats.org/officeDocument/2006/relationships/tags" Target="../tags/tag539.xml"/><Relationship Id="rId30"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4.xml"/><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5.xml"/><Relationship Id="rId1" Type="http://schemas.openxmlformats.org/officeDocument/2006/relationships/slideLayout" Target="../slideLayouts/slideLayout18.xml"/><Relationship Id="rId4" Type="http://schemas.openxmlformats.org/officeDocument/2006/relationships/image" Target="../media/image56.png"/></Relationships>
</file>

<file path=ppt/slides/_rels/slide5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6.xml"/><Relationship Id="rId1" Type="http://schemas.openxmlformats.org/officeDocument/2006/relationships/slideLayout" Target="../slideLayouts/slideLayout18.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5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7.xml"/><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8" Type="http://schemas.openxmlformats.org/officeDocument/2006/relationships/tags" Target="../tags/tag548.xml"/><Relationship Id="rId13" Type="http://schemas.openxmlformats.org/officeDocument/2006/relationships/tags" Target="../tags/tag553.xml"/><Relationship Id="rId18" Type="http://schemas.openxmlformats.org/officeDocument/2006/relationships/tags" Target="../tags/tag558.xml"/><Relationship Id="rId26" Type="http://schemas.openxmlformats.org/officeDocument/2006/relationships/tags" Target="../tags/tag566.xml"/><Relationship Id="rId3" Type="http://schemas.openxmlformats.org/officeDocument/2006/relationships/tags" Target="../tags/tag543.xml"/><Relationship Id="rId21" Type="http://schemas.openxmlformats.org/officeDocument/2006/relationships/tags" Target="../tags/tag561.xml"/><Relationship Id="rId7" Type="http://schemas.openxmlformats.org/officeDocument/2006/relationships/tags" Target="../tags/tag547.xml"/><Relationship Id="rId12" Type="http://schemas.openxmlformats.org/officeDocument/2006/relationships/tags" Target="../tags/tag552.xml"/><Relationship Id="rId17" Type="http://schemas.openxmlformats.org/officeDocument/2006/relationships/tags" Target="../tags/tag557.xml"/><Relationship Id="rId25" Type="http://schemas.openxmlformats.org/officeDocument/2006/relationships/tags" Target="../tags/tag565.xml"/><Relationship Id="rId2" Type="http://schemas.openxmlformats.org/officeDocument/2006/relationships/tags" Target="../tags/tag542.xml"/><Relationship Id="rId16" Type="http://schemas.openxmlformats.org/officeDocument/2006/relationships/tags" Target="../tags/tag556.xml"/><Relationship Id="rId20" Type="http://schemas.openxmlformats.org/officeDocument/2006/relationships/tags" Target="../tags/tag560.xml"/><Relationship Id="rId29" Type="http://schemas.openxmlformats.org/officeDocument/2006/relationships/slideLayout" Target="../slideLayouts/slideLayout18.xml"/><Relationship Id="rId1" Type="http://schemas.openxmlformats.org/officeDocument/2006/relationships/tags" Target="../tags/tag541.xml"/><Relationship Id="rId6" Type="http://schemas.openxmlformats.org/officeDocument/2006/relationships/tags" Target="../tags/tag546.xml"/><Relationship Id="rId11" Type="http://schemas.openxmlformats.org/officeDocument/2006/relationships/tags" Target="../tags/tag551.xml"/><Relationship Id="rId24" Type="http://schemas.openxmlformats.org/officeDocument/2006/relationships/tags" Target="../tags/tag564.xml"/><Relationship Id="rId32" Type="http://schemas.microsoft.com/office/2007/relationships/hdphoto" Target="../media/hdphoto1.wdp"/><Relationship Id="rId5" Type="http://schemas.openxmlformats.org/officeDocument/2006/relationships/tags" Target="../tags/tag545.xml"/><Relationship Id="rId15" Type="http://schemas.openxmlformats.org/officeDocument/2006/relationships/tags" Target="../tags/tag555.xml"/><Relationship Id="rId23" Type="http://schemas.openxmlformats.org/officeDocument/2006/relationships/tags" Target="../tags/tag563.xml"/><Relationship Id="rId28" Type="http://schemas.openxmlformats.org/officeDocument/2006/relationships/tags" Target="../tags/tag568.xml"/><Relationship Id="rId10" Type="http://schemas.openxmlformats.org/officeDocument/2006/relationships/tags" Target="../tags/tag550.xml"/><Relationship Id="rId19" Type="http://schemas.openxmlformats.org/officeDocument/2006/relationships/tags" Target="../tags/tag559.xml"/><Relationship Id="rId31" Type="http://schemas.openxmlformats.org/officeDocument/2006/relationships/image" Target="../media/image1.png"/><Relationship Id="rId4" Type="http://schemas.openxmlformats.org/officeDocument/2006/relationships/tags" Target="../tags/tag544.xml"/><Relationship Id="rId9" Type="http://schemas.openxmlformats.org/officeDocument/2006/relationships/tags" Target="../tags/tag549.xml"/><Relationship Id="rId14" Type="http://schemas.openxmlformats.org/officeDocument/2006/relationships/tags" Target="../tags/tag554.xml"/><Relationship Id="rId22" Type="http://schemas.openxmlformats.org/officeDocument/2006/relationships/tags" Target="../tags/tag562.xml"/><Relationship Id="rId27" Type="http://schemas.openxmlformats.org/officeDocument/2006/relationships/tags" Target="../tags/tag567.xml"/><Relationship Id="rId30"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570.xml"/><Relationship Id="rId1" Type="http://schemas.openxmlformats.org/officeDocument/2006/relationships/tags" Target="../tags/tag569.xml"/><Relationship Id="rId5" Type="http://schemas.openxmlformats.org/officeDocument/2006/relationships/image" Target="../media/image62.png"/><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572.xml"/><Relationship Id="rId1" Type="http://schemas.openxmlformats.org/officeDocument/2006/relationships/tags" Target="../tags/tag571.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574.xml"/><Relationship Id="rId1" Type="http://schemas.openxmlformats.org/officeDocument/2006/relationships/tags" Target="../tags/tag573.xml"/><Relationship Id="rId5" Type="http://schemas.openxmlformats.org/officeDocument/2006/relationships/image" Target="../media/image65.png"/><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576.xml"/><Relationship Id="rId1" Type="http://schemas.openxmlformats.org/officeDocument/2006/relationships/tags" Target="../tags/tag575.xml"/><Relationship Id="rId5" Type="http://schemas.openxmlformats.org/officeDocument/2006/relationships/image" Target="../media/image66.png"/><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8" Type="http://schemas.openxmlformats.org/officeDocument/2006/relationships/tags" Target="../tags/tag584.xml"/><Relationship Id="rId13" Type="http://schemas.openxmlformats.org/officeDocument/2006/relationships/tags" Target="../tags/tag589.xml"/><Relationship Id="rId18" Type="http://schemas.openxmlformats.org/officeDocument/2006/relationships/tags" Target="../tags/tag594.xml"/><Relationship Id="rId26" Type="http://schemas.openxmlformats.org/officeDocument/2006/relationships/tags" Target="../tags/tag602.xml"/><Relationship Id="rId3" Type="http://schemas.openxmlformats.org/officeDocument/2006/relationships/tags" Target="../tags/tag579.xml"/><Relationship Id="rId21" Type="http://schemas.openxmlformats.org/officeDocument/2006/relationships/tags" Target="../tags/tag597.xml"/><Relationship Id="rId7" Type="http://schemas.openxmlformats.org/officeDocument/2006/relationships/tags" Target="../tags/tag583.xml"/><Relationship Id="rId12" Type="http://schemas.openxmlformats.org/officeDocument/2006/relationships/tags" Target="../tags/tag588.xml"/><Relationship Id="rId17" Type="http://schemas.openxmlformats.org/officeDocument/2006/relationships/tags" Target="../tags/tag593.xml"/><Relationship Id="rId25" Type="http://schemas.openxmlformats.org/officeDocument/2006/relationships/tags" Target="../tags/tag601.xml"/><Relationship Id="rId2" Type="http://schemas.openxmlformats.org/officeDocument/2006/relationships/tags" Target="../tags/tag578.xml"/><Relationship Id="rId16" Type="http://schemas.openxmlformats.org/officeDocument/2006/relationships/tags" Target="../tags/tag592.xml"/><Relationship Id="rId20" Type="http://schemas.openxmlformats.org/officeDocument/2006/relationships/tags" Target="../tags/tag596.xml"/><Relationship Id="rId29" Type="http://schemas.openxmlformats.org/officeDocument/2006/relationships/slideLayout" Target="../slideLayouts/slideLayout18.xml"/><Relationship Id="rId1" Type="http://schemas.openxmlformats.org/officeDocument/2006/relationships/tags" Target="../tags/tag577.xml"/><Relationship Id="rId6" Type="http://schemas.openxmlformats.org/officeDocument/2006/relationships/tags" Target="../tags/tag582.xml"/><Relationship Id="rId11" Type="http://schemas.openxmlformats.org/officeDocument/2006/relationships/tags" Target="../tags/tag587.xml"/><Relationship Id="rId24" Type="http://schemas.openxmlformats.org/officeDocument/2006/relationships/tags" Target="../tags/tag600.xml"/><Relationship Id="rId32" Type="http://schemas.microsoft.com/office/2007/relationships/hdphoto" Target="../media/hdphoto1.wdp"/><Relationship Id="rId5" Type="http://schemas.openxmlformats.org/officeDocument/2006/relationships/tags" Target="../tags/tag581.xml"/><Relationship Id="rId15" Type="http://schemas.openxmlformats.org/officeDocument/2006/relationships/tags" Target="../tags/tag591.xml"/><Relationship Id="rId23" Type="http://schemas.openxmlformats.org/officeDocument/2006/relationships/tags" Target="../tags/tag599.xml"/><Relationship Id="rId28" Type="http://schemas.openxmlformats.org/officeDocument/2006/relationships/tags" Target="../tags/tag604.xml"/><Relationship Id="rId10" Type="http://schemas.openxmlformats.org/officeDocument/2006/relationships/tags" Target="../tags/tag586.xml"/><Relationship Id="rId19" Type="http://schemas.openxmlformats.org/officeDocument/2006/relationships/tags" Target="../tags/tag595.xml"/><Relationship Id="rId31" Type="http://schemas.openxmlformats.org/officeDocument/2006/relationships/image" Target="../media/image1.png"/><Relationship Id="rId4" Type="http://schemas.openxmlformats.org/officeDocument/2006/relationships/tags" Target="../tags/tag580.xml"/><Relationship Id="rId9" Type="http://schemas.openxmlformats.org/officeDocument/2006/relationships/tags" Target="../tags/tag585.xml"/><Relationship Id="rId14" Type="http://schemas.openxmlformats.org/officeDocument/2006/relationships/tags" Target="../tags/tag590.xml"/><Relationship Id="rId22" Type="http://schemas.openxmlformats.org/officeDocument/2006/relationships/tags" Target="../tags/tag598.xml"/><Relationship Id="rId27" Type="http://schemas.openxmlformats.org/officeDocument/2006/relationships/tags" Target="../tags/tag603.xml"/><Relationship Id="rId30"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13.xml"/><Relationship Id="rId4" Type="http://schemas.microsoft.com/office/2007/relationships/hdphoto" Target="../media/hdphoto1.wdp"/></Relationships>
</file>

<file path=ppt/slides/_rels/slide66.xml.rels><?xml version="1.0" encoding="UTF-8" standalone="yes"?>
<Relationships xmlns="http://schemas.openxmlformats.org/package/2006/relationships"><Relationship Id="rId8" Type="http://schemas.openxmlformats.org/officeDocument/2006/relationships/tags" Target="../tags/tag612.xml"/><Relationship Id="rId13" Type="http://schemas.openxmlformats.org/officeDocument/2006/relationships/tags" Target="../tags/tag617.xml"/><Relationship Id="rId18" Type="http://schemas.openxmlformats.org/officeDocument/2006/relationships/tags" Target="../tags/tag622.xml"/><Relationship Id="rId26" Type="http://schemas.openxmlformats.org/officeDocument/2006/relationships/tags" Target="../tags/tag630.xml"/><Relationship Id="rId3" Type="http://schemas.openxmlformats.org/officeDocument/2006/relationships/tags" Target="../tags/tag607.xml"/><Relationship Id="rId21" Type="http://schemas.openxmlformats.org/officeDocument/2006/relationships/tags" Target="../tags/tag625.xml"/><Relationship Id="rId7" Type="http://schemas.openxmlformats.org/officeDocument/2006/relationships/tags" Target="../tags/tag611.xml"/><Relationship Id="rId12" Type="http://schemas.openxmlformats.org/officeDocument/2006/relationships/tags" Target="../tags/tag616.xml"/><Relationship Id="rId17" Type="http://schemas.openxmlformats.org/officeDocument/2006/relationships/tags" Target="../tags/tag621.xml"/><Relationship Id="rId25" Type="http://schemas.openxmlformats.org/officeDocument/2006/relationships/tags" Target="../tags/tag629.xml"/><Relationship Id="rId2" Type="http://schemas.openxmlformats.org/officeDocument/2006/relationships/tags" Target="../tags/tag606.xml"/><Relationship Id="rId16" Type="http://schemas.openxmlformats.org/officeDocument/2006/relationships/tags" Target="../tags/tag620.xml"/><Relationship Id="rId20" Type="http://schemas.openxmlformats.org/officeDocument/2006/relationships/tags" Target="../tags/tag624.xml"/><Relationship Id="rId29" Type="http://schemas.openxmlformats.org/officeDocument/2006/relationships/slideLayout" Target="../slideLayouts/slideLayout18.xml"/><Relationship Id="rId1" Type="http://schemas.openxmlformats.org/officeDocument/2006/relationships/tags" Target="../tags/tag605.xml"/><Relationship Id="rId6" Type="http://schemas.openxmlformats.org/officeDocument/2006/relationships/tags" Target="../tags/tag610.xml"/><Relationship Id="rId11" Type="http://schemas.openxmlformats.org/officeDocument/2006/relationships/tags" Target="../tags/tag615.xml"/><Relationship Id="rId24" Type="http://schemas.openxmlformats.org/officeDocument/2006/relationships/tags" Target="../tags/tag628.xml"/><Relationship Id="rId32" Type="http://schemas.microsoft.com/office/2007/relationships/hdphoto" Target="../media/hdphoto1.wdp"/><Relationship Id="rId5" Type="http://schemas.openxmlformats.org/officeDocument/2006/relationships/tags" Target="../tags/tag609.xml"/><Relationship Id="rId15" Type="http://schemas.openxmlformats.org/officeDocument/2006/relationships/tags" Target="../tags/tag619.xml"/><Relationship Id="rId23" Type="http://schemas.openxmlformats.org/officeDocument/2006/relationships/tags" Target="../tags/tag627.xml"/><Relationship Id="rId28" Type="http://schemas.openxmlformats.org/officeDocument/2006/relationships/tags" Target="../tags/tag632.xml"/><Relationship Id="rId10" Type="http://schemas.openxmlformats.org/officeDocument/2006/relationships/tags" Target="../tags/tag614.xml"/><Relationship Id="rId19" Type="http://schemas.openxmlformats.org/officeDocument/2006/relationships/tags" Target="../tags/tag623.xml"/><Relationship Id="rId31" Type="http://schemas.openxmlformats.org/officeDocument/2006/relationships/image" Target="../media/image1.png"/><Relationship Id="rId4" Type="http://schemas.openxmlformats.org/officeDocument/2006/relationships/tags" Target="../tags/tag608.xml"/><Relationship Id="rId9" Type="http://schemas.openxmlformats.org/officeDocument/2006/relationships/tags" Target="../tags/tag613.xml"/><Relationship Id="rId14" Type="http://schemas.openxmlformats.org/officeDocument/2006/relationships/tags" Target="../tags/tag618.xml"/><Relationship Id="rId22" Type="http://schemas.openxmlformats.org/officeDocument/2006/relationships/tags" Target="../tags/tag626.xml"/><Relationship Id="rId27" Type="http://schemas.openxmlformats.org/officeDocument/2006/relationships/tags" Target="../tags/tag631.xml"/><Relationship Id="rId30"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8" Type="http://schemas.openxmlformats.org/officeDocument/2006/relationships/tags" Target="../tags/tag640.xml"/><Relationship Id="rId13" Type="http://schemas.openxmlformats.org/officeDocument/2006/relationships/tags" Target="../tags/tag645.xml"/><Relationship Id="rId18" Type="http://schemas.openxmlformats.org/officeDocument/2006/relationships/tags" Target="../tags/tag650.xml"/><Relationship Id="rId26" Type="http://schemas.openxmlformats.org/officeDocument/2006/relationships/tags" Target="../tags/tag658.xml"/><Relationship Id="rId3" Type="http://schemas.openxmlformats.org/officeDocument/2006/relationships/tags" Target="../tags/tag635.xml"/><Relationship Id="rId21" Type="http://schemas.openxmlformats.org/officeDocument/2006/relationships/tags" Target="../tags/tag653.xml"/><Relationship Id="rId7" Type="http://schemas.openxmlformats.org/officeDocument/2006/relationships/tags" Target="../tags/tag639.xml"/><Relationship Id="rId12" Type="http://schemas.openxmlformats.org/officeDocument/2006/relationships/tags" Target="../tags/tag644.xml"/><Relationship Id="rId17" Type="http://schemas.openxmlformats.org/officeDocument/2006/relationships/tags" Target="../tags/tag649.xml"/><Relationship Id="rId25" Type="http://schemas.openxmlformats.org/officeDocument/2006/relationships/tags" Target="../tags/tag657.xml"/><Relationship Id="rId2" Type="http://schemas.openxmlformats.org/officeDocument/2006/relationships/tags" Target="../tags/tag634.xml"/><Relationship Id="rId16" Type="http://schemas.openxmlformats.org/officeDocument/2006/relationships/tags" Target="../tags/tag648.xml"/><Relationship Id="rId20" Type="http://schemas.openxmlformats.org/officeDocument/2006/relationships/tags" Target="../tags/tag652.xml"/><Relationship Id="rId29" Type="http://schemas.openxmlformats.org/officeDocument/2006/relationships/slideLayout" Target="../slideLayouts/slideLayout18.xml"/><Relationship Id="rId1" Type="http://schemas.openxmlformats.org/officeDocument/2006/relationships/tags" Target="../tags/tag633.xml"/><Relationship Id="rId6" Type="http://schemas.openxmlformats.org/officeDocument/2006/relationships/tags" Target="../tags/tag638.xml"/><Relationship Id="rId11" Type="http://schemas.openxmlformats.org/officeDocument/2006/relationships/tags" Target="../tags/tag643.xml"/><Relationship Id="rId24" Type="http://schemas.openxmlformats.org/officeDocument/2006/relationships/tags" Target="../tags/tag656.xml"/><Relationship Id="rId32" Type="http://schemas.microsoft.com/office/2007/relationships/hdphoto" Target="../media/hdphoto1.wdp"/><Relationship Id="rId5" Type="http://schemas.openxmlformats.org/officeDocument/2006/relationships/tags" Target="../tags/tag637.xml"/><Relationship Id="rId15" Type="http://schemas.openxmlformats.org/officeDocument/2006/relationships/tags" Target="../tags/tag647.xml"/><Relationship Id="rId23" Type="http://schemas.openxmlformats.org/officeDocument/2006/relationships/tags" Target="../tags/tag655.xml"/><Relationship Id="rId28" Type="http://schemas.openxmlformats.org/officeDocument/2006/relationships/tags" Target="../tags/tag660.xml"/><Relationship Id="rId10" Type="http://schemas.openxmlformats.org/officeDocument/2006/relationships/tags" Target="../tags/tag642.xml"/><Relationship Id="rId19" Type="http://schemas.openxmlformats.org/officeDocument/2006/relationships/tags" Target="../tags/tag651.xml"/><Relationship Id="rId31" Type="http://schemas.openxmlformats.org/officeDocument/2006/relationships/image" Target="../media/image1.png"/><Relationship Id="rId4" Type="http://schemas.openxmlformats.org/officeDocument/2006/relationships/tags" Target="../tags/tag636.xml"/><Relationship Id="rId9" Type="http://schemas.openxmlformats.org/officeDocument/2006/relationships/tags" Target="../tags/tag641.xml"/><Relationship Id="rId14" Type="http://schemas.openxmlformats.org/officeDocument/2006/relationships/tags" Target="../tags/tag646.xml"/><Relationship Id="rId22" Type="http://schemas.openxmlformats.org/officeDocument/2006/relationships/tags" Target="../tags/tag654.xml"/><Relationship Id="rId27" Type="http://schemas.openxmlformats.org/officeDocument/2006/relationships/tags" Target="../tags/tag659.xml"/><Relationship Id="rId30"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8" Type="http://schemas.openxmlformats.org/officeDocument/2006/relationships/tags" Target="../tags/tag668.xml"/><Relationship Id="rId13" Type="http://schemas.openxmlformats.org/officeDocument/2006/relationships/tags" Target="../tags/tag673.xml"/><Relationship Id="rId18" Type="http://schemas.openxmlformats.org/officeDocument/2006/relationships/tags" Target="../tags/tag678.xml"/><Relationship Id="rId26" Type="http://schemas.openxmlformats.org/officeDocument/2006/relationships/tags" Target="../tags/tag686.xml"/><Relationship Id="rId3" Type="http://schemas.openxmlformats.org/officeDocument/2006/relationships/tags" Target="../tags/tag663.xml"/><Relationship Id="rId21" Type="http://schemas.openxmlformats.org/officeDocument/2006/relationships/tags" Target="../tags/tag681.xml"/><Relationship Id="rId7" Type="http://schemas.openxmlformats.org/officeDocument/2006/relationships/tags" Target="../tags/tag667.xml"/><Relationship Id="rId12" Type="http://schemas.openxmlformats.org/officeDocument/2006/relationships/tags" Target="../tags/tag672.xml"/><Relationship Id="rId17" Type="http://schemas.openxmlformats.org/officeDocument/2006/relationships/tags" Target="../tags/tag677.xml"/><Relationship Id="rId25" Type="http://schemas.openxmlformats.org/officeDocument/2006/relationships/tags" Target="../tags/tag685.xml"/><Relationship Id="rId2" Type="http://schemas.openxmlformats.org/officeDocument/2006/relationships/tags" Target="../tags/tag662.xml"/><Relationship Id="rId16" Type="http://schemas.openxmlformats.org/officeDocument/2006/relationships/tags" Target="../tags/tag676.xml"/><Relationship Id="rId20" Type="http://schemas.openxmlformats.org/officeDocument/2006/relationships/tags" Target="../tags/tag680.xml"/><Relationship Id="rId29" Type="http://schemas.openxmlformats.org/officeDocument/2006/relationships/slideLayout" Target="../slideLayouts/slideLayout18.xml"/><Relationship Id="rId1" Type="http://schemas.openxmlformats.org/officeDocument/2006/relationships/tags" Target="../tags/tag661.xml"/><Relationship Id="rId6" Type="http://schemas.openxmlformats.org/officeDocument/2006/relationships/tags" Target="../tags/tag666.xml"/><Relationship Id="rId11" Type="http://schemas.openxmlformats.org/officeDocument/2006/relationships/tags" Target="../tags/tag671.xml"/><Relationship Id="rId24" Type="http://schemas.openxmlformats.org/officeDocument/2006/relationships/tags" Target="../tags/tag684.xml"/><Relationship Id="rId32" Type="http://schemas.microsoft.com/office/2007/relationships/hdphoto" Target="../media/hdphoto1.wdp"/><Relationship Id="rId5" Type="http://schemas.openxmlformats.org/officeDocument/2006/relationships/tags" Target="../tags/tag665.xml"/><Relationship Id="rId15" Type="http://schemas.openxmlformats.org/officeDocument/2006/relationships/tags" Target="../tags/tag675.xml"/><Relationship Id="rId23" Type="http://schemas.openxmlformats.org/officeDocument/2006/relationships/tags" Target="../tags/tag683.xml"/><Relationship Id="rId28" Type="http://schemas.openxmlformats.org/officeDocument/2006/relationships/tags" Target="../tags/tag688.xml"/><Relationship Id="rId10" Type="http://schemas.openxmlformats.org/officeDocument/2006/relationships/tags" Target="../tags/tag670.xml"/><Relationship Id="rId19" Type="http://schemas.openxmlformats.org/officeDocument/2006/relationships/tags" Target="../tags/tag679.xml"/><Relationship Id="rId31" Type="http://schemas.openxmlformats.org/officeDocument/2006/relationships/image" Target="../media/image1.png"/><Relationship Id="rId4" Type="http://schemas.openxmlformats.org/officeDocument/2006/relationships/tags" Target="../tags/tag664.xml"/><Relationship Id="rId9" Type="http://schemas.openxmlformats.org/officeDocument/2006/relationships/tags" Target="../tags/tag669.xml"/><Relationship Id="rId14" Type="http://schemas.openxmlformats.org/officeDocument/2006/relationships/tags" Target="../tags/tag674.xml"/><Relationship Id="rId22" Type="http://schemas.openxmlformats.org/officeDocument/2006/relationships/tags" Target="../tags/tag682.xml"/><Relationship Id="rId27" Type="http://schemas.openxmlformats.org/officeDocument/2006/relationships/tags" Target="../tags/tag687.xml"/><Relationship Id="rId30"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0.xml"/><Relationship Id="rId1" Type="http://schemas.openxmlformats.org/officeDocument/2006/relationships/slideLayout" Target="../slideLayouts/slideLayout18.xml"/><Relationship Id="rId4" Type="http://schemas.openxmlformats.org/officeDocument/2006/relationships/image" Target="../media/image68.png"/></Relationships>
</file>

<file path=ppt/slides/_rels/slide7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1.xml"/><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2.xml"/><Relationship Id="rId1" Type="http://schemas.openxmlformats.org/officeDocument/2006/relationships/slideLayout" Target="../slideLayouts/slideLayout18.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7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3.xml"/><Relationship Id="rId1" Type="http://schemas.openxmlformats.org/officeDocument/2006/relationships/slideLayout" Target="../slideLayouts/slideLayout18.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74.xml.rels><?xml version="1.0" encoding="UTF-8" standalone="yes"?>
<Relationships xmlns="http://schemas.openxmlformats.org/package/2006/relationships"><Relationship Id="rId8" Type="http://schemas.openxmlformats.org/officeDocument/2006/relationships/tags" Target="../tags/tag696.xml"/><Relationship Id="rId13" Type="http://schemas.openxmlformats.org/officeDocument/2006/relationships/tags" Target="../tags/tag701.xml"/><Relationship Id="rId18" Type="http://schemas.openxmlformats.org/officeDocument/2006/relationships/tags" Target="../tags/tag706.xml"/><Relationship Id="rId26" Type="http://schemas.openxmlformats.org/officeDocument/2006/relationships/tags" Target="../tags/tag714.xml"/><Relationship Id="rId3" Type="http://schemas.openxmlformats.org/officeDocument/2006/relationships/tags" Target="../tags/tag691.xml"/><Relationship Id="rId21" Type="http://schemas.openxmlformats.org/officeDocument/2006/relationships/tags" Target="../tags/tag709.xml"/><Relationship Id="rId7" Type="http://schemas.openxmlformats.org/officeDocument/2006/relationships/tags" Target="../tags/tag695.xml"/><Relationship Id="rId12" Type="http://schemas.openxmlformats.org/officeDocument/2006/relationships/tags" Target="../tags/tag700.xml"/><Relationship Id="rId17" Type="http://schemas.openxmlformats.org/officeDocument/2006/relationships/tags" Target="../tags/tag705.xml"/><Relationship Id="rId25" Type="http://schemas.openxmlformats.org/officeDocument/2006/relationships/tags" Target="../tags/tag713.xml"/><Relationship Id="rId2" Type="http://schemas.openxmlformats.org/officeDocument/2006/relationships/tags" Target="../tags/tag690.xml"/><Relationship Id="rId16" Type="http://schemas.openxmlformats.org/officeDocument/2006/relationships/tags" Target="../tags/tag704.xml"/><Relationship Id="rId20" Type="http://schemas.openxmlformats.org/officeDocument/2006/relationships/tags" Target="../tags/tag708.xml"/><Relationship Id="rId29" Type="http://schemas.openxmlformats.org/officeDocument/2006/relationships/slideLayout" Target="../slideLayouts/slideLayout18.xml"/><Relationship Id="rId1" Type="http://schemas.openxmlformats.org/officeDocument/2006/relationships/tags" Target="../tags/tag689.xml"/><Relationship Id="rId6" Type="http://schemas.openxmlformats.org/officeDocument/2006/relationships/tags" Target="../tags/tag694.xml"/><Relationship Id="rId11" Type="http://schemas.openxmlformats.org/officeDocument/2006/relationships/tags" Target="../tags/tag699.xml"/><Relationship Id="rId24" Type="http://schemas.openxmlformats.org/officeDocument/2006/relationships/tags" Target="../tags/tag712.xml"/><Relationship Id="rId32" Type="http://schemas.microsoft.com/office/2007/relationships/hdphoto" Target="../media/hdphoto1.wdp"/><Relationship Id="rId5" Type="http://schemas.openxmlformats.org/officeDocument/2006/relationships/tags" Target="../tags/tag693.xml"/><Relationship Id="rId15" Type="http://schemas.openxmlformats.org/officeDocument/2006/relationships/tags" Target="../tags/tag703.xml"/><Relationship Id="rId23" Type="http://schemas.openxmlformats.org/officeDocument/2006/relationships/tags" Target="../tags/tag711.xml"/><Relationship Id="rId28" Type="http://schemas.openxmlformats.org/officeDocument/2006/relationships/tags" Target="../tags/tag716.xml"/><Relationship Id="rId10" Type="http://schemas.openxmlformats.org/officeDocument/2006/relationships/tags" Target="../tags/tag698.xml"/><Relationship Id="rId19" Type="http://schemas.openxmlformats.org/officeDocument/2006/relationships/tags" Target="../tags/tag707.xml"/><Relationship Id="rId31" Type="http://schemas.openxmlformats.org/officeDocument/2006/relationships/image" Target="../media/image1.png"/><Relationship Id="rId4" Type="http://schemas.openxmlformats.org/officeDocument/2006/relationships/tags" Target="../tags/tag692.xml"/><Relationship Id="rId9" Type="http://schemas.openxmlformats.org/officeDocument/2006/relationships/tags" Target="../tags/tag697.xml"/><Relationship Id="rId14" Type="http://schemas.openxmlformats.org/officeDocument/2006/relationships/tags" Target="../tags/tag702.xml"/><Relationship Id="rId22" Type="http://schemas.openxmlformats.org/officeDocument/2006/relationships/tags" Target="../tags/tag710.xml"/><Relationship Id="rId27" Type="http://schemas.openxmlformats.org/officeDocument/2006/relationships/tags" Target="../tags/tag715.xml"/><Relationship Id="rId30"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718.xml"/><Relationship Id="rId1" Type="http://schemas.openxmlformats.org/officeDocument/2006/relationships/tags" Target="../tags/tag717.xml"/><Relationship Id="rId5" Type="http://schemas.openxmlformats.org/officeDocument/2006/relationships/image" Target="../media/image78.png"/><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720.xml"/><Relationship Id="rId1" Type="http://schemas.openxmlformats.org/officeDocument/2006/relationships/tags" Target="../tags/tag719.xml"/><Relationship Id="rId5" Type="http://schemas.openxmlformats.org/officeDocument/2006/relationships/image" Target="../media/image79.png"/><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722.xml"/><Relationship Id="rId1" Type="http://schemas.openxmlformats.org/officeDocument/2006/relationships/tags" Target="../tags/tag721.xml"/><Relationship Id="rId5" Type="http://schemas.openxmlformats.org/officeDocument/2006/relationships/image" Target="../media/image80.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724.xml"/><Relationship Id="rId1" Type="http://schemas.openxmlformats.org/officeDocument/2006/relationships/tags" Target="../tags/tag723.xml"/><Relationship Id="rId5" Type="http://schemas.openxmlformats.org/officeDocument/2006/relationships/image" Target="../media/image81.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726.xml"/><Relationship Id="rId1" Type="http://schemas.openxmlformats.org/officeDocument/2006/relationships/tags" Target="../tags/tag725.xml"/><Relationship Id="rId5" Type="http://schemas.openxmlformats.org/officeDocument/2006/relationships/image" Target="../media/image82.png"/><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8" Type="http://schemas.openxmlformats.org/officeDocument/2006/relationships/tags" Target="../tags/tag734.xml"/><Relationship Id="rId13" Type="http://schemas.openxmlformats.org/officeDocument/2006/relationships/tags" Target="../tags/tag739.xml"/><Relationship Id="rId18" Type="http://schemas.openxmlformats.org/officeDocument/2006/relationships/tags" Target="../tags/tag744.xml"/><Relationship Id="rId26" Type="http://schemas.openxmlformats.org/officeDocument/2006/relationships/tags" Target="../tags/tag752.xml"/><Relationship Id="rId3" Type="http://schemas.openxmlformats.org/officeDocument/2006/relationships/tags" Target="../tags/tag729.xml"/><Relationship Id="rId21" Type="http://schemas.openxmlformats.org/officeDocument/2006/relationships/tags" Target="../tags/tag747.xml"/><Relationship Id="rId7" Type="http://schemas.openxmlformats.org/officeDocument/2006/relationships/tags" Target="../tags/tag733.xml"/><Relationship Id="rId12" Type="http://schemas.openxmlformats.org/officeDocument/2006/relationships/tags" Target="../tags/tag738.xml"/><Relationship Id="rId17" Type="http://schemas.openxmlformats.org/officeDocument/2006/relationships/tags" Target="../tags/tag743.xml"/><Relationship Id="rId25" Type="http://schemas.openxmlformats.org/officeDocument/2006/relationships/tags" Target="../tags/tag751.xml"/><Relationship Id="rId2" Type="http://schemas.openxmlformats.org/officeDocument/2006/relationships/tags" Target="../tags/tag728.xml"/><Relationship Id="rId16" Type="http://schemas.openxmlformats.org/officeDocument/2006/relationships/tags" Target="../tags/tag742.xml"/><Relationship Id="rId20" Type="http://schemas.openxmlformats.org/officeDocument/2006/relationships/tags" Target="../tags/tag746.xml"/><Relationship Id="rId29" Type="http://schemas.openxmlformats.org/officeDocument/2006/relationships/slideLayout" Target="../slideLayouts/slideLayout18.xml"/><Relationship Id="rId1" Type="http://schemas.openxmlformats.org/officeDocument/2006/relationships/tags" Target="../tags/tag727.xml"/><Relationship Id="rId6" Type="http://schemas.openxmlformats.org/officeDocument/2006/relationships/tags" Target="../tags/tag732.xml"/><Relationship Id="rId11" Type="http://schemas.openxmlformats.org/officeDocument/2006/relationships/tags" Target="../tags/tag737.xml"/><Relationship Id="rId24" Type="http://schemas.openxmlformats.org/officeDocument/2006/relationships/tags" Target="../tags/tag750.xml"/><Relationship Id="rId32" Type="http://schemas.microsoft.com/office/2007/relationships/hdphoto" Target="../media/hdphoto1.wdp"/><Relationship Id="rId5" Type="http://schemas.openxmlformats.org/officeDocument/2006/relationships/tags" Target="../tags/tag731.xml"/><Relationship Id="rId15" Type="http://schemas.openxmlformats.org/officeDocument/2006/relationships/tags" Target="../tags/tag741.xml"/><Relationship Id="rId23" Type="http://schemas.openxmlformats.org/officeDocument/2006/relationships/tags" Target="../tags/tag749.xml"/><Relationship Id="rId28" Type="http://schemas.openxmlformats.org/officeDocument/2006/relationships/tags" Target="../tags/tag754.xml"/><Relationship Id="rId10" Type="http://schemas.openxmlformats.org/officeDocument/2006/relationships/tags" Target="../tags/tag736.xml"/><Relationship Id="rId19" Type="http://schemas.openxmlformats.org/officeDocument/2006/relationships/tags" Target="../tags/tag745.xml"/><Relationship Id="rId31" Type="http://schemas.openxmlformats.org/officeDocument/2006/relationships/image" Target="../media/image1.png"/><Relationship Id="rId4" Type="http://schemas.openxmlformats.org/officeDocument/2006/relationships/tags" Target="../tags/tag730.xml"/><Relationship Id="rId9" Type="http://schemas.openxmlformats.org/officeDocument/2006/relationships/tags" Target="../tags/tag735.xml"/><Relationship Id="rId14" Type="http://schemas.openxmlformats.org/officeDocument/2006/relationships/tags" Target="../tags/tag740.xml"/><Relationship Id="rId22" Type="http://schemas.openxmlformats.org/officeDocument/2006/relationships/tags" Target="../tags/tag748.xml"/><Relationship Id="rId27" Type="http://schemas.openxmlformats.org/officeDocument/2006/relationships/tags" Target="../tags/tag753.xml"/><Relationship Id="rId30"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8.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8.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18.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962D3CEE-F0F8-F419-2B0C-2EBC12322CAE}"/>
              </a:ext>
            </a:extLst>
          </p:cNvPr>
          <p:cNvSpPr/>
          <p:nvPr/>
        </p:nvSpPr>
        <p:spPr>
          <a:xfrm>
            <a:off x="0" y="1557000"/>
            <a:ext cx="12239891"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7" name="文本框 16"/>
          <p:cNvSpPr txBox="1"/>
          <p:nvPr/>
        </p:nvSpPr>
        <p:spPr>
          <a:xfrm>
            <a:off x="284290" y="2205000"/>
            <a:ext cx="11671309" cy="742511"/>
          </a:xfrm>
          <a:prstGeom prst="rect">
            <a:avLst/>
          </a:prstGeom>
          <a:noFill/>
        </p:spPr>
        <p:txBody>
          <a:bodyPr wrap="square" rtlCol="0" anchor="t">
            <a:spAutoFit/>
          </a:bodyPr>
          <a:lstStyle/>
          <a:p>
            <a:pPr algn="ctr">
              <a:lnSpc>
                <a:spcPct val="150000"/>
              </a:lnSpc>
            </a:pPr>
            <a:r>
              <a:rPr lang="en-US" altLang="zh-CN" sz="3200" b="1" dirty="0">
                <a:solidFill>
                  <a:schemeClr val="bg1"/>
                </a:solidFill>
                <a:latin typeface="Times New Roman" panose="02020603050405020304" pitchFamily="18" charset="0"/>
                <a:ea typeface="微软雅黑" panose="020B0503020204020204" pitchFamily="34" charset="-122"/>
                <a:cs typeface="Arial" panose="020B0604020202020204" pitchFamily="34" charset="0"/>
              </a:rPr>
              <a:t>Heterogeneous Multi-Sensor Representation Alignment</a:t>
            </a:r>
            <a:endParaRPr lang="zh-CN" altLang="en-US" sz="3200" b="1" dirty="0">
              <a:solidFill>
                <a:schemeClr val="bg1"/>
              </a:solidFill>
              <a:latin typeface="Times New Roman" panose="02020603050405020304" pitchFamily="18" charset="0"/>
              <a:ea typeface="微软雅黑" panose="020B0503020204020204" pitchFamily="34" charset="-122"/>
            </a:endParaRPr>
          </a:p>
        </p:txBody>
      </p:sp>
      <p:grpSp>
        <p:nvGrpSpPr>
          <p:cNvPr id="22" name="组合 21">
            <a:extLst>
              <a:ext uri="{FF2B5EF4-FFF2-40B4-BE49-F238E27FC236}">
                <a16:creationId xmlns:a16="http://schemas.microsoft.com/office/drawing/2014/main" id="{6B0437DF-65FB-678A-8244-7FB036C07469}"/>
              </a:ext>
            </a:extLst>
          </p:cNvPr>
          <p:cNvGrpSpPr/>
          <p:nvPr/>
        </p:nvGrpSpPr>
        <p:grpSpPr>
          <a:xfrm>
            <a:off x="-1" y="6553200"/>
            <a:ext cx="12192001" cy="304800"/>
            <a:chOff x="0" y="6569404"/>
            <a:chExt cx="9144000" cy="288000"/>
          </a:xfrm>
        </p:grpSpPr>
        <p:sp>
          <p:nvSpPr>
            <p:cNvPr id="23" name="矩形 22">
              <a:extLst>
                <a:ext uri="{FF2B5EF4-FFF2-40B4-BE49-F238E27FC236}">
                  <a16:creationId xmlns:a16="http://schemas.microsoft.com/office/drawing/2014/main" id="{8D91179F-2F6D-2A56-A04B-5E85B8324129}"/>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a16="http://schemas.microsoft.com/office/drawing/2014/main" id="{881BB7A8-0796-751E-A75D-ED7DD324AF24}"/>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5" name="灯片编号占位符 5">
            <a:extLst>
              <a:ext uri="{FF2B5EF4-FFF2-40B4-BE49-F238E27FC236}">
                <a16:creationId xmlns:a16="http://schemas.microsoft.com/office/drawing/2014/main" id="{EF41AA7E-BF04-5AE4-1A89-9311BB3338DD}"/>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1</a:t>
            </a:fld>
            <a:endParaRPr lang="zh-HK" altLang="en-US" sz="1600" dirty="0">
              <a:solidFill>
                <a:schemeClr val="bg1"/>
              </a:solidFill>
            </a:endParaRPr>
          </a:p>
        </p:txBody>
      </p:sp>
      <p:sp>
        <p:nvSpPr>
          <p:cNvPr id="2" name="文本框 1">
            <a:extLst>
              <a:ext uri="{FF2B5EF4-FFF2-40B4-BE49-F238E27FC236}">
                <a16:creationId xmlns:a16="http://schemas.microsoft.com/office/drawing/2014/main" id="{0BB75CD3-5B47-1B67-5574-9B702B32071F}"/>
              </a:ext>
            </a:extLst>
          </p:cNvPr>
          <p:cNvSpPr txBox="1"/>
          <p:nvPr/>
        </p:nvSpPr>
        <p:spPr>
          <a:xfrm>
            <a:off x="7464000" y="4346893"/>
            <a:ext cx="3595856" cy="954107"/>
          </a:xfrm>
          <a:prstGeom prst="rect">
            <a:avLst/>
          </a:prstGeom>
          <a:noFill/>
        </p:spPr>
        <p:txBody>
          <a:bodyPr wrap="none" rtlCol="0">
            <a:spAutoFit/>
          </a:bodyPr>
          <a:lstStyle/>
          <a:p>
            <a:r>
              <a:rPr lang="zh-CN" altLang="en-US" sz="2800" dirty="0">
                <a:latin typeface="Times New Roman" panose="02020603050405020304" pitchFamily="18" charset="0"/>
                <a:ea typeface="微软雅黑" panose="020B0503020204020204" pitchFamily="34" charset="-122"/>
              </a:rPr>
              <a:t>汇报人：何俊楠</a:t>
            </a:r>
            <a:endParaRPr lang="en-US" altLang="zh-CN" sz="2800" dirty="0">
              <a:latin typeface="Times New Roman" panose="02020603050405020304" pitchFamily="18" charset="0"/>
              <a:ea typeface="微软雅黑" panose="020B0503020204020204" pitchFamily="34" charset="-122"/>
            </a:endParaRPr>
          </a:p>
          <a:p>
            <a:r>
              <a:rPr lang="zh-CN" altLang="en-US" sz="2800" dirty="0">
                <a:latin typeface="Times New Roman" panose="02020603050405020304" pitchFamily="18" charset="0"/>
                <a:ea typeface="微软雅黑" panose="020B0503020204020204" pitchFamily="34" charset="-122"/>
              </a:rPr>
              <a:t>汇报时间：</a:t>
            </a:r>
            <a:r>
              <a:rPr lang="en-US" altLang="zh-CN" sz="2800" dirty="0">
                <a:latin typeface="Times New Roman" panose="02020603050405020304" pitchFamily="18" charset="0"/>
                <a:ea typeface="微软雅黑" panose="020B0503020204020204" pitchFamily="34" charset="-122"/>
              </a:rPr>
              <a:t>2026.09.22</a:t>
            </a:r>
            <a:endParaRPr lang="zh-CN" altLang="en-US" sz="2800" dirty="0">
              <a:latin typeface="Times New Roman" panose="02020603050405020304" pitchFamily="18" charset="0"/>
              <a:ea typeface="微软雅黑" panose="020B0503020204020204" pitchFamily="34" charset="-122"/>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3">
            <a:extLst>
              <a:ext uri="{FF2B5EF4-FFF2-40B4-BE49-F238E27FC236}">
                <a16:creationId xmlns:a16="http://schemas.microsoft.com/office/drawing/2014/main" id="{43EC4266-1EE3-49A5-8F4F-27640DDA2F9C}"/>
              </a:ext>
            </a:extLst>
          </p:cNvPr>
          <p:cNvSpPr/>
          <p:nvPr>
            <p:custDataLst>
              <p:tags r:id="rId1"/>
            </p:custDataLst>
          </p:nvPr>
        </p:nvSpPr>
        <p:spPr>
          <a:xfrm>
            <a:off x="632102" y="1177968"/>
            <a:ext cx="4596983" cy="1129608"/>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Times New Roman" panose="02020603050405020304" pitchFamily="18" charset="0"/>
              </a:rPr>
              <a:t>A Two-Level </a:t>
            </a:r>
            <a:r>
              <a:rPr kumimoji="0" lang="en-US" altLang="zh-CN" sz="1400" b="1" i="0" u="none" strike="noStrike" kern="1200" cap="none" spc="0" normalizeH="0" baseline="0" noProof="0" dirty="0" err="1">
                <a:ln>
                  <a:noFill/>
                </a:ln>
                <a:solidFill>
                  <a:prstClr val="white"/>
                </a:solidFill>
                <a:effectLst/>
                <a:uLnTx/>
                <a:uFillTx/>
                <a:latin typeface="Times New Roman" panose="02020603050405020304" pitchFamily="18" charset="0"/>
                <a:ea typeface="微软雅黑" panose="020B0503020204020204" charset="-122"/>
                <a:cs typeface="Times New Roman" panose="02020603050405020304" pitchFamily="18" charset="0"/>
              </a:rPr>
              <a:t>Multisensor</a:t>
            </a:r>
            <a:r>
              <a:rPr kumimoji="0" lang="en-US" altLang="zh-CN" sz="14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Times New Roman" panose="02020603050405020304" pitchFamily="18" charset="0"/>
              </a:rPr>
              <a:t> Fusion Network With Incremental Learning for Insulation Defect Diagnosis in Gas-Insulated Switchgear</a:t>
            </a:r>
          </a:p>
        </p:txBody>
      </p:sp>
      <p:sp>
        <p:nvSpPr>
          <p:cNvPr id="6" name="圆角矩形 4">
            <a:extLst>
              <a:ext uri="{FF2B5EF4-FFF2-40B4-BE49-F238E27FC236}">
                <a16:creationId xmlns:a16="http://schemas.microsoft.com/office/drawing/2014/main" id="{170390D6-03ED-4B01-A8B6-686398D7979D}"/>
              </a:ext>
            </a:extLst>
          </p:cNvPr>
          <p:cNvSpPr/>
          <p:nvPr>
            <p:custDataLst>
              <p:tags r:id="rId2"/>
            </p:custDataLst>
          </p:nvPr>
        </p:nvSpPr>
        <p:spPr>
          <a:xfrm>
            <a:off x="5994090" y="1132707"/>
            <a:ext cx="4824001" cy="1200975"/>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A unified representation and fusion framework of multi-source heterogeneous data for fault diagnosis in industrial processes </a:t>
            </a:r>
          </a:p>
        </p:txBody>
      </p:sp>
      <p:sp>
        <p:nvSpPr>
          <p:cNvPr id="7" name="圆角矩形 5">
            <a:extLst>
              <a:ext uri="{FF2B5EF4-FFF2-40B4-BE49-F238E27FC236}">
                <a16:creationId xmlns:a16="http://schemas.microsoft.com/office/drawing/2014/main" id="{5CD7B74F-6792-419F-A195-B0DDB16C5DCC}"/>
              </a:ext>
            </a:extLst>
          </p:cNvPr>
          <p:cNvSpPr/>
          <p:nvPr>
            <p:custDataLst>
              <p:tags r:id="rId3"/>
            </p:custDataLst>
          </p:nvPr>
        </p:nvSpPr>
        <p:spPr>
          <a:xfrm>
            <a:off x="632102" y="2924702"/>
            <a:ext cx="4512441" cy="1225026"/>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MGTN-DSI: A multi-sensor graph transfer network considering dual structural information for fault diagnosis under varying working conditions</a:t>
            </a:r>
          </a:p>
        </p:txBody>
      </p:sp>
      <p:sp>
        <p:nvSpPr>
          <p:cNvPr id="8" name="圆角矩形 6">
            <a:extLst>
              <a:ext uri="{FF2B5EF4-FFF2-40B4-BE49-F238E27FC236}">
                <a16:creationId xmlns:a16="http://schemas.microsoft.com/office/drawing/2014/main" id="{3DF311F6-A046-42D3-81AA-390C73AF0CE3}"/>
              </a:ext>
            </a:extLst>
          </p:cNvPr>
          <p:cNvSpPr/>
          <p:nvPr>
            <p:custDataLst>
              <p:tags r:id="rId4"/>
            </p:custDataLst>
          </p:nvPr>
        </p:nvSpPr>
        <p:spPr>
          <a:xfrm>
            <a:off x="3522830" y="5010023"/>
            <a:ext cx="4327081" cy="1154977"/>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Times New Roman" panose="02020603050405020304" pitchFamily="18" charset="0"/>
              </a:rPr>
              <a:t>Time-frequency-spatial fusion-driven local-global contrastive discrepancy learning for industrial </a:t>
            </a:r>
            <a:r>
              <a:rPr kumimoji="0" lang="en-US" altLang="zh-CN" sz="1400" b="1" i="0" u="none" strike="noStrike" kern="1200" cap="none" spc="0" normalizeH="0" baseline="0" noProof="0" dirty="0" err="1">
                <a:ln>
                  <a:noFill/>
                </a:ln>
                <a:solidFill>
                  <a:prstClr val="white"/>
                </a:solidFill>
                <a:effectLst/>
                <a:uLnTx/>
                <a:uFillTx/>
                <a:latin typeface="Times New Roman" panose="02020603050405020304" pitchFamily="18" charset="0"/>
                <a:ea typeface="微软雅黑" panose="020B0503020204020204" charset="-122"/>
                <a:cs typeface="Times New Roman" panose="02020603050405020304" pitchFamily="18" charset="0"/>
              </a:rPr>
              <a:t>multisensor</a:t>
            </a:r>
            <a:r>
              <a:rPr kumimoji="0" lang="en-US" altLang="zh-CN" sz="14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Times New Roman" panose="02020603050405020304" pitchFamily="18" charset="0"/>
              </a:rPr>
              <a:t> time-series anomaly detection</a:t>
            </a:r>
          </a:p>
        </p:txBody>
      </p:sp>
      <p:sp>
        <p:nvSpPr>
          <p:cNvPr id="9" name="圆角矩形 7">
            <a:extLst>
              <a:ext uri="{FF2B5EF4-FFF2-40B4-BE49-F238E27FC236}">
                <a16:creationId xmlns:a16="http://schemas.microsoft.com/office/drawing/2014/main" id="{DF273830-2D56-4E1F-9E9D-D6347262DE19}"/>
              </a:ext>
            </a:extLst>
          </p:cNvPr>
          <p:cNvSpPr/>
          <p:nvPr>
            <p:custDataLst>
              <p:tags r:id="rId5"/>
            </p:custDataLst>
          </p:nvPr>
        </p:nvSpPr>
        <p:spPr>
          <a:xfrm>
            <a:off x="6312000" y="2905411"/>
            <a:ext cx="4148009" cy="1154977"/>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lvl="0" algn="ctr">
              <a:lnSpc>
                <a:spcPct val="150000"/>
              </a:lnSpc>
              <a:defRPr/>
            </a:pPr>
            <a:r>
              <a:rPr lang="en-US" altLang="zh-CN" sz="1400" b="1" dirty="0">
                <a:solidFill>
                  <a:prstClr val="white"/>
                </a:solidFill>
                <a:latin typeface="Times New Roman" panose="02020603050405020304" pitchFamily="18" charset="0"/>
                <a:ea typeface="微软雅黑" panose="020B0503020204020204" charset="-122"/>
                <a:cs typeface="Times New Roman" panose="02020603050405020304" pitchFamily="18" charset="0"/>
              </a:rPr>
              <a:t>SEA++: Multi-Graph-Based Higher-Order Sensor Alignment for Multivariate Time-Series Unsupervised Domain Adaptation</a:t>
            </a:r>
          </a:p>
        </p:txBody>
      </p:sp>
      <p:sp>
        <p:nvSpPr>
          <p:cNvPr id="10" name="文本框 9">
            <a:extLst>
              <a:ext uri="{FF2B5EF4-FFF2-40B4-BE49-F238E27FC236}">
                <a16:creationId xmlns:a16="http://schemas.microsoft.com/office/drawing/2014/main" id="{02FE1700-4F21-4D7D-88B8-C3F493737250}"/>
              </a:ext>
            </a:extLst>
          </p:cNvPr>
          <p:cNvSpPr txBox="1"/>
          <p:nvPr>
            <p:custDataLst>
              <p:tags r:id="rId6"/>
            </p:custDataLst>
          </p:nvPr>
        </p:nvSpPr>
        <p:spPr>
          <a:xfrm>
            <a:off x="2741549" y="800253"/>
            <a:ext cx="421958" cy="330518"/>
          </a:xfrm>
          <a:prstGeom prst="rect">
            <a:avLst/>
          </a:prstGeom>
          <a:noFill/>
        </p:spPr>
        <p:txBody>
          <a:bodyPr wrap="non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①</a:t>
            </a:r>
          </a:p>
        </p:txBody>
      </p:sp>
      <p:sp>
        <p:nvSpPr>
          <p:cNvPr id="11" name="文本框 10">
            <a:extLst>
              <a:ext uri="{FF2B5EF4-FFF2-40B4-BE49-F238E27FC236}">
                <a16:creationId xmlns:a16="http://schemas.microsoft.com/office/drawing/2014/main" id="{F649CFDE-CD31-48CF-BB7E-90790B3B1B0C}"/>
              </a:ext>
            </a:extLst>
          </p:cNvPr>
          <p:cNvSpPr txBox="1"/>
          <p:nvPr>
            <p:custDataLst>
              <p:tags r:id="rId7"/>
            </p:custDataLst>
          </p:nvPr>
        </p:nvSpPr>
        <p:spPr>
          <a:xfrm>
            <a:off x="8101879" y="755668"/>
            <a:ext cx="415498" cy="369332"/>
          </a:xfrm>
          <a:prstGeom prst="rect">
            <a:avLst/>
          </a:prstGeom>
          <a:noFill/>
        </p:spPr>
        <p:txBody>
          <a:bodyPr wrap="non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②</a:t>
            </a:r>
          </a:p>
        </p:txBody>
      </p:sp>
      <p:sp>
        <p:nvSpPr>
          <p:cNvPr id="12" name="文本框 11">
            <a:extLst>
              <a:ext uri="{FF2B5EF4-FFF2-40B4-BE49-F238E27FC236}">
                <a16:creationId xmlns:a16="http://schemas.microsoft.com/office/drawing/2014/main" id="{911D5063-F33C-4F2A-9783-22CCAF415C62}"/>
              </a:ext>
            </a:extLst>
          </p:cNvPr>
          <p:cNvSpPr txBox="1"/>
          <p:nvPr>
            <p:custDataLst>
              <p:tags r:id="rId8"/>
            </p:custDataLst>
          </p:nvPr>
        </p:nvSpPr>
        <p:spPr>
          <a:xfrm>
            <a:off x="2472824" y="2518075"/>
            <a:ext cx="415498" cy="369332"/>
          </a:xfrm>
          <a:prstGeom prst="rect">
            <a:avLst/>
          </a:prstGeom>
          <a:noFill/>
        </p:spPr>
        <p:txBody>
          <a:bodyPr wrap="non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③</a:t>
            </a:r>
          </a:p>
        </p:txBody>
      </p:sp>
      <p:sp>
        <p:nvSpPr>
          <p:cNvPr id="13" name="文本框 12">
            <a:extLst>
              <a:ext uri="{FF2B5EF4-FFF2-40B4-BE49-F238E27FC236}">
                <a16:creationId xmlns:a16="http://schemas.microsoft.com/office/drawing/2014/main" id="{1F05D649-3E1A-4403-BC3A-B55BCD4AB4E9}"/>
              </a:ext>
            </a:extLst>
          </p:cNvPr>
          <p:cNvSpPr txBox="1"/>
          <p:nvPr>
            <p:custDataLst>
              <p:tags r:id="rId9"/>
            </p:custDataLst>
          </p:nvPr>
        </p:nvSpPr>
        <p:spPr>
          <a:xfrm>
            <a:off x="8309628" y="2485500"/>
            <a:ext cx="415498" cy="369332"/>
          </a:xfrm>
          <a:prstGeom prst="rect">
            <a:avLst/>
          </a:prstGeom>
          <a:noFill/>
        </p:spPr>
        <p:txBody>
          <a:bodyPr wrap="non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④</a:t>
            </a:r>
          </a:p>
        </p:txBody>
      </p:sp>
      <p:sp>
        <p:nvSpPr>
          <p:cNvPr id="14" name="文本框 13">
            <a:extLst>
              <a:ext uri="{FF2B5EF4-FFF2-40B4-BE49-F238E27FC236}">
                <a16:creationId xmlns:a16="http://schemas.microsoft.com/office/drawing/2014/main" id="{E64DF3E5-59E5-45F3-8564-DC387494DED1}"/>
              </a:ext>
            </a:extLst>
          </p:cNvPr>
          <p:cNvSpPr txBox="1"/>
          <p:nvPr>
            <p:custDataLst>
              <p:tags r:id="rId10"/>
            </p:custDataLst>
          </p:nvPr>
        </p:nvSpPr>
        <p:spPr>
          <a:xfrm>
            <a:off x="5557723" y="4600607"/>
            <a:ext cx="415498" cy="369332"/>
          </a:xfrm>
          <a:prstGeom prst="rect">
            <a:avLst/>
          </a:prstGeom>
          <a:noFill/>
        </p:spPr>
        <p:txBody>
          <a:bodyPr wrap="non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⑤</a:t>
            </a:r>
          </a:p>
        </p:txBody>
      </p:sp>
      <p:sp>
        <p:nvSpPr>
          <p:cNvPr id="37" name="文本框 36">
            <a:extLst>
              <a:ext uri="{FF2B5EF4-FFF2-40B4-BE49-F238E27FC236}">
                <a16:creationId xmlns:a16="http://schemas.microsoft.com/office/drawing/2014/main" id="{DDE33E69-A479-5F74-EF92-6825730E9C38}"/>
              </a:ext>
            </a:extLst>
          </p:cNvPr>
          <p:cNvSpPr txBox="1"/>
          <p:nvPr/>
        </p:nvSpPr>
        <p:spPr>
          <a:xfrm>
            <a:off x="4180674" y="636107"/>
            <a:ext cx="275409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Signal-Level Alignment</a:t>
            </a:r>
          </a:p>
        </p:txBody>
      </p:sp>
      <p:sp>
        <p:nvSpPr>
          <p:cNvPr id="15" name="文本框 14">
            <a:extLst>
              <a:ext uri="{FF2B5EF4-FFF2-40B4-BE49-F238E27FC236}">
                <a16:creationId xmlns:a16="http://schemas.microsoft.com/office/drawing/2014/main" id="{BF8816A1-EA8F-033A-0986-9A9A9E518B67}"/>
              </a:ext>
            </a:extLst>
          </p:cNvPr>
          <p:cNvSpPr txBox="1"/>
          <p:nvPr/>
        </p:nvSpPr>
        <p:spPr>
          <a:xfrm>
            <a:off x="4365180" y="2421000"/>
            <a:ext cx="308609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Relation-Level Alignment</a:t>
            </a:r>
          </a:p>
        </p:txBody>
      </p:sp>
      <p:sp>
        <p:nvSpPr>
          <p:cNvPr id="21" name="文本框 20">
            <a:extLst>
              <a:ext uri="{FF2B5EF4-FFF2-40B4-BE49-F238E27FC236}">
                <a16:creationId xmlns:a16="http://schemas.microsoft.com/office/drawing/2014/main" id="{36EFEAED-DCCF-43CC-5B22-E66D3450ED82}"/>
              </a:ext>
            </a:extLst>
          </p:cNvPr>
          <p:cNvSpPr txBox="1"/>
          <p:nvPr/>
        </p:nvSpPr>
        <p:spPr>
          <a:xfrm>
            <a:off x="4388423" y="4260738"/>
            <a:ext cx="2754098" cy="369332"/>
          </a:xfrm>
          <a:prstGeom prst="rect">
            <a:avLst/>
          </a:prstGeom>
          <a:noFill/>
        </p:spPr>
        <p:txBody>
          <a:bodyPr wrap="square">
            <a:spAutoFit/>
          </a:bodyPr>
          <a:lstStyle/>
          <a:p>
            <a:pPr>
              <a:defRPr/>
            </a:pPr>
            <a:r>
              <a:rPr lang="en-US" altLang="zh-CN" b="1" dirty="0">
                <a:solidFill>
                  <a:prstClr val="black"/>
                </a:solidFill>
                <a:latin typeface="Times New Roman" panose="02020603050405020304" pitchFamily="18" charset="0"/>
                <a:ea typeface="等线" panose="02010600030101010101" pitchFamily="2" charset="-122"/>
                <a:cs typeface="Times New Roman" panose="02020603050405020304" pitchFamily="18" charset="0"/>
              </a:rPr>
              <a:t>Multi-domain Alignment</a:t>
            </a:r>
            <a:endParaRPr lang="zh-CN" altLang="en-US" b="1" dirty="0">
              <a:solidFill>
                <a:prstClr val="black"/>
              </a:solidFill>
              <a:latin typeface="Times New Roman" panose="02020603050405020304" pitchFamily="18"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97359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4" name="组合 3">
            <a:extLst>
              <a:ext uri="{FF2B5EF4-FFF2-40B4-BE49-F238E27FC236}">
                <a16:creationId xmlns:a16="http://schemas.microsoft.com/office/drawing/2014/main" id="{6C69A047-7161-357A-920A-11F92FECB093}"/>
              </a:ext>
            </a:extLst>
          </p:cNvPr>
          <p:cNvGrpSpPr/>
          <p:nvPr/>
        </p:nvGrpSpPr>
        <p:grpSpPr>
          <a:xfrm>
            <a:off x="-375" y="1960245"/>
            <a:ext cx="12192375" cy="2045019"/>
            <a:chOff x="1522095" y="1960245"/>
            <a:chExt cx="9147893" cy="2045019"/>
          </a:xfrm>
        </p:grpSpPr>
        <p:sp>
          <p:nvSpPr>
            <p:cNvPr id="8" name="矩形 7"/>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9" name="文本框 8"/>
            <p:cNvSpPr txBox="1"/>
            <p:nvPr/>
          </p:nvSpPr>
          <p:spPr>
            <a:xfrm>
              <a:off x="1522095" y="2162728"/>
              <a:ext cx="9147893" cy="1554272"/>
            </a:xfrm>
            <a:prstGeom prst="rect">
              <a:avLst/>
            </a:prstGeom>
            <a:noFill/>
          </p:spPr>
          <p:txBody>
            <a:bodyPr wrap="square" rtlCol="0" anchor="ctr">
              <a:spAutoFit/>
            </a:bodyPr>
            <a:lstStyle/>
            <a:p>
              <a:pPr algn="ctr">
                <a:lnSpc>
                  <a:spcPts val="3840"/>
                </a:lnSpc>
              </a:pPr>
              <a:r>
                <a:rPr lang="en-US" altLang="zh-CN" sz="3200" b="1" dirty="0">
                  <a:solidFill>
                    <a:schemeClr val="bg1"/>
                  </a:solidFill>
                  <a:latin typeface="Times New Roman" panose="02020603050405020304" pitchFamily="18" charset="0"/>
                  <a:ea typeface="微软雅黑" panose="020B0503020204020204" pitchFamily="34" charset="-122"/>
                  <a:cs typeface="Arial" panose="020B0604020202020204" pitchFamily="34" charset="0"/>
                </a:rPr>
                <a:t>A Two-Level </a:t>
              </a:r>
              <a:r>
                <a:rPr lang="en-US" altLang="zh-CN" sz="3200" b="1" dirty="0" err="1">
                  <a:solidFill>
                    <a:schemeClr val="bg1"/>
                  </a:solidFill>
                  <a:latin typeface="Times New Roman" panose="02020603050405020304" pitchFamily="18" charset="0"/>
                  <a:ea typeface="微软雅黑" panose="020B0503020204020204" pitchFamily="34" charset="-122"/>
                  <a:cs typeface="Arial" panose="020B0604020202020204" pitchFamily="34" charset="0"/>
                </a:rPr>
                <a:t>Multisensor</a:t>
              </a:r>
              <a:r>
                <a:rPr lang="en-US" altLang="zh-CN" sz="3200" b="1" dirty="0">
                  <a:solidFill>
                    <a:schemeClr val="bg1"/>
                  </a:solidFill>
                  <a:latin typeface="Times New Roman" panose="02020603050405020304" pitchFamily="18" charset="0"/>
                  <a:ea typeface="微软雅黑" panose="020B0503020204020204" pitchFamily="34" charset="-122"/>
                  <a:cs typeface="Arial" panose="020B0604020202020204" pitchFamily="34" charset="0"/>
                </a:rPr>
                <a:t> Fusion Network With Incremental Learning for Insulation Defect Diagnosis in Gas-Insulated Switchgear</a:t>
              </a:r>
            </a:p>
          </p:txBody>
        </p:sp>
        <p:sp>
          <p:nvSpPr>
            <p:cNvPr id="3" name="文本框 2"/>
            <p:cNvSpPr txBox="1"/>
            <p:nvPr/>
          </p:nvSpPr>
          <p:spPr>
            <a:xfrm>
              <a:off x="1703705" y="3666446"/>
              <a:ext cx="5959096" cy="338554"/>
            </a:xfrm>
            <a:prstGeom prst="rect">
              <a:avLst/>
            </a:prstGeom>
            <a:noFill/>
          </p:spPr>
          <p:txBody>
            <a:bodyPr wrap="square" rtlCol="0">
              <a:spAutoFit/>
            </a:bodyPr>
            <a:lstStyle/>
            <a:p>
              <a:r>
                <a:rPr lang="en-US" altLang="zh-CN" sz="1600" dirty="0" err="1">
                  <a:solidFill>
                    <a:schemeClr val="bg1"/>
                  </a:solidFill>
                  <a:latin typeface="Times New Roman" panose="02020603050405020304" pitchFamily="18" charset="0"/>
                  <a:cs typeface="Times New Roman" panose="02020603050405020304" pitchFamily="18" charset="0"/>
                </a:rPr>
                <a:t>Yanxin</a:t>
              </a:r>
              <a:r>
                <a:rPr lang="en-US" altLang="zh-CN" sz="1600" dirty="0">
                  <a:solidFill>
                    <a:schemeClr val="bg1"/>
                  </a:solidFill>
                  <a:latin typeface="Times New Roman" panose="02020603050405020304" pitchFamily="18" charset="0"/>
                  <a:cs typeface="Times New Roman" panose="02020603050405020304" pitchFamily="18" charset="0"/>
                </a:rPr>
                <a:t> Wang, Jing Yan, </a:t>
              </a:r>
              <a:r>
                <a:rPr lang="en-US" altLang="zh-CN" sz="1600" dirty="0" err="1">
                  <a:solidFill>
                    <a:schemeClr val="bg1"/>
                  </a:solidFill>
                  <a:latin typeface="Times New Roman" panose="02020603050405020304" pitchFamily="18" charset="0"/>
                  <a:cs typeface="Times New Roman" panose="02020603050405020304" pitchFamily="18" charset="0"/>
                </a:rPr>
                <a:t>Zhengrun</a:t>
              </a:r>
              <a:r>
                <a:rPr lang="en-US" altLang="zh-CN" sz="1600" dirty="0">
                  <a:solidFill>
                    <a:schemeClr val="bg1"/>
                  </a:solidFill>
                  <a:latin typeface="Times New Roman" panose="02020603050405020304" pitchFamily="18" charset="0"/>
                  <a:cs typeface="Times New Roman" panose="02020603050405020304" pitchFamily="18" charset="0"/>
                </a:rPr>
                <a:t> Zhang, Jianhua Wang, </a:t>
              </a:r>
              <a:r>
                <a:rPr lang="en-US" altLang="zh-CN" sz="1600" dirty="0" err="1">
                  <a:solidFill>
                    <a:schemeClr val="bg1"/>
                  </a:solidFill>
                  <a:latin typeface="Times New Roman" panose="02020603050405020304" pitchFamily="18" charset="0"/>
                  <a:cs typeface="Times New Roman" panose="02020603050405020304" pitchFamily="18" charset="0"/>
                </a:rPr>
                <a:t>Yingsan</a:t>
              </a:r>
              <a:r>
                <a:rPr lang="en-US" altLang="zh-CN" sz="1600" dirty="0">
                  <a:solidFill>
                    <a:schemeClr val="bg1"/>
                  </a:solidFill>
                  <a:latin typeface="Times New Roman" panose="02020603050405020304" pitchFamily="18" charset="0"/>
                  <a:cs typeface="Times New Roman" panose="02020603050405020304" pitchFamily="18" charset="0"/>
                </a:rPr>
                <a:t> </a:t>
              </a:r>
              <a:r>
                <a:rPr lang="en-US" altLang="zh-CN" sz="1600" dirty="0" err="1">
                  <a:solidFill>
                    <a:schemeClr val="bg1"/>
                  </a:solidFill>
                  <a:latin typeface="Times New Roman" panose="02020603050405020304" pitchFamily="18" charset="0"/>
                  <a:cs typeface="Times New Roman" panose="02020603050405020304" pitchFamily="18" charset="0"/>
                </a:rPr>
                <a:t>Geng</a:t>
              </a:r>
              <a:r>
                <a:rPr lang="en-US" altLang="zh-CN" sz="1600" dirty="0">
                  <a:solidFill>
                    <a:schemeClr val="bg1"/>
                  </a:solidFill>
                  <a:latin typeface="Times New Roman" panose="02020603050405020304" pitchFamily="18" charset="0"/>
                  <a:cs typeface="Times New Roman" panose="02020603050405020304" pitchFamily="18" charset="0"/>
                </a:rPr>
                <a:t>, Dipti Srinivasan </a:t>
              </a:r>
              <a:endParaRPr lang="zh-CN" altLang="en-US" sz="1600" dirty="0">
                <a:solidFill>
                  <a:schemeClr val="bg1"/>
                </a:solidFill>
                <a:latin typeface="Times New Roman" panose="02020603050405020304" pitchFamily="18" charset="0"/>
                <a:cs typeface="Times New Roman" panose="02020603050405020304" pitchFamily="18" charset="0"/>
              </a:endParaRPr>
            </a:p>
          </p:txBody>
        </p:sp>
      </p:grpSp>
      <p:grpSp>
        <p:nvGrpSpPr>
          <p:cNvPr id="11" name="组合 10"/>
          <p:cNvGrpSpPr/>
          <p:nvPr/>
        </p:nvGrpSpPr>
        <p:grpSpPr>
          <a:xfrm>
            <a:off x="387776" y="4549747"/>
            <a:ext cx="11036224" cy="872490"/>
            <a:chOff x="623" y="7327"/>
            <a:chExt cx="9488" cy="1374"/>
          </a:xfrm>
        </p:grpSpPr>
        <p:sp>
          <p:nvSpPr>
            <p:cNvPr id="5" name="文本框 4"/>
            <p:cNvSpPr txBox="1"/>
            <p:nvPr/>
          </p:nvSpPr>
          <p:spPr>
            <a:xfrm>
              <a:off x="623" y="7327"/>
              <a:ext cx="9488" cy="58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Published in:</a:t>
              </a:r>
              <a:r>
                <a:rPr lang="en-US" altLang="zh-CN" dirty="0">
                  <a:latin typeface="Times New Roman" panose="02020603050405020304" pitchFamily="18" charset="0"/>
                  <a:cs typeface="Times New Roman" panose="02020603050405020304" pitchFamily="18" charset="0"/>
                </a:rPr>
                <a:t> IEEETRANSACTIONSONINDUSTRIALINFORMATIC</a:t>
              </a:r>
            </a:p>
          </p:txBody>
        </p:sp>
        <p:sp>
          <p:nvSpPr>
            <p:cNvPr id="7" name="文本框 6"/>
            <p:cNvSpPr txBox="1"/>
            <p:nvPr/>
          </p:nvSpPr>
          <p:spPr>
            <a:xfrm>
              <a:off x="623" y="8121"/>
              <a:ext cx="2431" cy="580"/>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Published Time:</a:t>
              </a:r>
              <a:r>
                <a:rPr lang="en-US" altLang="zh-CN" dirty="0">
                  <a:latin typeface="Times New Roman" panose="02020603050405020304" pitchFamily="18" charset="0"/>
                  <a:cs typeface="Times New Roman" panose="02020603050405020304" pitchFamily="18" charset="0"/>
                </a:rPr>
                <a:t> 2026</a:t>
              </a:r>
            </a:p>
          </p:txBody>
        </p:sp>
      </p:grpSp>
      <p:sp>
        <p:nvSpPr>
          <p:cNvPr id="2" name="文本框 1">
            <a:extLst>
              <a:ext uri="{FF2B5EF4-FFF2-40B4-BE49-F238E27FC236}">
                <a16:creationId xmlns:a16="http://schemas.microsoft.com/office/drawing/2014/main" id="{019E4B3F-69B4-8EEE-5D1D-89DB6241639A}"/>
              </a:ext>
            </a:extLst>
          </p:cNvPr>
          <p:cNvSpPr txBox="1"/>
          <p:nvPr/>
        </p:nvSpPr>
        <p:spPr bwMode="auto">
          <a:xfrm>
            <a:off x="351876" y="165152"/>
            <a:ext cx="2054225" cy="646331"/>
          </a:xfrm>
          <a:prstGeom prst="rect">
            <a:avLst/>
          </a:prstGeom>
          <a:noFill/>
        </p:spPr>
        <p:txBody>
          <a:bodyPr>
            <a:spAutoFit/>
          </a:bodyPr>
          <a:lstStyle/>
          <a:p>
            <a:pPr algn="ctr" fontAlgn="auto"/>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Paper 1</a:t>
            </a:r>
            <a:endParaRPr lang="zh-HK" altLang="en-US"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16" name="组合 15">
            <a:extLst>
              <a:ext uri="{FF2B5EF4-FFF2-40B4-BE49-F238E27FC236}">
                <a16:creationId xmlns:a16="http://schemas.microsoft.com/office/drawing/2014/main" id="{623C4FE0-2A9C-A182-15E8-2521C6A4DC31}"/>
              </a:ext>
            </a:extLst>
          </p:cNvPr>
          <p:cNvGrpSpPr/>
          <p:nvPr/>
        </p:nvGrpSpPr>
        <p:grpSpPr>
          <a:xfrm>
            <a:off x="-1" y="6553200"/>
            <a:ext cx="12192001" cy="304800"/>
            <a:chOff x="0" y="6569404"/>
            <a:chExt cx="9144000" cy="288000"/>
          </a:xfrm>
        </p:grpSpPr>
        <p:sp>
          <p:nvSpPr>
            <p:cNvPr id="17" name="矩形 16">
              <a:extLst>
                <a:ext uri="{FF2B5EF4-FFF2-40B4-BE49-F238E27FC236}">
                  <a16:creationId xmlns:a16="http://schemas.microsoft.com/office/drawing/2014/main" id="{2B709EBF-C10A-AFBC-E987-00565C4BE3E7}"/>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4547FCFA-4751-009C-8906-A5E0C9C8A59E}"/>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9" name="灯片编号占位符 5">
            <a:extLst>
              <a:ext uri="{FF2B5EF4-FFF2-40B4-BE49-F238E27FC236}">
                <a16:creationId xmlns:a16="http://schemas.microsoft.com/office/drawing/2014/main" id="{BAC95804-172D-B146-E016-9905750BF97B}"/>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3</a:t>
            </a:fld>
            <a:endParaRPr lang="zh-HK" altLang="en-US" sz="16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2F2BC-EA8C-D2F7-7873-AC1F5A2A613A}"/>
            </a:ext>
          </a:extLst>
        </p:cNvPr>
        <p:cNvGrpSpPr/>
        <p:nvPr/>
      </p:nvGrpSpPr>
      <p:grpSpPr>
        <a:xfrm>
          <a:off x="0" y="0"/>
          <a:ext cx="0" cy="0"/>
          <a:chOff x="0" y="0"/>
          <a:chExt cx="0" cy="0"/>
        </a:xfrm>
      </p:grpSpPr>
      <p:grpSp>
        <p:nvGrpSpPr>
          <p:cNvPr id="27" name="组合 18">
            <a:extLst>
              <a:ext uri="{FF2B5EF4-FFF2-40B4-BE49-F238E27FC236}">
                <a16:creationId xmlns:a16="http://schemas.microsoft.com/office/drawing/2014/main" id="{300E21ED-4A79-5714-D350-F69EAD6546BE}"/>
              </a:ext>
            </a:extLst>
          </p:cNvPr>
          <p:cNvGrpSpPr/>
          <p:nvPr/>
        </p:nvGrpSpPr>
        <p:grpSpPr bwMode="auto">
          <a:xfrm>
            <a:off x="2409457" y="2650330"/>
            <a:ext cx="1505450" cy="1479472"/>
            <a:chOff x="1709739" y="2636838"/>
            <a:chExt cx="1590160" cy="1584325"/>
          </a:xfrm>
          <a:solidFill>
            <a:srgbClr val="044875"/>
          </a:solidFill>
        </p:grpSpPr>
        <p:sp>
          <p:nvSpPr>
            <p:cNvPr id="35" name="Freeform 6">
              <a:extLst>
                <a:ext uri="{FF2B5EF4-FFF2-40B4-BE49-F238E27FC236}">
                  <a16:creationId xmlns:a16="http://schemas.microsoft.com/office/drawing/2014/main" id="{1AF7B7A0-A25A-FBFC-5208-8F2C2D687C69}"/>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37" name="Freeform 7">
              <a:extLst>
                <a:ext uri="{FF2B5EF4-FFF2-40B4-BE49-F238E27FC236}">
                  <a16:creationId xmlns:a16="http://schemas.microsoft.com/office/drawing/2014/main" id="{8A36B0D6-AED0-C190-1E99-CC5E260795CC}"/>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38" name="Freeform 8">
              <a:extLst>
                <a:ext uri="{FF2B5EF4-FFF2-40B4-BE49-F238E27FC236}">
                  <a16:creationId xmlns:a16="http://schemas.microsoft.com/office/drawing/2014/main" id="{94C3F8C9-80A6-92D6-AF3F-6BB8BA6DFFDD}"/>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39" name="Freeform 9">
              <a:extLst>
                <a:ext uri="{FF2B5EF4-FFF2-40B4-BE49-F238E27FC236}">
                  <a16:creationId xmlns:a16="http://schemas.microsoft.com/office/drawing/2014/main" id="{E8F25FD0-84A3-DAD6-D046-3FDE54CC520C}"/>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40" name="Freeform 10">
              <a:extLst>
                <a:ext uri="{FF2B5EF4-FFF2-40B4-BE49-F238E27FC236}">
                  <a16:creationId xmlns:a16="http://schemas.microsoft.com/office/drawing/2014/main" id="{D5ED8CE2-7316-1693-6359-EB88C4D0A901}"/>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41" name="Freeform 11">
              <a:extLst>
                <a:ext uri="{FF2B5EF4-FFF2-40B4-BE49-F238E27FC236}">
                  <a16:creationId xmlns:a16="http://schemas.microsoft.com/office/drawing/2014/main" id="{B6D5F428-F4FF-A1F4-C568-9ECD60BCE5A8}"/>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42" name="Freeform 12">
              <a:extLst>
                <a:ext uri="{FF2B5EF4-FFF2-40B4-BE49-F238E27FC236}">
                  <a16:creationId xmlns:a16="http://schemas.microsoft.com/office/drawing/2014/main" id="{33F51D25-DE7C-7B38-76A3-6E408D8BED21}"/>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43" name="Freeform 13">
              <a:extLst>
                <a:ext uri="{FF2B5EF4-FFF2-40B4-BE49-F238E27FC236}">
                  <a16:creationId xmlns:a16="http://schemas.microsoft.com/office/drawing/2014/main" id="{D562C11C-AE2B-D3A6-AD9E-A9B3A1A58196}"/>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44" name="Freeform 14">
              <a:extLst>
                <a:ext uri="{FF2B5EF4-FFF2-40B4-BE49-F238E27FC236}">
                  <a16:creationId xmlns:a16="http://schemas.microsoft.com/office/drawing/2014/main" id="{9909038B-351C-3E6E-2579-928BFE22D98A}"/>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grpSp>
      <p:sp>
        <p:nvSpPr>
          <p:cNvPr id="31" name="文本框 30">
            <a:extLst>
              <a:ext uri="{FF2B5EF4-FFF2-40B4-BE49-F238E27FC236}">
                <a16:creationId xmlns:a16="http://schemas.microsoft.com/office/drawing/2014/main" id="{CA4331AD-571B-A173-0372-077DFCA4714C}"/>
              </a:ext>
            </a:extLst>
          </p:cNvPr>
          <p:cNvSpPr txBox="1"/>
          <p:nvPr/>
        </p:nvSpPr>
        <p:spPr bwMode="auto">
          <a:xfrm>
            <a:off x="2135561" y="4129802"/>
            <a:ext cx="2054225" cy="523334"/>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1">
                <a:ln>
                  <a:noFill/>
                </a:ln>
                <a:solidFill>
                  <a:srgbClr val="044875"/>
                </a:solidFill>
                <a:effectLst/>
                <a:uLnTx/>
                <a:uFillTx/>
                <a:latin typeface="Times New Roman" panose="02020603050405020304" pitchFamily="18" charset="0"/>
                <a:ea typeface="微软雅黑" panose="020B0503020204020204" charset="-122"/>
                <a:cs typeface="Times New Roman" panose="02020603050405020304" pitchFamily="18" charset="0"/>
              </a:rPr>
              <a:t>Contents</a:t>
            </a:r>
            <a:endParaRPr kumimoji="0" lang="zh-HK" altLang="en-US" sz="2800" b="1" i="0" u="none" strike="noStrike" kern="1200" cap="none" spc="0" normalizeH="0" baseline="0" noProof="1">
              <a:ln>
                <a:noFill/>
              </a:ln>
              <a:solidFill>
                <a:srgbClr val="044875"/>
              </a:solidFill>
              <a:effectLst/>
              <a:uLnTx/>
              <a:uFillTx/>
              <a:latin typeface="Times New Roman" panose="02020603050405020304" pitchFamily="18" charset="0"/>
              <a:ea typeface="微软雅黑" panose="020B0503020204020204" charset="-122"/>
              <a:cs typeface="Times New Roman" panose="02020603050405020304" pitchFamily="18" charset="0"/>
            </a:endParaRPr>
          </a:p>
        </p:txBody>
      </p:sp>
      <p:grpSp>
        <p:nvGrpSpPr>
          <p:cNvPr id="19" name="组合 18">
            <a:extLst>
              <a:ext uri="{FF2B5EF4-FFF2-40B4-BE49-F238E27FC236}">
                <a16:creationId xmlns:a16="http://schemas.microsoft.com/office/drawing/2014/main" id="{F1E0D26F-BD7B-C554-ABCE-82EA102EA58B}"/>
              </a:ext>
            </a:extLst>
          </p:cNvPr>
          <p:cNvGrpSpPr/>
          <p:nvPr>
            <p:custDataLst>
              <p:tags r:id="rId1"/>
            </p:custDataLst>
          </p:nvPr>
        </p:nvGrpSpPr>
        <p:grpSpPr>
          <a:xfrm>
            <a:off x="4523741" y="2047924"/>
            <a:ext cx="5370513" cy="534987"/>
            <a:chOff x="3281952" y="1484784"/>
            <a:chExt cx="5370513" cy="534987"/>
          </a:xfrm>
        </p:grpSpPr>
        <p:grpSp>
          <p:nvGrpSpPr>
            <p:cNvPr id="14" name="组合 13">
              <a:extLst>
                <a:ext uri="{FF2B5EF4-FFF2-40B4-BE49-F238E27FC236}">
                  <a16:creationId xmlns:a16="http://schemas.microsoft.com/office/drawing/2014/main" id="{E63BB3BA-F2A5-CB1E-2E40-A9CAE1155E3D}"/>
                </a:ext>
              </a:extLst>
            </p:cNvPr>
            <p:cNvGrpSpPr/>
            <p:nvPr/>
          </p:nvGrpSpPr>
          <p:grpSpPr>
            <a:xfrm>
              <a:off x="3943940" y="1484784"/>
              <a:ext cx="4708525" cy="534987"/>
              <a:chOff x="3943940" y="1626760"/>
              <a:chExt cx="4708525" cy="534987"/>
            </a:xfrm>
          </p:grpSpPr>
          <p:sp>
            <p:nvSpPr>
              <p:cNvPr id="49" name="Freeform 74">
                <a:extLst>
                  <a:ext uri="{FF2B5EF4-FFF2-40B4-BE49-F238E27FC236}">
                    <a16:creationId xmlns:a16="http://schemas.microsoft.com/office/drawing/2014/main" id="{ABB594D9-74AB-8503-284B-E16AD5AC9BD4}"/>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50" name="文本框 20">
                <a:extLst>
                  <a:ext uri="{FF2B5EF4-FFF2-40B4-BE49-F238E27FC236}">
                    <a16:creationId xmlns:a16="http://schemas.microsoft.com/office/drawing/2014/main" id="{51E1D1E8-CE87-D4CB-B5AE-FD63D303A237}"/>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44875"/>
                    </a:solidFill>
                    <a:effectLst/>
                    <a:uLnTx/>
                    <a:uFillTx/>
                    <a:latin typeface="Times New Roman" panose="02020603050405020304" pitchFamily="18" charset="0"/>
                    <a:ea typeface="微软雅黑" panose="020B0503020204020204" charset="-122"/>
                    <a:cs typeface="+mn-cs"/>
                  </a:rPr>
                  <a:t>Problem Description</a:t>
                </a:r>
                <a:endParaRPr kumimoji="0" lang="zh-CN" altLang="en-US" sz="2400" b="1" i="0" u="none" strike="noStrike" kern="1200" cap="none" spc="0" normalizeH="0" baseline="0" noProof="0" dirty="0">
                  <a:ln>
                    <a:noFill/>
                  </a:ln>
                  <a:solidFill>
                    <a:srgbClr val="044875"/>
                  </a:solidFill>
                  <a:effectLst/>
                  <a:uLnTx/>
                  <a:uFillTx/>
                  <a:latin typeface="Times New Roman" panose="02020603050405020304" pitchFamily="18" charset="0"/>
                  <a:ea typeface="微软雅黑" panose="020B0503020204020204" charset="-122"/>
                  <a:cs typeface="+mn-cs"/>
                </a:endParaRPr>
              </a:p>
            </p:txBody>
          </p:sp>
          <p:sp>
            <p:nvSpPr>
              <p:cNvPr id="51" name="矩形 50">
                <a:extLst>
                  <a:ext uri="{FF2B5EF4-FFF2-40B4-BE49-F238E27FC236}">
                    <a16:creationId xmlns:a16="http://schemas.microsoft.com/office/drawing/2014/main" id="{41DACC46-E7F5-D065-65FD-E1F4D6DC1E1C}"/>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cxnSp>
            <p:nvCxnSpPr>
              <p:cNvPr id="52" name="直接连接符 51">
                <a:extLst>
                  <a:ext uri="{FF2B5EF4-FFF2-40B4-BE49-F238E27FC236}">
                    <a16:creationId xmlns:a16="http://schemas.microsoft.com/office/drawing/2014/main" id="{795A2662-F508-D501-6ECB-7174B4B1208C}"/>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A8C18800-8A5C-0DFD-3EB1-3AB62A3669BF}"/>
                </a:ext>
              </a:extLst>
            </p:cNvPr>
            <p:cNvGrpSpPr/>
            <p:nvPr/>
          </p:nvGrpSpPr>
          <p:grpSpPr>
            <a:xfrm>
              <a:off x="3281952" y="1484784"/>
              <a:ext cx="689642" cy="534987"/>
              <a:chOff x="3281952" y="1626760"/>
              <a:chExt cx="689642" cy="534987"/>
            </a:xfrm>
          </p:grpSpPr>
          <p:sp>
            <p:nvSpPr>
              <p:cNvPr id="53" name="矩形 52">
                <a:extLst>
                  <a:ext uri="{FF2B5EF4-FFF2-40B4-BE49-F238E27FC236}">
                    <a16:creationId xmlns:a16="http://schemas.microsoft.com/office/drawing/2014/main" id="{67E277BE-0ADF-A7AD-42AC-70F82259DDBC}"/>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4" name="文本框 18">
                <a:extLst>
                  <a:ext uri="{FF2B5EF4-FFF2-40B4-BE49-F238E27FC236}">
                    <a16:creationId xmlns:a16="http://schemas.microsoft.com/office/drawing/2014/main" id="{CA653A6F-DBFA-5E06-2168-054F806286CD}"/>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700" b="0" i="0" u="none" strike="noStrike" kern="1200" cap="none" spc="0" normalizeH="0" baseline="0" noProof="0" dirty="0">
                    <a:ln>
                      <a:noFill/>
                    </a:ln>
                    <a:solidFill>
                      <a:srgbClr val="044875"/>
                    </a:solidFill>
                    <a:effectLst/>
                    <a:uLnTx/>
                    <a:uFillTx/>
                    <a:latin typeface="Impact" panose="020B0806030902050204" pitchFamily="34" charset="0"/>
                    <a:ea typeface="宋体" panose="02010600030101010101" pitchFamily="2" charset="-122"/>
                    <a:cs typeface="+mn-cs"/>
                  </a:rPr>
                  <a:t>01</a:t>
                </a:r>
                <a:endParaRPr kumimoji="0" lang="zh-CN" altLang="en-US" sz="2700" b="0" i="0" u="none" strike="noStrike" kern="1200" cap="none" spc="0" normalizeH="0" baseline="0" noProof="0" dirty="0">
                  <a:ln>
                    <a:noFill/>
                  </a:ln>
                  <a:solidFill>
                    <a:srgbClr val="044875"/>
                  </a:solidFill>
                  <a:effectLst/>
                  <a:uLnTx/>
                  <a:uFillTx/>
                  <a:latin typeface="Impact" panose="020B0806030902050204" pitchFamily="34" charset="0"/>
                  <a:ea typeface="宋体" panose="02010600030101010101" pitchFamily="2" charset="-122"/>
                  <a:cs typeface="+mn-cs"/>
                </a:endParaRPr>
              </a:p>
            </p:txBody>
          </p:sp>
        </p:grpSp>
      </p:grpSp>
      <p:grpSp>
        <p:nvGrpSpPr>
          <p:cNvPr id="22" name="组合 21">
            <a:extLst>
              <a:ext uri="{FF2B5EF4-FFF2-40B4-BE49-F238E27FC236}">
                <a16:creationId xmlns:a16="http://schemas.microsoft.com/office/drawing/2014/main" id="{CE46917D-2E39-432E-EB5F-525E9EABC70E}"/>
              </a:ext>
            </a:extLst>
          </p:cNvPr>
          <p:cNvGrpSpPr/>
          <p:nvPr>
            <p:custDataLst>
              <p:tags r:id="rId2"/>
            </p:custDataLst>
          </p:nvPr>
        </p:nvGrpSpPr>
        <p:grpSpPr>
          <a:xfrm>
            <a:off x="4503593" y="3688642"/>
            <a:ext cx="5372100" cy="534987"/>
            <a:chOff x="3261805" y="3188752"/>
            <a:chExt cx="5372100" cy="534987"/>
          </a:xfrm>
        </p:grpSpPr>
        <p:grpSp>
          <p:nvGrpSpPr>
            <p:cNvPr id="12" name="组合 11">
              <a:extLst>
                <a:ext uri="{FF2B5EF4-FFF2-40B4-BE49-F238E27FC236}">
                  <a16:creationId xmlns:a16="http://schemas.microsoft.com/office/drawing/2014/main" id="{B663C988-C209-0D60-FFAE-E09EB31CF9BC}"/>
                </a:ext>
              </a:extLst>
            </p:cNvPr>
            <p:cNvGrpSpPr/>
            <p:nvPr/>
          </p:nvGrpSpPr>
          <p:grpSpPr>
            <a:xfrm>
              <a:off x="3261805" y="3188752"/>
              <a:ext cx="689593" cy="534987"/>
              <a:chOff x="3261805" y="3188752"/>
              <a:chExt cx="689593" cy="534987"/>
            </a:xfrm>
          </p:grpSpPr>
          <p:sp>
            <p:nvSpPr>
              <p:cNvPr id="61" name="矩形 60">
                <a:extLst>
                  <a:ext uri="{FF2B5EF4-FFF2-40B4-BE49-F238E27FC236}">
                    <a16:creationId xmlns:a16="http://schemas.microsoft.com/office/drawing/2014/main" id="{8A7B6512-36D9-782C-F5A9-1CB43B323E41}"/>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2" name="文本框 86">
                <a:extLst>
                  <a:ext uri="{FF2B5EF4-FFF2-40B4-BE49-F238E27FC236}">
                    <a16:creationId xmlns:a16="http://schemas.microsoft.com/office/drawing/2014/main" id="{B4C5C02B-5D79-4E02-A18B-860E8F337A7C}"/>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700" b="0" i="0" u="none" strike="noStrike" kern="1200" cap="none" spc="0" normalizeH="0" baseline="0" noProof="0">
                    <a:ln>
                      <a:noFill/>
                    </a:ln>
                    <a:solidFill>
                      <a:srgbClr val="044875"/>
                    </a:solidFill>
                    <a:effectLst/>
                    <a:uLnTx/>
                    <a:uFillTx/>
                    <a:latin typeface="Impact" panose="020B0806030902050204" pitchFamily="34" charset="0"/>
                    <a:ea typeface="宋体" panose="02010600030101010101" pitchFamily="2" charset="-122"/>
                    <a:cs typeface="+mn-cs"/>
                  </a:rPr>
                  <a:t>03</a:t>
                </a:r>
                <a:endParaRPr kumimoji="0" lang="zh-CN" altLang="en-US" sz="2700" b="0" i="0" u="none" strike="noStrike" kern="1200" cap="none" spc="0" normalizeH="0" baseline="0" noProof="0">
                  <a:ln>
                    <a:noFill/>
                  </a:ln>
                  <a:solidFill>
                    <a:srgbClr val="044875"/>
                  </a:solidFill>
                  <a:effectLst/>
                  <a:uLnTx/>
                  <a:uFillTx/>
                  <a:latin typeface="Impact" panose="020B0806030902050204" pitchFamily="34" charset="0"/>
                  <a:ea typeface="宋体" panose="02010600030101010101" pitchFamily="2" charset="-122"/>
                  <a:cs typeface="+mn-cs"/>
                </a:endParaRPr>
              </a:p>
            </p:txBody>
          </p:sp>
        </p:grpSp>
        <p:grpSp>
          <p:nvGrpSpPr>
            <p:cNvPr id="16" name="组合 15">
              <a:extLst>
                <a:ext uri="{FF2B5EF4-FFF2-40B4-BE49-F238E27FC236}">
                  <a16:creationId xmlns:a16="http://schemas.microsoft.com/office/drawing/2014/main" id="{F6BF8931-C0F6-F932-0ACA-8AFB17EF7578}"/>
                </a:ext>
              </a:extLst>
            </p:cNvPr>
            <p:cNvGrpSpPr/>
            <p:nvPr/>
          </p:nvGrpSpPr>
          <p:grpSpPr>
            <a:xfrm>
              <a:off x="3923792" y="3188752"/>
              <a:ext cx="4710113" cy="534987"/>
              <a:chOff x="3923792" y="3188752"/>
              <a:chExt cx="4710113" cy="534987"/>
            </a:xfrm>
          </p:grpSpPr>
          <p:sp>
            <p:nvSpPr>
              <p:cNvPr id="56" name="文本框 81">
                <a:extLst>
                  <a:ext uri="{FF2B5EF4-FFF2-40B4-BE49-F238E27FC236}">
                    <a16:creationId xmlns:a16="http://schemas.microsoft.com/office/drawing/2014/main" id="{19A275A5-839E-B14F-208A-251D38868CB6}"/>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44875"/>
                    </a:solidFill>
                    <a:effectLst/>
                    <a:uLnTx/>
                    <a:uFillTx/>
                    <a:latin typeface="Times New Roman" panose="02020603050405020304" pitchFamily="18" charset="0"/>
                    <a:ea typeface="微软雅黑" panose="020B0503020204020204" charset="-122"/>
                    <a:cs typeface="+mn-cs"/>
                    <a:sym typeface="+mn-ea"/>
                  </a:rPr>
                  <a:t>Experiment Results</a:t>
                </a:r>
                <a:endParaRPr kumimoji="0" lang="en-US" altLang="zh-CN" sz="2400" b="1" i="0" u="none" strike="noStrike" kern="1200" cap="none" spc="0" normalizeH="0" baseline="0" noProof="0" dirty="0">
                  <a:ln>
                    <a:noFill/>
                  </a:ln>
                  <a:solidFill>
                    <a:srgbClr val="044875"/>
                  </a:solidFill>
                  <a:effectLst/>
                  <a:uLnTx/>
                  <a:uFillTx/>
                  <a:latin typeface="Times New Roman" panose="02020603050405020304" pitchFamily="18" charset="0"/>
                  <a:ea typeface="微软雅黑" panose="020B0503020204020204" charset="-122"/>
                  <a:cs typeface="+mn-cs"/>
                </a:endParaRPr>
              </a:p>
            </p:txBody>
          </p:sp>
          <p:sp>
            <p:nvSpPr>
              <p:cNvPr id="57" name="矩形 56">
                <a:extLst>
                  <a:ext uri="{FF2B5EF4-FFF2-40B4-BE49-F238E27FC236}">
                    <a16:creationId xmlns:a16="http://schemas.microsoft.com/office/drawing/2014/main" id="{7BD495EC-56DA-CCF3-5DDB-1F3AD3A5F982}"/>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cxnSp>
            <p:nvCxnSpPr>
              <p:cNvPr id="58" name="直接连接符 57">
                <a:extLst>
                  <a:ext uri="{FF2B5EF4-FFF2-40B4-BE49-F238E27FC236}">
                    <a16:creationId xmlns:a16="http://schemas.microsoft.com/office/drawing/2014/main" id="{B4CEF207-767D-FFF0-C050-53428D0D1B15}"/>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a:extLst>
                  <a:ext uri="{FF2B5EF4-FFF2-40B4-BE49-F238E27FC236}">
                    <a16:creationId xmlns:a16="http://schemas.microsoft.com/office/drawing/2014/main" id="{66C3E6A3-D8A8-319A-DB40-34B9377A07FA}"/>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grpSp>
      </p:grpSp>
      <p:grpSp>
        <p:nvGrpSpPr>
          <p:cNvPr id="23" name="组合 22">
            <a:extLst>
              <a:ext uri="{FF2B5EF4-FFF2-40B4-BE49-F238E27FC236}">
                <a16:creationId xmlns:a16="http://schemas.microsoft.com/office/drawing/2014/main" id="{748D2EB4-9709-47AC-6B41-0B80FC8F8C59}"/>
              </a:ext>
            </a:extLst>
          </p:cNvPr>
          <p:cNvGrpSpPr/>
          <p:nvPr>
            <p:custDataLst>
              <p:tags r:id="rId3"/>
            </p:custDataLst>
          </p:nvPr>
        </p:nvGrpSpPr>
        <p:grpSpPr>
          <a:xfrm>
            <a:off x="4503593" y="4509001"/>
            <a:ext cx="5372100" cy="534987"/>
            <a:chOff x="3261805" y="4046141"/>
            <a:chExt cx="5372100" cy="534987"/>
          </a:xfrm>
        </p:grpSpPr>
        <p:grpSp>
          <p:nvGrpSpPr>
            <p:cNvPr id="13" name="组合 12">
              <a:extLst>
                <a:ext uri="{FF2B5EF4-FFF2-40B4-BE49-F238E27FC236}">
                  <a16:creationId xmlns:a16="http://schemas.microsoft.com/office/drawing/2014/main" id="{CC6EBFC5-7729-62A5-FC1B-BCD6C8743684}"/>
                </a:ext>
              </a:extLst>
            </p:cNvPr>
            <p:cNvGrpSpPr/>
            <p:nvPr/>
          </p:nvGrpSpPr>
          <p:grpSpPr>
            <a:xfrm>
              <a:off x="3261805" y="4046141"/>
              <a:ext cx="689447" cy="534987"/>
              <a:chOff x="3261805" y="3969748"/>
              <a:chExt cx="689447" cy="534987"/>
            </a:xfrm>
          </p:grpSpPr>
          <p:sp>
            <p:nvSpPr>
              <p:cNvPr id="89" name="矩形 88">
                <a:extLst>
                  <a:ext uri="{FF2B5EF4-FFF2-40B4-BE49-F238E27FC236}">
                    <a16:creationId xmlns:a16="http://schemas.microsoft.com/office/drawing/2014/main" id="{8B9F025C-45D5-5494-2BDA-93C1766D3F46}"/>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90" name="文本框 131">
                <a:extLst>
                  <a:ext uri="{FF2B5EF4-FFF2-40B4-BE49-F238E27FC236}">
                    <a16:creationId xmlns:a16="http://schemas.microsoft.com/office/drawing/2014/main" id="{8F67AC16-771A-DA6A-7166-99321E2E7125}"/>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700" b="0" i="0" u="none" strike="noStrike" kern="1200" cap="none" spc="0" normalizeH="0" baseline="0" noProof="0">
                    <a:ln>
                      <a:noFill/>
                    </a:ln>
                    <a:solidFill>
                      <a:srgbClr val="044875"/>
                    </a:solidFill>
                    <a:effectLst/>
                    <a:uLnTx/>
                    <a:uFillTx/>
                    <a:latin typeface="Impact" panose="020B0806030902050204" pitchFamily="34" charset="0"/>
                    <a:ea typeface="宋体" panose="02010600030101010101" pitchFamily="2" charset="-122"/>
                    <a:cs typeface="+mn-cs"/>
                  </a:rPr>
                  <a:t>04</a:t>
                </a:r>
                <a:endParaRPr kumimoji="0" lang="zh-CN" altLang="en-US" sz="2700" b="0" i="0" u="none" strike="noStrike" kern="1200" cap="none" spc="0" normalizeH="0" baseline="0" noProof="0">
                  <a:ln>
                    <a:noFill/>
                  </a:ln>
                  <a:solidFill>
                    <a:srgbClr val="044875"/>
                  </a:solidFill>
                  <a:effectLst/>
                  <a:uLnTx/>
                  <a:uFillTx/>
                  <a:latin typeface="Impact" panose="020B0806030902050204" pitchFamily="34" charset="0"/>
                  <a:ea typeface="宋体" panose="02010600030101010101" pitchFamily="2" charset="-122"/>
                  <a:cs typeface="+mn-cs"/>
                </a:endParaRPr>
              </a:p>
            </p:txBody>
          </p:sp>
        </p:grpSp>
        <p:grpSp>
          <p:nvGrpSpPr>
            <p:cNvPr id="17" name="组合 16">
              <a:extLst>
                <a:ext uri="{FF2B5EF4-FFF2-40B4-BE49-F238E27FC236}">
                  <a16:creationId xmlns:a16="http://schemas.microsoft.com/office/drawing/2014/main" id="{D143A9C0-E418-F153-CDC6-F0B60FD54B45}"/>
                </a:ext>
              </a:extLst>
            </p:cNvPr>
            <p:cNvGrpSpPr/>
            <p:nvPr/>
          </p:nvGrpSpPr>
          <p:grpSpPr>
            <a:xfrm>
              <a:off x="3923792" y="4046141"/>
              <a:ext cx="4710113" cy="534987"/>
              <a:chOff x="3923792" y="3969748"/>
              <a:chExt cx="4710113" cy="534987"/>
            </a:xfrm>
          </p:grpSpPr>
          <p:sp>
            <p:nvSpPr>
              <p:cNvPr id="64" name="文本框 126">
                <a:extLst>
                  <a:ext uri="{FF2B5EF4-FFF2-40B4-BE49-F238E27FC236}">
                    <a16:creationId xmlns:a16="http://schemas.microsoft.com/office/drawing/2014/main" id="{D9AA1E75-9E8F-8BDE-31D5-CBA02F5B78F1}"/>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44875"/>
                    </a:solidFill>
                    <a:effectLst/>
                    <a:uLnTx/>
                    <a:uFillTx/>
                    <a:latin typeface="Times New Roman" panose="02020603050405020304" pitchFamily="18" charset="0"/>
                    <a:ea typeface="微软雅黑" panose="020B0503020204020204" charset="-122"/>
                    <a:cs typeface="+mn-cs"/>
                  </a:rPr>
                  <a:t>Conclusion</a:t>
                </a:r>
              </a:p>
            </p:txBody>
          </p:sp>
          <p:sp>
            <p:nvSpPr>
              <p:cNvPr id="65" name="矩形 64">
                <a:extLst>
                  <a:ext uri="{FF2B5EF4-FFF2-40B4-BE49-F238E27FC236}">
                    <a16:creationId xmlns:a16="http://schemas.microsoft.com/office/drawing/2014/main" id="{4CC4ED50-2A32-5838-23AC-25F5C931C58D}"/>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cxnSp>
            <p:nvCxnSpPr>
              <p:cNvPr id="86" name="直接连接符 85">
                <a:extLst>
                  <a:ext uri="{FF2B5EF4-FFF2-40B4-BE49-F238E27FC236}">
                    <a16:creationId xmlns:a16="http://schemas.microsoft.com/office/drawing/2014/main" id="{BAE46BD7-2E9C-5C2F-5CA1-E8FFC8A3C099}"/>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a:extLst>
                  <a:ext uri="{FF2B5EF4-FFF2-40B4-BE49-F238E27FC236}">
                    <a16:creationId xmlns:a16="http://schemas.microsoft.com/office/drawing/2014/main" id="{EF8E6490-1433-AC32-971F-775D906200A5}"/>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grpSp>
      </p:grpSp>
      <p:grpSp>
        <p:nvGrpSpPr>
          <p:cNvPr id="20" name="组合 19">
            <a:extLst>
              <a:ext uri="{FF2B5EF4-FFF2-40B4-BE49-F238E27FC236}">
                <a16:creationId xmlns:a16="http://schemas.microsoft.com/office/drawing/2014/main" id="{96978790-7EED-65A9-6365-CBECBD0189F1}"/>
              </a:ext>
            </a:extLst>
          </p:cNvPr>
          <p:cNvGrpSpPr/>
          <p:nvPr>
            <p:custDataLst>
              <p:tags r:id="rId4"/>
            </p:custDataLst>
          </p:nvPr>
        </p:nvGrpSpPr>
        <p:grpSpPr>
          <a:xfrm>
            <a:off x="4517645" y="2868283"/>
            <a:ext cx="5370513" cy="534987"/>
            <a:chOff x="3275856" y="2348880"/>
            <a:chExt cx="5370513" cy="534987"/>
          </a:xfrm>
        </p:grpSpPr>
        <p:grpSp>
          <p:nvGrpSpPr>
            <p:cNvPr id="11" name="组合 10">
              <a:extLst>
                <a:ext uri="{FF2B5EF4-FFF2-40B4-BE49-F238E27FC236}">
                  <a16:creationId xmlns:a16="http://schemas.microsoft.com/office/drawing/2014/main" id="{BFDF0F8A-71D4-50C1-259D-D3250C1FA601}"/>
                </a:ext>
              </a:extLst>
            </p:cNvPr>
            <p:cNvGrpSpPr/>
            <p:nvPr/>
          </p:nvGrpSpPr>
          <p:grpSpPr>
            <a:xfrm>
              <a:off x="3275856" y="2348880"/>
              <a:ext cx="689474" cy="534987"/>
              <a:chOff x="3275856" y="2407756"/>
              <a:chExt cx="689474" cy="534987"/>
            </a:xfrm>
          </p:grpSpPr>
          <p:sp>
            <p:nvSpPr>
              <p:cNvPr id="97" name="矩形 96">
                <a:extLst>
                  <a:ext uri="{FF2B5EF4-FFF2-40B4-BE49-F238E27FC236}">
                    <a16:creationId xmlns:a16="http://schemas.microsoft.com/office/drawing/2014/main" id="{EA5CA9D3-4053-89B6-5D95-F2B622186826}"/>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98" name="文本框 78">
                <a:extLst>
                  <a:ext uri="{FF2B5EF4-FFF2-40B4-BE49-F238E27FC236}">
                    <a16:creationId xmlns:a16="http://schemas.microsoft.com/office/drawing/2014/main" id="{736F1FC7-50DC-DD48-66BC-A9133C467FD3}"/>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700" b="0" i="0" u="none" strike="noStrike" kern="1200" cap="none" spc="0" normalizeH="0" baseline="0" noProof="0" dirty="0">
                    <a:ln>
                      <a:noFill/>
                    </a:ln>
                    <a:solidFill>
                      <a:srgbClr val="044875"/>
                    </a:solidFill>
                    <a:effectLst/>
                    <a:uLnTx/>
                    <a:uFillTx/>
                    <a:latin typeface="Impact" panose="020B0806030902050204" pitchFamily="34" charset="0"/>
                    <a:ea typeface="宋体" panose="02010600030101010101" pitchFamily="2" charset="-122"/>
                    <a:cs typeface="+mn-cs"/>
                  </a:rPr>
                  <a:t>02</a:t>
                </a:r>
                <a:endParaRPr kumimoji="0" lang="zh-CN" altLang="en-US" sz="2700" b="0" i="0" u="none" strike="noStrike" kern="1200" cap="none" spc="0" normalizeH="0" baseline="0" noProof="0" dirty="0">
                  <a:ln>
                    <a:noFill/>
                  </a:ln>
                  <a:solidFill>
                    <a:srgbClr val="044875"/>
                  </a:solidFill>
                  <a:effectLst/>
                  <a:uLnTx/>
                  <a:uFillTx/>
                  <a:latin typeface="Impact" panose="020B0806030902050204" pitchFamily="34" charset="0"/>
                  <a:ea typeface="宋体" panose="02010600030101010101" pitchFamily="2" charset="-122"/>
                  <a:cs typeface="+mn-cs"/>
                </a:endParaRPr>
              </a:p>
            </p:txBody>
          </p:sp>
        </p:grpSp>
        <p:grpSp>
          <p:nvGrpSpPr>
            <p:cNvPr id="15" name="组合 14">
              <a:extLst>
                <a:ext uri="{FF2B5EF4-FFF2-40B4-BE49-F238E27FC236}">
                  <a16:creationId xmlns:a16="http://schemas.microsoft.com/office/drawing/2014/main" id="{618B1387-522D-0BD3-0FF1-EDD016037EA4}"/>
                </a:ext>
              </a:extLst>
            </p:cNvPr>
            <p:cNvGrpSpPr/>
            <p:nvPr/>
          </p:nvGrpSpPr>
          <p:grpSpPr>
            <a:xfrm>
              <a:off x="3937844" y="2348880"/>
              <a:ext cx="4708525" cy="534987"/>
              <a:chOff x="3937844" y="2407756"/>
              <a:chExt cx="4708525" cy="534987"/>
            </a:xfrm>
          </p:grpSpPr>
          <p:sp>
            <p:nvSpPr>
              <p:cNvPr id="92" name="文本框 73">
                <a:extLst>
                  <a:ext uri="{FF2B5EF4-FFF2-40B4-BE49-F238E27FC236}">
                    <a16:creationId xmlns:a16="http://schemas.microsoft.com/office/drawing/2014/main" id="{30E63461-122D-ABD9-CBA3-65466716DC06}"/>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44875"/>
                    </a:solidFill>
                    <a:effectLst/>
                    <a:uLnTx/>
                    <a:uFillTx/>
                    <a:latin typeface="Times New Roman" panose="02020603050405020304" pitchFamily="18" charset="0"/>
                    <a:ea typeface="微软雅黑" panose="020B0503020204020204" charset="-122"/>
                    <a:cs typeface="+mn-cs"/>
                    <a:sym typeface="+mn-ea"/>
                  </a:rPr>
                  <a:t>Method Design</a:t>
                </a:r>
                <a:endParaRPr kumimoji="0" lang="en-US" altLang="zh-CN" sz="2400" b="1" i="0" u="none" strike="noStrike" kern="1200" cap="none" spc="0" normalizeH="0" baseline="0" noProof="0" dirty="0">
                  <a:ln>
                    <a:noFill/>
                  </a:ln>
                  <a:solidFill>
                    <a:srgbClr val="044875"/>
                  </a:solidFill>
                  <a:effectLst/>
                  <a:uLnTx/>
                  <a:uFillTx/>
                  <a:latin typeface="Times New Roman" panose="02020603050405020304" pitchFamily="18" charset="0"/>
                  <a:ea typeface="微软雅黑" panose="020B0503020204020204" charset="-122"/>
                  <a:cs typeface="+mn-cs"/>
                </a:endParaRPr>
              </a:p>
            </p:txBody>
          </p:sp>
          <p:sp>
            <p:nvSpPr>
              <p:cNvPr id="93" name="矩形 92">
                <a:extLst>
                  <a:ext uri="{FF2B5EF4-FFF2-40B4-BE49-F238E27FC236}">
                    <a16:creationId xmlns:a16="http://schemas.microsoft.com/office/drawing/2014/main" id="{7FB89204-B2E3-4EE5-7D69-2F6AB15EB25B}"/>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cxnSp>
            <p:nvCxnSpPr>
              <p:cNvPr id="94" name="直接连接符 93">
                <a:extLst>
                  <a:ext uri="{FF2B5EF4-FFF2-40B4-BE49-F238E27FC236}">
                    <a16:creationId xmlns:a16="http://schemas.microsoft.com/office/drawing/2014/main" id="{113DB3DC-ED2E-E1A1-A83F-52E41B3E9138}"/>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a:extLst>
                  <a:ext uri="{FF2B5EF4-FFF2-40B4-BE49-F238E27FC236}">
                    <a16:creationId xmlns:a16="http://schemas.microsoft.com/office/drawing/2014/main" id="{7336212F-DFA9-A23D-0A10-2449B0421FC5}"/>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grpSp>
      </p:grpSp>
      <p:grpSp>
        <p:nvGrpSpPr>
          <p:cNvPr id="7" name="组合 6">
            <a:extLst>
              <a:ext uri="{FF2B5EF4-FFF2-40B4-BE49-F238E27FC236}">
                <a16:creationId xmlns:a16="http://schemas.microsoft.com/office/drawing/2014/main" id="{8AE9DB28-CCA9-5F32-6A1D-C5DAB8BDC03B}"/>
              </a:ext>
            </a:extLst>
          </p:cNvPr>
          <p:cNvGrpSpPr/>
          <p:nvPr/>
        </p:nvGrpSpPr>
        <p:grpSpPr>
          <a:xfrm>
            <a:off x="-1" y="6553200"/>
            <a:ext cx="12192001" cy="304800"/>
            <a:chOff x="0" y="6569404"/>
            <a:chExt cx="9144000" cy="288000"/>
          </a:xfrm>
        </p:grpSpPr>
        <p:sp>
          <p:nvSpPr>
            <p:cNvPr id="8" name="矩形 7">
              <a:extLst>
                <a:ext uri="{FF2B5EF4-FFF2-40B4-BE49-F238E27FC236}">
                  <a16:creationId xmlns:a16="http://schemas.microsoft.com/office/drawing/2014/main" id="{5064E45E-B30B-5F1E-C5CD-E14F23688CAF}"/>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9" name="矩形 8">
              <a:extLst>
                <a:ext uri="{FF2B5EF4-FFF2-40B4-BE49-F238E27FC236}">
                  <a16:creationId xmlns:a16="http://schemas.microsoft.com/office/drawing/2014/main" id="{844E8F0C-E82D-62AB-DE84-BEEF97F12F8C}"/>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a:extLst>
              <a:ext uri="{FF2B5EF4-FFF2-40B4-BE49-F238E27FC236}">
                <a16:creationId xmlns:a16="http://schemas.microsoft.com/office/drawing/2014/main" id="{E2FF9A77-353E-C936-9432-48522B0C1736}"/>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pic>
        <p:nvPicPr>
          <p:cNvPr id="25" name="图片 24">
            <a:extLst>
              <a:ext uri="{FF2B5EF4-FFF2-40B4-BE49-F238E27FC236}">
                <a16:creationId xmlns:a16="http://schemas.microsoft.com/office/drawing/2014/main" id="{B757C982-EE19-279C-92E9-002B4D9ED2F1}"/>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extLst>
      <p:ext uri="{BB962C8B-B14F-4D97-AF65-F5344CB8AC3E}">
        <p14:creationId xmlns:p14="http://schemas.microsoft.com/office/powerpoint/2010/main" val="365574281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77A46353-A232-0E71-0097-136BC0172C9F}"/>
              </a:ext>
            </a:extLst>
          </p:cNvPr>
          <p:cNvGrpSpPr/>
          <p:nvPr/>
        </p:nvGrpSpPr>
        <p:grpSpPr>
          <a:xfrm>
            <a:off x="-1" y="6553200"/>
            <a:ext cx="12192001" cy="304800"/>
            <a:chOff x="0" y="6569404"/>
            <a:chExt cx="9144000" cy="288000"/>
          </a:xfrm>
        </p:grpSpPr>
        <p:sp>
          <p:nvSpPr>
            <p:cNvPr id="8" name="矩形 7">
              <a:extLst>
                <a:ext uri="{FF2B5EF4-FFF2-40B4-BE49-F238E27FC236}">
                  <a16:creationId xmlns:a16="http://schemas.microsoft.com/office/drawing/2014/main" id="{C736AE62-8F6D-9AFA-06E6-ECD72B955DE3}"/>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964C272F-1841-C57F-DC15-D2BD90A5377A}"/>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a:extLst>
              <a:ext uri="{FF2B5EF4-FFF2-40B4-BE49-F238E27FC236}">
                <a16:creationId xmlns:a16="http://schemas.microsoft.com/office/drawing/2014/main" id="{F5B60254-3F94-ACC4-54C2-28D1691F371D}"/>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5</a:t>
            </a:fld>
            <a:endParaRPr lang="zh-HK" altLang="en-US" sz="1600" dirty="0">
              <a:solidFill>
                <a:schemeClr val="bg1"/>
              </a:solidFill>
            </a:endParaRPr>
          </a:p>
        </p:txBody>
      </p:sp>
      <p:pic>
        <p:nvPicPr>
          <p:cNvPr id="25" name="图片 24">
            <a:extLst>
              <a:ext uri="{FF2B5EF4-FFF2-40B4-BE49-F238E27FC236}">
                <a16:creationId xmlns:a16="http://schemas.microsoft.com/office/drawing/2014/main" id="{A3018AC7-0553-43E2-B350-F76141839A8A}"/>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496" name="组合 18">
            <a:extLst>
              <a:ext uri="{FF2B5EF4-FFF2-40B4-BE49-F238E27FC236}">
                <a16:creationId xmlns:a16="http://schemas.microsoft.com/office/drawing/2014/main" id="{854B8CB7-1A4B-42D3-8E48-76F185ACDD9B}"/>
              </a:ext>
            </a:extLst>
          </p:cNvPr>
          <p:cNvGrpSpPr/>
          <p:nvPr/>
        </p:nvGrpSpPr>
        <p:grpSpPr bwMode="auto">
          <a:xfrm>
            <a:off x="2409457" y="2650330"/>
            <a:ext cx="1505450" cy="1479472"/>
            <a:chOff x="1709739" y="2636838"/>
            <a:chExt cx="1590160" cy="1584325"/>
          </a:xfrm>
          <a:solidFill>
            <a:srgbClr val="044875"/>
          </a:solidFill>
        </p:grpSpPr>
        <p:sp>
          <p:nvSpPr>
            <p:cNvPr id="497" name="Freeform 6">
              <a:extLst>
                <a:ext uri="{FF2B5EF4-FFF2-40B4-BE49-F238E27FC236}">
                  <a16:creationId xmlns:a16="http://schemas.microsoft.com/office/drawing/2014/main" id="{C39E0309-EB67-4EAC-9531-B1D4B30CB162}"/>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98" name="Freeform 7">
              <a:extLst>
                <a:ext uri="{FF2B5EF4-FFF2-40B4-BE49-F238E27FC236}">
                  <a16:creationId xmlns:a16="http://schemas.microsoft.com/office/drawing/2014/main" id="{0AA0A214-FCF0-4EE7-BE06-5CE2BEF86F5F}"/>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99" name="Freeform 8">
              <a:extLst>
                <a:ext uri="{FF2B5EF4-FFF2-40B4-BE49-F238E27FC236}">
                  <a16:creationId xmlns:a16="http://schemas.microsoft.com/office/drawing/2014/main" id="{39B1141A-2D04-4370-B98B-2B86BD8F614E}"/>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0" name="Freeform 9">
              <a:extLst>
                <a:ext uri="{FF2B5EF4-FFF2-40B4-BE49-F238E27FC236}">
                  <a16:creationId xmlns:a16="http://schemas.microsoft.com/office/drawing/2014/main" id="{4FC49958-F150-4EEF-AA46-9D6603396EB1}"/>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1" name="Freeform 10">
              <a:extLst>
                <a:ext uri="{FF2B5EF4-FFF2-40B4-BE49-F238E27FC236}">
                  <a16:creationId xmlns:a16="http://schemas.microsoft.com/office/drawing/2014/main" id="{C1D6D8F0-2D62-4DAF-B424-B8632A2EACD1}"/>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2" name="Freeform 11">
              <a:extLst>
                <a:ext uri="{FF2B5EF4-FFF2-40B4-BE49-F238E27FC236}">
                  <a16:creationId xmlns:a16="http://schemas.microsoft.com/office/drawing/2014/main" id="{426A6134-3ACE-48CA-8A8B-647FD5342B10}"/>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3" name="Freeform 12">
              <a:extLst>
                <a:ext uri="{FF2B5EF4-FFF2-40B4-BE49-F238E27FC236}">
                  <a16:creationId xmlns:a16="http://schemas.microsoft.com/office/drawing/2014/main" id="{51608EB7-8C24-4021-B07D-BCBA2182EB77}"/>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4" name="Freeform 13">
              <a:extLst>
                <a:ext uri="{FF2B5EF4-FFF2-40B4-BE49-F238E27FC236}">
                  <a16:creationId xmlns:a16="http://schemas.microsoft.com/office/drawing/2014/main" id="{826E87AD-0AC4-47F9-AE91-D8215BE92B5F}"/>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5" name="Freeform 14">
              <a:extLst>
                <a:ext uri="{FF2B5EF4-FFF2-40B4-BE49-F238E27FC236}">
                  <a16:creationId xmlns:a16="http://schemas.microsoft.com/office/drawing/2014/main" id="{E0EB99D6-33E0-442C-BD90-B33985A01CA3}"/>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506" name="文本框 505">
            <a:extLst>
              <a:ext uri="{FF2B5EF4-FFF2-40B4-BE49-F238E27FC236}">
                <a16:creationId xmlns:a16="http://schemas.microsoft.com/office/drawing/2014/main" id="{AFBCCE6B-C21A-4359-9525-E41661851CE6}"/>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507" name="组合 506">
            <a:extLst>
              <a:ext uri="{FF2B5EF4-FFF2-40B4-BE49-F238E27FC236}">
                <a16:creationId xmlns:a16="http://schemas.microsoft.com/office/drawing/2014/main" id="{C4F8B5E0-3A9E-43DC-9750-04C5C01D969D}"/>
              </a:ext>
            </a:extLst>
          </p:cNvPr>
          <p:cNvGrpSpPr/>
          <p:nvPr>
            <p:custDataLst>
              <p:tags r:id="rId1"/>
            </p:custDataLst>
          </p:nvPr>
        </p:nvGrpSpPr>
        <p:grpSpPr>
          <a:xfrm>
            <a:off x="4523741" y="2047924"/>
            <a:ext cx="5370513" cy="534987"/>
            <a:chOff x="3281952" y="1484784"/>
            <a:chExt cx="5370513" cy="534987"/>
          </a:xfrm>
        </p:grpSpPr>
        <p:grpSp>
          <p:nvGrpSpPr>
            <p:cNvPr id="508" name="组合 507">
              <a:extLst>
                <a:ext uri="{FF2B5EF4-FFF2-40B4-BE49-F238E27FC236}">
                  <a16:creationId xmlns:a16="http://schemas.microsoft.com/office/drawing/2014/main" id="{D0CD1FD4-E30B-4C04-ADA0-E00A723092D8}"/>
                </a:ext>
              </a:extLst>
            </p:cNvPr>
            <p:cNvGrpSpPr/>
            <p:nvPr/>
          </p:nvGrpSpPr>
          <p:grpSpPr>
            <a:xfrm>
              <a:off x="3943940" y="1484784"/>
              <a:ext cx="4708525" cy="534987"/>
              <a:chOff x="3943940" y="1626760"/>
              <a:chExt cx="4708525" cy="534987"/>
            </a:xfrm>
          </p:grpSpPr>
          <p:sp>
            <p:nvSpPr>
              <p:cNvPr id="512" name="Freeform 74">
                <a:extLst>
                  <a:ext uri="{FF2B5EF4-FFF2-40B4-BE49-F238E27FC236}">
                    <a16:creationId xmlns:a16="http://schemas.microsoft.com/office/drawing/2014/main" id="{134D63FA-7F97-4DC5-A1CC-DE424B1B768C}"/>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13" name="文本框 20">
                <a:extLst>
                  <a:ext uri="{FF2B5EF4-FFF2-40B4-BE49-F238E27FC236}">
                    <a16:creationId xmlns:a16="http://schemas.microsoft.com/office/drawing/2014/main" id="{F52D626D-9F1F-491D-86BE-C25C64971066}"/>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514" name="矩形 513">
                <a:extLst>
                  <a:ext uri="{FF2B5EF4-FFF2-40B4-BE49-F238E27FC236}">
                    <a16:creationId xmlns:a16="http://schemas.microsoft.com/office/drawing/2014/main" id="{3D285A3A-933C-4B17-9A33-1D437AF90F1B}"/>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15" name="直接连接符 514">
                <a:extLst>
                  <a:ext uri="{FF2B5EF4-FFF2-40B4-BE49-F238E27FC236}">
                    <a16:creationId xmlns:a16="http://schemas.microsoft.com/office/drawing/2014/main" id="{EF5D593A-ADFC-455F-8AAB-003B9E42C3C3}"/>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09" name="组合 508">
              <a:extLst>
                <a:ext uri="{FF2B5EF4-FFF2-40B4-BE49-F238E27FC236}">
                  <a16:creationId xmlns:a16="http://schemas.microsoft.com/office/drawing/2014/main" id="{1864DC6D-5AEC-4949-90DC-7620EC854008}"/>
                </a:ext>
              </a:extLst>
            </p:cNvPr>
            <p:cNvGrpSpPr/>
            <p:nvPr/>
          </p:nvGrpSpPr>
          <p:grpSpPr>
            <a:xfrm>
              <a:off x="3281952" y="1484784"/>
              <a:ext cx="689642" cy="534987"/>
              <a:chOff x="3281952" y="1626760"/>
              <a:chExt cx="689642" cy="534987"/>
            </a:xfrm>
          </p:grpSpPr>
          <p:sp>
            <p:nvSpPr>
              <p:cNvPr id="510" name="矩形 509">
                <a:extLst>
                  <a:ext uri="{FF2B5EF4-FFF2-40B4-BE49-F238E27FC236}">
                    <a16:creationId xmlns:a16="http://schemas.microsoft.com/office/drawing/2014/main" id="{02CA0AF2-F206-4FEB-A585-FAC07E799030}"/>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11" name="文本框 18">
                <a:extLst>
                  <a:ext uri="{FF2B5EF4-FFF2-40B4-BE49-F238E27FC236}">
                    <a16:creationId xmlns:a16="http://schemas.microsoft.com/office/drawing/2014/main" id="{B9FF2992-AC1D-4401-AAE7-A69E646B3D2F}"/>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516" name="组合 515">
            <a:extLst>
              <a:ext uri="{FF2B5EF4-FFF2-40B4-BE49-F238E27FC236}">
                <a16:creationId xmlns:a16="http://schemas.microsoft.com/office/drawing/2014/main" id="{84A838AD-CD74-4AE7-BA04-F6DBB95CCD2A}"/>
              </a:ext>
            </a:extLst>
          </p:cNvPr>
          <p:cNvGrpSpPr/>
          <p:nvPr>
            <p:custDataLst>
              <p:tags r:id="rId2"/>
            </p:custDataLst>
          </p:nvPr>
        </p:nvGrpSpPr>
        <p:grpSpPr>
          <a:xfrm>
            <a:off x="4503593" y="3688642"/>
            <a:ext cx="5372100" cy="534987"/>
            <a:chOff x="3261805" y="3188752"/>
            <a:chExt cx="5372100" cy="534987"/>
          </a:xfrm>
        </p:grpSpPr>
        <p:grpSp>
          <p:nvGrpSpPr>
            <p:cNvPr id="517" name="组合 516">
              <a:extLst>
                <a:ext uri="{FF2B5EF4-FFF2-40B4-BE49-F238E27FC236}">
                  <a16:creationId xmlns:a16="http://schemas.microsoft.com/office/drawing/2014/main" id="{DD2A4271-CF3A-4BF3-A9AC-D12549973C04}"/>
                </a:ext>
              </a:extLst>
            </p:cNvPr>
            <p:cNvGrpSpPr/>
            <p:nvPr/>
          </p:nvGrpSpPr>
          <p:grpSpPr>
            <a:xfrm>
              <a:off x="3261805" y="3188752"/>
              <a:ext cx="689593" cy="534987"/>
              <a:chOff x="3261805" y="3188752"/>
              <a:chExt cx="689593" cy="534987"/>
            </a:xfrm>
          </p:grpSpPr>
          <p:sp>
            <p:nvSpPr>
              <p:cNvPr id="523" name="矩形 522">
                <a:extLst>
                  <a:ext uri="{FF2B5EF4-FFF2-40B4-BE49-F238E27FC236}">
                    <a16:creationId xmlns:a16="http://schemas.microsoft.com/office/drawing/2014/main" id="{4EE51B82-A563-4EE6-BE8A-8040A42E59E7}"/>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24" name="文本框 86">
                <a:extLst>
                  <a:ext uri="{FF2B5EF4-FFF2-40B4-BE49-F238E27FC236}">
                    <a16:creationId xmlns:a16="http://schemas.microsoft.com/office/drawing/2014/main" id="{5ED9416D-199A-4636-8C28-E61818D0EB56}"/>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518" name="组合 517">
              <a:extLst>
                <a:ext uri="{FF2B5EF4-FFF2-40B4-BE49-F238E27FC236}">
                  <a16:creationId xmlns:a16="http://schemas.microsoft.com/office/drawing/2014/main" id="{C4AF836E-E7BE-4563-9AAA-2D60E7FA6DC1}"/>
                </a:ext>
              </a:extLst>
            </p:cNvPr>
            <p:cNvGrpSpPr/>
            <p:nvPr/>
          </p:nvGrpSpPr>
          <p:grpSpPr>
            <a:xfrm>
              <a:off x="3923792" y="3188752"/>
              <a:ext cx="4710113" cy="534987"/>
              <a:chOff x="3923792" y="3188752"/>
              <a:chExt cx="4710113" cy="534987"/>
            </a:xfrm>
          </p:grpSpPr>
          <p:sp>
            <p:nvSpPr>
              <p:cNvPr id="519" name="文本框 81">
                <a:extLst>
                  <a:ext uri="{FF2B5EF4-FFF2-40B4-BE49-F238E27FC236}">
                    <a16:creationId xmlns:a16="http://schemas.microsoft.com/office/drawing/2014/main" id="{2B3C1DB6-A8FF-42D6-AE3B-655420AE68FF}"/>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520" name="矩形 519">
                <a:extLst>
                  <a:ext uri="{FF2B5EF4-FFF2-40B4-BE49-F238E27FC236}">
                    <a16:creationId xmlns:a16="http://schemas.microsoft.com/office/drawing/2014/main" id="{39BA8051-DF84-4EB2-90D2-1E281C3262A4}"/>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1" name="直接连接符 520">
                <a:extLst>
                  <a:ext uri="{FF2B5EF4-FFF2-40B4-BE49-F238E27FC236}">
                    <a16:creationId xmlns:a16="http://schemas.microsoft.com/office/drawing/2014/main" id="{16C251FC-7268-4403-A8AE-D4894BF5926D}"/>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22" name="Freeform 71">
                <a:extLst>
                  <a:ext uri="{FF2B5EF4-FFF2-40B4-BE49-F238E27FC236}">
                    <a16:creationId xmlns:a16="http://schemas.microsoft.com/office/drawing/2014/main" id="{ED583CC2-5D27-4094-8CC5-ECE2010769B5}"/>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525" name="组合 524">
            <a:extLst>
              <a:ext uri="{FF2B5EF4-FFF2-40B4-BE49-F238E27FC236}">
                <a16:creationId xmlns:a16="http://schemas.microsoft.com/office/drawing/2014/main" id="{9F51C812-CC6C-4FD9-99FC-4348BA8C74AD}"/>
              </a:ext>
            </a:extLst>
          </p:cNvPr>
          <p:cNvGrpSpPr/>
          <p:nvPr>
            <p:custDataLst>
              <p:tags r:id="rId3"/>
            </p:custDataLst>
          </p:nvPr>
        </p:nvGrpSpPr>
        <p:grpSpPr>
          <a:xfrm>
            <a:off x="4503593" y="4509001"/>
            <a:ext cx="5372100" cy="534987"/>
            <a:chOff x="3261805" y="4046141"/>
            <a:chExt cx="5372100" cy="534987"/>
          </a:xfrm>
        </p:grpSpPr>
        <p:grpSp>
          <p:nvGrpSpPr>
            <p:cNvPr id="526" name="组合 525">
              <a:extLst>
                <a:ext uri="{FF2B5EF4-FFF2-40B4-BE49-F238E27FC236}">
                  <a16:creationId xmlns:a16="http://schemas.microsoft.com/office/drawing/2014/main" id="{4EBAED5E-AFC8-49A4-867D-E61816C657E7}"/>
                </a:ext>
              </a:extLst>
            </p:cNvPr>
            <p:cNvGrpSpPr/>
            <p:nvPr/>
          </p:nvGrpSpPr>
          <p:grpSpPr>
            <a:xfrm>
              <a:off x="3261805" y="4046141"/>
              <a:ext cx="689447" cy="534987"/>
              <a:chOff x="3261805" y="3969748"/>
              <a:chExt cx="689447" cy="534987"/>
            </a:xfrm>
          </p:grpSpPr>
          <p:sp>
            <p:nvSpPr>
              <p:cNvPr id="532" name="矩形 531">
                <a:extLst>
                  <a:ext uri="{FF2B5EF4-FFF2-40B4-BE49-F238E27FC236}">
                    <a16:creationId xmlns:a16="http://schemas.microsoft.com/office/drawing/2014/main" id="{0AD37FD8-2FE5-4443-9158-0641FECA672D}"/>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33" name="文本框 131">
                <a:extLst>
                  <a:ext uri="{FF2B5EF4-FFF2-40B4-BE49-F238E27FC236}">
                    <a16:creationId xmlns:a16="http://schemas.microsoft.com/office/drawing/2014/main" id="{45471F71-351E-4432-87C7-A08283FFDAF5}"/>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527" name="组合 526">
              <a:extLst>
                <a:ext uri="{FF2B5EF4-FFF2-40B4-BE49-F238E27FC236}">
                  <a16:creationId xmlns:a16="http://schemas.microsoft.com/office/drawing/2014/main" id="{04B8DA8C-88CE-4F66-A26A-BCB41C318861}"/>
                </a:ext>
              </a:extLst>
            </p:cNvPr>
            <p:cNvGrpSpPr/>
            <p:nvPr/>
          </p:nvGrpSpPr>
          <p:grpSpPr>
            <a:xfrm>
              <a:off x="3923792" y="4046141"/>
              <a:ext cx="4710113" cy="534987"/>
              <a:chOff x="3923792" y="3969748"/>
              <a:chExt cx="4710113" cy="534987"/>
            </a:xfrm>
          </p:grpSpPr>
          <p:sp>
            <p:nvSpPr>
              <p:cNvPr id="528" name="文本框 126">
                <a:extLst>
                  <a:ext uri="{FF2B5EF4-FFF2-40B4-BE49-F238E27FC236}">
                    <a16:creationId xmlns:a16="http://schemas.microsoft.com/office/drawing/2014/main" id="{AC4111AA-D3B0-4B5B-88D2-9F02478D3137}"/>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529" name="矩形 528">
                <a:extLst>
                  <a:ext uri="{FF2B5EF4-FFF2-40B4-BE49-F238E27FC236}">
                    <a16:creationId xmlns:a16="http://schemas.microsoft.com/office/drawing/2014/main" id="{22B8483A-1D6E-4779-B1D3-F24E06B0E491}"/>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30" name="直接连接符 529">
                <a:extLst>
                  <a:ext uri="{FF2B5EF4-FFF2-40B4-BE49-F238E27FC236}">
                    <a16:creationId xmlns:a16="http://schemas.microsoft.com/office/drawing/2014/main" id="{DBFB00E9-F273-402D-A99F-D71B8AB1FEB1}"/>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1" name="Freeform 306">
                <a:extLst>
                  <a:ext uri="{FF2B5EF4-FFF2-40B4-BE49-F238E27FC236}">
                    <a16:creationId xmlns:a16="http://schemas.microsoft.com/office/drawing/2014/main" id="{298BC56F-2B34-4573-B9AA-8E7FD94246C3}"/>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534" name="组合 533">
            <a:extLst>
              <a:ext uri="{FF2B5EF4-FFF2-40B4-BE49-F238E27FC236}">
                <a16:creationId xmlns:a16="http://schemas.microsoft.com/office/drawing/2014/main" id="{0175A34B-BDC0-4B2F-9161-49DF63DE2C3E}"/>
              </a:ext>
            </a:extLst>
          </p:cNvPr>
          <p:cNvGrpSpPr/>
          <p:nvPr>
            <p:custDataLst>
              <p:tags r:id="rId4"/>
            </p:custDataLst>
          </p:nvPr>
        </p:nvGrpSpPr>
        <p:grpSpPr>
          <a:xfrm>
            <a:off x="4517645" y="2868283"/>
            <a:ext cx="5370513" cy="534987"/>
            <a:chOff x="3275856" y="2348880"/>
            <a:chExt cx="5370513" cy="534987"/>
          </a:xfrm>
        </p:grpSpPr>
        <p:grpSp>
          <p:nvGrpSpPr>
            <p:cNvPr id="535" name="组合 534">
              <a:extLst>
                <a:ext uri="{FF2B5EF4-FFF2-40B4-BE49-F238E27FC236}">
                  <a16:creationId xmlns:a16="http://schemas.microsoft.com/office/drawing/2014/main" id="{B1BD14E7-09FB-415A-8106-72A17E16AD8C}"/>
                </a:ext>
              </a:extLst>
            </p:cNvPr>
            <p:cNvGrpSpPr/>
            <p:nvPr/>
          </p:nvGrpSpPr>
          <p:grpSpPr>
            <a:xfrm>
              <a:off x="3275856" y="2348880"/>
              <a:ext cx="689474" cy="534987"/>
              <a:chOff x="3275856" y="2407756"/>
              <a:chExt cx="689474" cy="534987"/>
            </a:xfrm>
          </p:grpSpPr>
          <p:sp>
            <p:nvSpPr>
              <p:cNvPr id="541" name="矩形 540">
                <a:extLst>
                  <a:ext uri="{FF2B5EF4-FFF2-40B4-BE49-F238E27FC236}">
                    <a16:creationId xmlns:a16="http://schemas.microsoft.com/office/drawing/2014/main" id="{79B45DDA-D399-4C5D-88A9-21BE3E793D65}"/>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2" name="文本框 78">
                <a:extLst>
                  <a:ext uri="{FF2B5EF4-FFF2-40B4-BE49-F238E27FC236}">
                    <a16:creationId xmlns:a16="http://schemas.microsoft.com/office/drawing/2014/main" id="{188CC224-E380-4AA3-97AF-10667293B89F}"/>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536" name="组合 535">
              <a:extLst>
                <a:ext uri="{FF2B5EF4-FFF2-40B4-BE49-F238E27FC236}">
                  <a16:creationId xmlns:a16="http://schemas.microsoft.com/office/drawing/2014/main" id="{1BA57E98-FEDB-43F7-A470-C072DCA8281F}"/>
                </a:ext>
              </a:extLst>
            </p:cNvPr>
            <p:cNvGrpSpPr/>
            <p:nvPr/>
          </p:nvGrpSpPr>
          <p:grpSpPr>
            <a:xfrm>
              <a:off x="3937844" y="2348880"/>
              <a:ext cx="4708525" cy="534987"/>
              <a:chOff x="3937844" y="2407756"/>
              <a:chExt cx="4708525" cy="534987"/>
            </a:xfrm>
          </p:grpSpPr>
          <p:sp>
            <p:nvSpPr>
              <p:cNvPr id="537" name="文本框 73">
                <a:extLst>
                  <a:ext uri="{FF2B5EF4-FFF2-40B4-BE49-F238E27FC236}">
                    <a16:creationId xmlns:a16="http://schemas.microsoft.com/office/drawing/2014/main" id="{B0D290E4-AE9D-4DDE-9883-0EADCD066FFE}"/>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538" name="矩形 537">
                <a:extLst>
                  <a:ext uri="{FF2B5EF4-FFF2-40B4-BE49-F238E27FC236}">
                    <a16:creationId xmlns:a16="http://schemas.microsoft.com/office/drawing/2014/main" id="{7098D5A6-8EA7-45F2-BAEC-EE8F975AD253}"/>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39" name="直接连接符 538">
                <a:extLst>
                  <a:ext uri="{FF2B5EF4-FFF2-40B4-BE49-F238E27FC236}">
                    <a16:creationId xmlns:a16="http://schemas.microsoft.com/office/drawing/2014/main" id="{BBA5EAED-0674-419A-89C1-679D1D85F1EA}"/>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40" name="Freeform 30">
                <a:extLst>
                  <a:ext uri="{FF2B5EF4-FFF2-40B4-BE49-F238E27FC236}">
                    <a16:creationId xmlns:a16="http://schemas.microsoft.com/office/drawing/2014/main" id="{6E71CFC7-C54A-4EE2-931F-62EBB9B6BE18}"/>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sp>
        <p:nvSpPr>
          <p:cNvPr id="8" name="文本框 7"/>
          <p:cNvSpPr txBox="1"/>
          <p:nvPr/>
        </p:nvSpPr>
        <p:spPr>
          <a:xfrm>
            <a:off x="300000" y="1136444"/>
            <a:ext cx="11592000" cy="5028556"/>
          </a:xfrm>
          <a:prstGeom prst="rect">
            <a:avLst/>
          </a:prstGeom>
          <a:noFill/>
          <a:ln>
            <a:solidFill>
              <a:srgbClr val="0174AB"/>
            </a:solidFill>
          </a:ln>
        </p:spPr>
        <p:txBody>
          <a:bodyPr wrap="square" rtlCol="0">
            <a:spAutoFit/>
          </a:bodyPr>
          <a:lstStyle/>
          <a:p>
            <a:pPr>
              <a:lnSpc>
                <a:spcPct val="150000"/>
              </a:lnSpc>
            </a:pPr>
            <a:r>
              <a:rPr lang="en-US" altLang="zh-CN" b="1" dirty="0">
                <a:latin typeface="Times New Roman" panose="02020603050405020304" pitchFamily="18" charset="0"/>
                <a:ea typeface="微软雅黑" panose="020B0503020204020204" charset="-122"/>
                <a:cs typeface="Times New Roman" panose="02020603050405020304" pitchFamily="18" charset="0"/>
              </a:rPr>
              <a:t>Gas‑insulated switchgear</a:t>
            </a:r>
            <a:r>
              <a:rPr lang="en-US" altLang="zh-CN" dirty="0">
                <a:latin typeface="Times New Roman" panose="02020603050405020304" pitchFamily="18" charset="0"/>
                <a:ea typeface="微软雅黑" panose="020B0503020204020204" charset="-122"/>
                <a:cs typeface="Times New Roman" panose="02020603050405020304" pitchFamily="18" charset="0"/>
              </a:rPr>
              <a:t> (GIS) is a critical component in modern power systems due to its compact design, environmental compatibility, high reliability, and long maintenance intervals. However, </a:t>
            </a:r>
            <a:r>
              <a:rPr lang="en-US" altLang="zh-CN" b="1" dirty="0">
                <a:latin typeface="Times New Roman" panose="02020603050405020304" pitchFamily="18" charset="0"/>
                <a:ea typeface="微软雅黑" panose="020B0503020204020204" charset="-122"/>
                <a:cs typeface="Times New Roman" panose="02020603050405020304" pitchFamily="18" charset="0"/>
              </a:rPr>
              <a:t>partial discharge</a:t>
            </a:r>
            <a:r>
              <a:rPr lang="en-US" altLang="zh-CN" dirty="0">
                <a:latin typeface="Times New Roman" panose="02020603050405020304" pitchFamily="18" charset="0"/>
                <a:ea typeface="微软雅黑" panose="020B0503020204020204" charset="-122"/>
                <a:cs typeface="Times New Roman" panose="02020603050405020304" pitchFamily="18" charset="0"/>
              </a:rPr>
              <a:t> (PD) is almost inevitable throughout the GIS lifecycle — from design and manufacturing to operation. </a:t>
            </a:r>
            <a:r>
              <a:rPr lang="en-US" altLang="zh-CN" b="1" dirty="0">
                <a:latin typeface="Times New Roman" panose="02020603050405020304" pitchFamily="18" charset="0"/>
                <a:ea typeface="微软雅黑" panose="020B0503020204020204" charset="-122"/>
                <a:cs typeface="Times New Roman" panose="02020603050405020304" pitchFamily="18" charset="0"/>
              </a:rPr>
              <a:t>Persistent PD can degrade insulation, leading to flashovers, breakdowns, or even catastrophic failures, posing safety risks and economic losses. </a:t>
            </a:r>
            <a:r>
              <a:rPr lang="en-US" altLang="zh-CN" dirty="0">
                <a:latin typeface="Times New Roman" panose="02020603050405020304" pitchFamily="18" charset="0"/>
                <a:ea typeface="微软雅黑" panose="020B0503020204020204" charset="-122"/>
                <a:cs typeface="Times New Roman" panose="02020603050405020304" pitchFamily="18" charset="0"/>
              </a:rPr>
              <a:t>Accurate diagnosis of PD caused by insulation defects is therefore essential to ensure GIS reliability.</a:t>
            </a:r>
          </a:p>
          <a:p>
            <a:pPr>
              <a:lnSpc>
                <a:spcPct val="150000"/>
              </a:lnSpc>
            </a:pPr>
            <a:r>
              <a:rPr lang="en-US" altLang="zh-CN" dirty="0">
                <a:latin typeface="Times New Roman" panose="02020603050405020304" pitchFamily="18" charset="0"/>
                <a:ea typeface="微软雅黑" panose="020B0503020204020204" charset="-122"/>
                <a:cs typeface="Times New Roman" panose="02020603050405020304" pitchFamily="18" charset="0"/>
              </a:rPr>
              <a:t>Convolutional neural networks (CNNs) and long short-term memory networks, using </a:t>
            </a:r>
            <a:r>
              <a:rPr lang="en-US" altLang="zh-CN" dirty="0">
                <a:solidFill>
                  <a:srgbClr val="FF0000"/>
                </a:solidFill>
                <a:latin typeface="Times New Roman" panose="02020603050405020304" pitchFamily="18" charset="0"/>
                <a:ea typeface="微软雅黑" panose="020B0503020204020204" charset="-122"/>
                <a:cs typeface="Times New Roman" panose="02020603050405020304" pitchFamily="18" charset="0"/>
              </a:rPr>
              <a:t>ultrahigh-frequency</a:t>
            </a:r>
            <a:r>
              <a:rPr lang="en-US" altLang="zh-CN" dirty="0">
                <a:latin typeface="Times New Roman" panose="02020603050405020304" pitchFamily="18" charset="0"/>
                <a:ea typeface="微软雅黑" panose="020B0503020204020204" charset="-122"/>
                <a:cs typeface="Times New Roman" panose="02020603050405020304" pitchFamily="18" charset="0"/>
              </a:rPr>
              <a:t> (UHF) or </a:t>
            </a:r>
            <a:r>
              <a:rPr lang="en-US" altLang="zh-CN" dirty="0">
                <a:solidFill>
                  <a:srgbClr val="FF0000"/>
                </a:solidFill>
                <a:latin typeface="Times New Roman" panose="02020603050405020304" pitchFamily="18" charset="0"/>
                <a:ea typeface="微软雅黑" panose="020B0503020204020204" charset="-122"/>
                <a:cs typeface="Times New Roman" panose="02020603050405020304" pitchFamily="18" charset="0"/>
              </a:rPr>
              <a:t>acoustic emission</a:t>
            </a:r>
            <a:r>
              <a:rPr lang="en-US" altLang="zh-CN" dirty="0">
                <a:latin typeface="Times New Roman" panose="02020603050405020304" pitchFamily="18" charset="0"/>
                <a:ea typeface="微软雅黑" panose="020B0503020204020204" charset="-122"/>
                <a:cs typeface="Times New Roman" panose="02020603050405020304" pitchFamily="18" charset="0"/>
              </a:rPr>
              <a:t> (AE) signals, have shown strong capability in extracting spatial and temporal features of PD. However, their dependence on </a:t>
            </a:r>
            <a:r>
              <a:rPr lang="en-US" altLang="zh-CN" b="1" dirty="0">
                <a:latin typeface="Times New Roman" panose="02020603050405020304" pitchFamily="18" charset="0"/>
                <a:ea typeface="微软雅黑" panose="020B0503020204020204" charset="-122"/>
                <a:cs typeface="Times New Roman" panose="02020603050405020304" pitchFamily="18" charset="0"/>
              </a:rPr>
              <a:t>single-sensor data</a:t>
            </a:r>
            <a:r>
              <a:rPr lang="en-US" altLang="zh-CN" dirty="0">
                <a:latin typeface="Times New Roman" panose="02020603050405020304" pitchFamily="18" charset="0"/>
                <a:ea typeface="微软雅黑" panose="020B0503020204020204" charset="-122"/>
                <a:cs typeface="Times New Roman" panose="02020603050405020304" pitchFamily="18" charset="0"/>
              </a:rPr>
              <a:t> makes them </a:t>
            </a:r>
            <a:r>
              <a:rPr lang="en-US" altLang="zh-CN" b="1" dirty="0">
                <a:latin typeface="Times New Roman" panose="02020603050405020304" pitchFamily="18" charset="0"/>
                <a:ea typeface="微软雅黑" panose="020B0503020204020204" charset="-122"/>
                <a:cs typeface="Times New Roman" panose="02020603050405020304" pitchFamily="18" charset="0"/>
              </a:rPr>
              <a:t>vulnerable</a:t>
            </a:r>
            <a:r>
              <a:rPr lang="en-US" altLang="zh-CN" dirty="0">
                <a:latin typeface="Times New Roman" panose="02020603050405020304" pitchFamily="18" charset="0"/>
                <a:ea typeface="微软雅黑" panose="020B0503020204020204" charset="-122"/>
                <a:cs typeface="Times New Roman" panose="02020603050405020304" pitchFamily="18" charset="0"/>
              </a:rPr>
              <a:t> to electromagnetic interference in on-site environments, often resulting in </a:t>
            </a:r>
            <a:r>
              <a:rPr lang="en-US" altLang="zh-CN" b="1" dirty="0">
                <a:latin typeface="Times New Roman" panose="02020603050405020304" pitchFamily="18" charset="0"/>
                <a:ea typeface="微软雅黑" panose="020B0503020204020204" charset="-122"/>
                <a:cs typeface="Times New Roman" panose="02020603050405020304" pitchFamily="18" charset="0"/>
              </a:rPr>
              <a:t>false alarms</a:t>
            </a:r>
            <a:r>
              <a:rPr lang="en-US" altLang="zh-CN" dirty="0">
                <a:latin typeface="Times New Roman" panose="02020603050405020304" pitchFamily="18" charset="0"/>
                <a:ea typeface="微软雅黑" panose="020B0503020204020204" charset="-122"/>
                <a:cs typeface="Times New Roman" panose="02020603050405020304" pitchFamily="18" charset="0"/>
              </a:rPr>
              <a:t>.</a:t>
            </a:r>
          </a:p>
          <a:p>
            <a:pPr>
              <a:lnSpc>
                <a:spcPct val="150000"/>
              </a:lnSpc>
            </a:pPr>
            <a:r>
              <a:rPr lang="en-US" altLang="zh-CN" b="1" dirty="0" err="1">
                <a:latin typeface="Times New Roman" panose="02020603050405020304" pitchFamily="18" charset="0"/>
                <a:ea typeface="微软雅黑" panose="020B0503020204020204" charset="-122"/>
                <a:cs typeface="Times New Roman" panose="02020603050405020304" pitchFamily="18" charset="0"/>
              </a:rPr>
              <a:t>Multisensor</a:t>
            </a:r>
            <a:r>
              <a:rPr lang="en-US" altLang="zh-CN" b="1" dirty="0">
                <a:latin typeface="Times New Roman" panose="02020603050405020304" pitchFamily="18" charset="0"/>
                <a:ea typeface="微软雅黑" panose="020B0503020204020204" charset="-122"/>
                <a:cs typeface="Times New Roman" panose="02020603050405020304" pitchFamily="18" charset="0"/>
              </a:rPr>
              <a:t> fusion </a:t>
            </a:r>
            <a:r>
              <a:rPr lang="en-US" altLang="zh-CN" dirty="0">
                <a:latin typeface="Times New Roman" panose="02020603050405020304" pitchFamily="18" charset="0"/>
                <a:ea typeface="微软雅黑" panose="020B0503020204020204" charset="-122"/>
                <a:cs typeface="Times New Roman" panose="02020603050405020304" pitchFamily="18" charset="0"/>
              </a:rPr>
              <a:t>techniques combining UHF, AE, and </a:t>
            </a:r>
            <a:r>
              <a:rPr lang="en-US" altLang="zh-CN" dirty="0">
                <a:solidFill>
                  <a:srgbClr val="FF0000"/>
                </a:solidFill>
                <a:latin typeface="Times New Roman" panose="02020603050405020304" pitchFamily="18" charset="0"/>
                <a:ea typeface="微软雅黑" panose="020B0503020204020204" charset="-122"/>
                <a:cs typeface="Times New Roman" panose="02020603050405020304" pitchFamily="18" charset="0"/>
              </a:rPr>
              <a:t>chemical emission</a:t>
            </a:r>
            <a:r>
              <a:rPr lang="en-US" altLang="zh-CN" dirty="0">
                <a:latin typeface="Times New Roman" panose="02020603050405020304" pitchFamily="18" charset="0"/>
                <a:ea typeface="微软雅黑" panose="020B0503020204020204" charset="-122"/>
                <a:cs typeface="Times New Roman" panose="02020603050405020304" pitchFamily="18" charset="0"/>
              </a:rPr>
              <a:t> (CE) have gained attention. Unlike single-stage fusion schemes that directly mix modalities, the proposed structure decomposes fusion into homogeneous-level aggregation and heterogeneous-level integration, following the signal formation characteristics of UHF, AE, and chemical sensors.</a:t>
            </a:r>
          </a:p>
        </p:txBody>
      </p:sp>
      <p:grpSp>
        <p:nvGrpSpPr>
          <p:cNvPr id="12" name="组合 11">
            <a:extLst>
              <a:ext uri="{FF2B5EF4-FFF2-40B4-BE49-F238E27FC236}">
                <a16:creationId xmlns:a16="http://schemas.microsoft.com/office/drawing/2014/main" id="{B3D504FC-B94B-34A9-C57E-EABA3BB588B1}"/>
              </a:ext>
            </a:extLst>
          </p:cNvPr>
          <p:cNvGrpSpPr/>
          <p:nvPr/>
        </p:nvGrpSpPr>
        <p:grpSpPr>
          <a:xfrm>
            <a:off x="-1" y="6553200"/>
            <a:ext cx="12192001" cy="304800"/>
            <a:chOff x="0" y="6569404"/>
            <a:chExt cx="9144000" cy="288000"/>
          </a:xfrm>
        </p:grpSpPr>
        <p:sp>
          <p:nvSpPr>
            <p:cNvPr id="13" name="矩形 12">
              <a:extLst>
                <a:ext uri="{FF2B5EF4-FFF2-40B4-BE49-F238E27FC236}">
                  <a16:creationId xmlns:a16="http://schemas.microsoft.com/office/drawing/2014/main" id="{0C6BBDF2-F269-B403-47CD-29FA3778789F}"/>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3D2E518D-2FCF-7337-53FF-CB9051F6AB3E}"/>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a:extLst>
              <a:ext uri="{FF2B5EF4-FFF2-40B4-BE49-F238E27FC236}">
                <a16:creationId xmlns:a16="http://schemas.microsoft.com/office/drawing/2014/main" id="{825F8F2F-6559-7B21-D188-FDF2FAD27ABC}"/>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6</a:t>
            </a:fld>
            <a:endParaRPr lang="zh-HK" altLang="en-US" sz="1600" dirty="0">
              <a:solidFill>
                <a:schemeClr val="bg1"/>
              </a:solidFill>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8FB0D72E-457E-9C06-2C62-E71E28E6B686}"/>
              </a:ext>
            </a:extLst>
          </p:cNvPr>
          <p:cNvGrpSpPr/>
          <p:nvPr/>
        </p:nvGrpSpPr>
        <p:grpSpPr>
          <a:xfrm>
            <a:off x="-1" y="6553200"/>
            <a:ext cx="12192001" cy="304800"/>
            <a:chOff x="0" y="6569404"/>
            <a:chExt cx="9144000" cy="288000"/>
          </a:xfrm>
        </p:grpSpPr>
        <p:sp>
          <p:nvSpPr>
            <p:cNvPr id="4" name="矩形 3">
              <a:extLst>
                <a:ext uri="{FF2B5EF4-FFF2-40B4-BE49-F238E27FC236}">
                  <a16:creationId xmlns:a16="http://schemas.microsoft.com/office/drawing/2014/main" id="{CC340ECA-4089-9826-5C91-D07FFEAA5781}"/>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DD9F51C0-1ACD-5028-2033-DAF07B9362C5}"/>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 name="灯片编号占位符 5">
            <a:extLst>
              <a:ext uri="{FF2B5EF4-FFF2-40B4-BE49-F238E27FC236}">
                <a16:creationId xmlns:a16="http://schemas.microsoft.com/office/drawing/2014/main" id="{FC92BE74-AC5C-18C2-3B79-8542FC4C0B20}"/>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7</a:t>
            </a:fld>
            <a:endParaRPr lang="zh-HK" altLang="en-US" sz="1600" dirty="0">
              <a:solidFill>
                <a:schemeClr val="bg1"/>
              </a:solidFill>
            </a:endParaRPr>
          </a:p>
        </p:txBody>
      </p:sp>
      <p:pic>
        <p:nvPicPr>
          <p:cNvPr id="7" name="图片 6">
            <a:extLst>
              <a:ext uri="{FF2B5EF4-FFF2-40B4-BE49-F238E27FC236}">
                <a16:creationId xmlns:a16="http://schemas.microsoft.com/office/drawing/2014/main" id="{98044630-4AFA-1AFF-86C6-56E24AB9DF1E}"/>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55" name="组合 18">
            <a:extLst>
              <a:ext uri="{FF2B5EF4-FFF2-40B4-BE49-F238E27FC236}">
                <a16:creationId xmlns:a16="http://schemas.microsoft.com/office/drawing/2014/main" id="{0F82D52C-F6C0-4AFC-8CAE-ADC1D9BD9817}"/>
              </a:ext>
            </a:extLst>
          </p:cNvPr>
          <p:cNvGrpSpPr/>
          <p:nvPr/>
        </p:nvGrpSpPr>
        <p:grpSpPr bwMode="auto">
          <a:xfrm>
            <a:off x="2409457" y="2650330"/>
            <a:ext cx="1505450" cy="1479472"/>
            <a:chOff x="1709739" y="2636838"/>
            <a:chExt cx="1590160" cy="1584325"/>
          </a:xfrm>
          <a:solidFill>
            <a:srgbClr val="044875"/>
          </a:solidFill>
        </p:grpSpPr>
        <p:sp>
          <p:nvSpPr>
            <p:cNvPr id="59" name="Freeform 6">
              <a:extLst>
                <a:ext uri="{FF2B5EF4-FFF2-40B4-BE49-F238E27FC236}">
                  <a16:creationId xmlns:a16="http://schemas.microsoft.com/office/drawing/2014/main" id="{94F52977-7D3F-4CD8-9020-4BD991209C4E}"/>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3" name="Freeform 7">
              <a:extLst>
                <a:ext uri="{FF2B5EF4-FFF2-40B4-BE49-F238E27FC236}">
                  <a16:creationId xmlns:a16="http://schemas.microsoft.com/office/drawing/2014/main" id="{34C17D31-FC94-4792-8327-91DBC9423172}"/>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6" name="Freeform 8">
              <a:extLst>
                <a:ext uri="{FF2B5EF4-FFF2-40B4-BE49-F238E27FC236}">
                  <a16:creationId xmlns:a16="http://schemas.microsoft.com/office/drawing/2014/main" id="{179AD212-3DC7-4842-8DBF-923E6D177812}"/>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7" name="Freeform 9">
              <a:extLst>
                <a:ext uri="{FF2B5EF4-FFF2-40B4-BE49-F238E27FC236}">
                  <a16:creationId xmlns:a16="http://schemas.microsoft.com/office/drawing/2014/main" id="{28E72CCB-C2A0-4D6C-95E1-84C959FA85F9}"/>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8" name="Freeform 10">
              <a:extLst>
                <a:ext uri="{FF2B5EF4-FFF2-40B4-BE49-F238E27FC236}">
                  <a16:creationId xmlns:a16="http://schemas.microsoft.com/office/drawing/2014/main" id="{C6B47A17-BD05-4A83-A794-3AA5422D5C5A}"/>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11">
              <a:extLst>
                <a:ext uri="{FF2B5EF4-FFF2-40B4-BE49-F238E27FC236}">
                  <a16:creationId xmlns:a16="http://schemas.microsoft.com/office/drawing/2014/main" id="{738B0A14-742B-4272-8684-7C1305260D33}"/>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12">
              <a:extLst>
                <a:ext uri="{FF2B5EF4-FFF2-40B4-BE49-F238E27FC236}">
                  <a16:creationId xmlns:a16="http://schemas.microsoft.com/office/drawing/2014/main" id="{26B9E863-86FF-4894-B20A-28DE94E405CB}"/>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1" name="Freeform 13">
              <a:extLst>
                <a:ext uri="{FF2B5EF4-FFF2-40B4-BE49-F238E27FC236}">
                  <a16:creationId xmlns:a16="http://schemas.microsoft.com/office/drawing/2014/main" id="{5205E6C5-9099-44C2-9517-FA58BCEA094C}"/>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2" name="Freeform 14">
              <a:extLst>
                <a:ext uri="{FF2B5EF4-FFF2-40B4-BE49-F238E27FC236}">
                  <a16:creationId xmlns:a16="http://schemas.microsoft.com/office/drawing/2014/main" id="{991E2DD9-E65F-44BE-A9D1-1D99BA7D9C68}"/>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3" name="文本框 72">
            <a:extLst>
              <a:ext uri="{FF2B5EF4-FFF2-40B4-BE49-F238E27FC236}">
                <a16:creationId xmlns:a16="http://schemas.microsoft.com/office/drawing/2014/main" id="{6C66DD8C-9F98-4D97-AE05-2502D5DD3ECE}"/>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4" name="组合 73">
            <a:extLst>
              <a:ext uri="{FF2B5EF4-FFF2-40B4-BE49-F238E27FC236}">
                <a16:creationId xmlns:a16="http://schemas.microsoft.com/office/drawing/2014/main" id="{B1F6A8BA-4B04-437D-9335-609338409BAC}"/>
              </a:ext>
            </a:extLst>
          </p:cNvPr>
          <p:cNvGrpSpPr/>
          <p:nvPr>
            <p:custDataLst>
              <p:tags r:id="rId1"/>
            </p:custDataLst>
          </p:nvPr>
        </p:nvGrpSpPr>
        <p:grpSpPr>
          <a:xfrm>
            <a:off x="4523741" y="2047924"/>
            <a:ext cx="5370513" cy="534987"/>
            <a:chOff x="3281952" y="1484784"/>
            <a:chExt cx="5370513" cy="534987"/>
          </a:xfrm>
        </p:grpSpPr>
        <p:grpSp>
          <p:nvGrpSpPr>
            <p:cNvPr id="75" name="组合 74">
              <a:extLst>
                <a:ext uri="{FF2B5EF4-FFF2-40B4-BE49-F238E27FC236}">
                  <a16:creationId xmlns:a16="http://schemas.microsoft.com/office/drawing/2014/main" id="{64ED1BB8-4C04-43ED-BB92-AC9ED2CF0C82}"/>
                </a:ext>
              </a:extLst>
            </p:cNvPr>
            <p:cNvGrpSpPr/>
            <p:nvPr/>
          </p:nvGrpSpPr>
          <p:grpSpPr>
            <a:xfrm>
              <a:off x="3943940" y="1484784"/>
              <a:ext cx="4708525" cy="534987"/>
              <a:chOff x="3943940" y="1626760"/>
              <a:chExt cx="4708525" cy="534987"/>
            </a:xfrm>
          </p:grpSpPr>
          <p:sp>
            <p:nvSpPr>
              <p:cNvPr id="79" name="Freeform 74">
                <a:extLst>
                  <a:ext uri="{FF2B5EF4-FFF2-40B4-BE49-F238E27FC236}">
                    <a16:creationId xmlns:a16="http://schemas.microsoft.com/office/drawing/2014/main" id="{CC70BC50-C439-41A4-82F3-198EF492906E}"/>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80" name="文本框 20">
                <a:extLst>
                  <a:ext uri="{FF2B5EF4-FFF2-40B4-BE49-F238E27FC236}">
                    <a16:creationId xmlns:a16="http://schemas.microsoft.com/office/drawing/2014/main" id="{892A6CB2-8E97-43C9-B050-B53E6A327668}"/>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81" name="矩形 80">
                <a:extLst>
                  <a:ext uri="{FF2B5EF4-FFF2-40B4-BE49-F238E27FC236}">
                    <a16:creationId xmlns:a16="http://schemas.microsoft.com/office/drawing/2014/main" id="{1DE279A7-AAF6-412E-85F4-DCBC5E38B09D}"/>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2" name="直接连接符 81">
                <a:extLst>
                  <a:ext uri="{FF2B5EF4-FFF2-40B4-BE49-F238E27FC236}">
                    <a16:creationId xmlns:a16="http://schemas.microsoft.com/office/drawing/2014/main" id="{8E78F919-268B-42DC-8AC4-C19616C11FE4}"/>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6" name="组合 75">
              <a:extLst>
                <a:ext uri="{FF2B5EF4-FFF2-40B4-BE49-F238E27FC236}">
                  <a16:creationId xmlns:a16="http://schemas.microsoft.com/office/drawing/2014/main" id="{15C21C36-0FFF-46DF-8031-21A402A9E0E7}"/>
                </a:ext>
              </a:extLst>
            </p:cNvPr>
            <p:cNvGrpSpPr/>
            <p:nvPr/>
          </p:nvGrpSpPr>
          <p:grpSpPr>
            <a:xfrm>
              <a:off x="3281952" y="1484784"/>
              <a:ext cx="689642" cy="534987"/>
              <a:chOff x="3281952" y="1626760"/>
              <a:chExt cx="689642" cy="534987"/>
            </a:xfrm>
          </p:grpSpPr>
          <p:sp>
            <p:nvSpPr>
              <p:cNvPr id="77" name="矩形 76">
                <a:extLst>
                  <a:ext uri="{FF2B5EF4-FFF2-40B4-BE49-F238E27FC236}">
                    <a16:creationId xmlns:a16="http://schemas.microsoft.com/office/drawing/2014/main" id="{651F61DA-0BFF-413A-853C-342C301F4D9C}"/>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8" name="文本框 18">
                <a:extLst>
                  <a:ext uri="{FF2B5EF4-FFF2-40B4-BE49-F238E27FC236}">
                    <a16:creationId xmlns:a16="http://schemas.microsoft.com/office/drawing/2014/main" id="{C8092928-AB26-4DF3-8F9B-2DBE704919ED}"/>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3" name="组合 82">
            <a:extLst>
              <a:ext uri="{FF2B5EF4-FFF2-40B4-BE49-F238E27FC236}">
                <a16:creationId xmlns:a16="http://schemas.microsoft.com/office/drawing/2014/main" id="{A8300395-0A39-4501-B68A-8E29FA7D4F90}"/>
              </a:ext>
            </a:extLst>
          </p:cNvPr>
          <p:cNvGrpSpPr/>
          <p:nvPr>
            <p:custDataLst>
              <p:tags r:id="rId2"/>
            </p:custDataLst>
          </p:nvPr>
        </p:nvGrpSpPr>
        <p:grpSpPr>
          <a:xfrm>
            <a:off x="4503593" y="3688642"/>
            <a:ext cx="5372100" cy="534987"/>
            <a:chOff x="3261805" y="3188752"/>
            <a:chExt cx="5372100" cy="534987"/>
          </a:xfrm>
        </p:grpSpPr>
        <p:grpSp>
          <p:nvGrpSpPr>
            <p:cNvPr id="84" name="组合 83">
              <a:extLst>
                <a:ext uri="{FF2B5EF4-FFF2-40B4-BE49-F238E27FC236}">
                  <a16:creationId xmlns:a16="http://schemas.microsoft.com/office/drawing/2014/main" id="{B7C17D15-2E7E-449C-81CB-0BBB227347D1}"/>
                </a:ext>
              </a:extLst>
            </p:cNvPr>
            <p:cNvGrpSpPr/>
            <p:nvPr/>
          </p:nvGrpSpPr>
          <p:grpSpPr>
            <a:xfrm>
              <a:off x="3261805" y="3188752"/>
              <a:ext cx="689593" cy="534987"/>
              <a:chOff x="3261805" y="3188752"/>
              <a:chExt cx="689593" cy="534987"/>
            </a:xfrm>
          </p:grpSpPr>
          <p:sp>
            <p:nvSpPr>
              <p:cNvPr id="100" name="矩形 99">
                <a:extLst>
                  <a:ext uri="{FF2B5EF4-FFF2-40B4-BE49-F238E27FC236}">
                    <a16:creationId xmlns:a16="http://schemas.microsoft.com/office/drawing/2014/main" id="{2A7E907C-0CDF-4564-9333-1A24526BA182}"/>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1" name="文本框 86">
                <a:extLst>
                  <a:ext uri="{FF2B5EF4-FFF2-40B4-BE49-F238E27FC236}">
                    <a16:creationId xmlns:a16="http://schemas.microsoft.com/office/drawing/2014/main" id="{EA342509-A657-478D-BC26-C4A279A271BA}"/>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85" name="组合 84">
              <a:extLst>
                <a:ext uri="{FF2B5EF4-FFF2-40B4-BE49-F238E27FC236}">
                  <a16:creationId xmlns:a16="http://schemas.microsoft.com/office/drawing/2014/main" id="{12D48083-A106-4461-A163-D21D6F839D5A}"/>
                </a:ext>
              </a:extLst>
            </p:cNvPr>
            <p:cNvGrpSpPr/>
            <p:nvPr/>
          </p:nvGrpSpPr>
          <p:grpSpPr>
            <a:xfrm>
              <a:off x="3923792" y="3188752"/>
              <a:ext cx="4710113" cy="534987"/>
              <a:chOff x="3923792" y="3188752"/>
              <a:chExt cx="4710113" cy="534987"/>
            </a:xfrm>
          </p:grpSpPr>
          <p:sp>
            <p:nvSpPr>
              <p:cNvPr id="87" name="文本框 81">
                <a:extLst>
                  <a:ext uri="{FF2B5EF4-FFF2-40B4-BE49-F238E27FC236}">
                    <a16:creationId xmlns:a16="http://schemas.microsoft.com/office/drawing/2014/main" id="{A51022DC-A596-42FC-86E1-B4E6970B3FB3}"/>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91" name="矩形 90">
                <a:extLst>
                  <a:ext uri="{FF2B5EF4-FFF2-40B4-BE49-F238E27FC236}">
                    <a16:creationId xmlns:a16="http://schemas.microsoft.com/office/drawing/2014/main" id="{82ECC155-BFBC-4A56-BC57-F53576A95C71}"/>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5" name="直接连接符 94">
                <a:extLst>
                  <a:ext uri="{FF2B5EF4-FFF2-40B4-BE49-F238E27FC236}">
                    <a16:creationId xmlns:a16="http://schemas.microsoft.com/office/drawing/2014/main" id="{473BBAFE-1FFC-420B-9B16-08B4AB5DF28C}"/>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9" name="Freeform 71">
                <a:extLst>
                  <a:ext uri="{FF2B5EF4-FFF2-40B4-BE49-F238E27FC236}">
                    <a16:creationId xmlns:a16="http://schemas.microsoft.com/office/drawing/2014/main" id="{636C5C65-C70F-491E-A7C2-F6BE3CE647D2}"/>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2" name="组合 101">
            <a:extLst>
              <a:ext uri="{FF2B5EF4-FFF2-40B4-BE49-F238E27FC236}">
                <a16:creationId xmlns:a16="http://schemas.microsoft.com/office/drawing/2014/main" id="{BE0A1940-40B4-43B8-9259-555C01927DFF}"/>
              </a:ext>
            </a:extLst>
          </p:cNvPr>
          <p:cNvGrpSpPr/>
          <p:nvPr>
            <p:custDataLst>
              <p:tags r:id="rId3"/>
            </p:custDataLst>
          </p:nvPr>
        </p:nvGrpSpPr>
        <p:grpSpPr>
          <a:xfrm>
            <a:off x="4503593" y="4509001"/>
            <a:ext cx="5372100" cy="534987"/>
            <a:chOff x="3261805" y="4046141"/>
            <a:chExt cx="5372100" cy="534987"/>
          </a:xfrm>
        </p:grpSpPr>
        <p:grpSp>
          <p:nvGrpSpPr>
            <p:cNvPr id="103" name="组合 102">
              <a:extLst>
                <a:ext uri="{FF2B5EF4-FFF2-40B4-BE49-F238E27FC236}">
                  <a16:creationId xmlns:a16="http://schemas.microsoft.com/office/drawing/2014/main" id="{870C656E-BC98-41E1-BFF4-703BC82E4242}"/>
                </a:ext>
              </a:extLst>
            </p:cNvPr>
            <p:cNvGrpSpPr/>
            <p:nvPr/>
          </p:nvGrpSpPr>
          <p:grpSpPr>
            <a:xfrm>
              <a:off x="3261805" y="4046141"/>
              <a:ext cx="689447" cy="534987"/>
              <a:chOff x="3261805" y="3969748"/>
              <a:chExt cx="689447" cy="534987"/>
            </a:xfrm>
          </p:grpSpPr>
          <p:sp>
            <p:nvSpPr>
              <p:cNvPr id="109" name="矩形 108">
                <a:extLst>
                  <a:ext uri="{FF2B5EF4-FFF2-40B4-BE49-F238E27FC236}">
                    <a16:creationId xmlns:a16="http://schemas.microsoft.com/office/drawing/2014/main" id="{50559FF8-EF6D-4589-AC37-434FD4281CF1}"/>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0" name="文本框 131">
                <a:extLst>
                  <a:ext uri="{FF2B5EF4-FFF2-40B4-BE49-F238E27FC236}">
                    <a16:creationId xmlns:a16="http://schemas.microsoft.com/office/drawing/2014/main" id="{DDAD54D4-58CB-49EF-AF8C-E433E9F4E6C4}"/>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04" name="组合 103">
              <a:extLst>
                <a:ext uri="{FF2B5EF4-FFF2-40B4-BE49-F238E27FC236}">
                  <a16:creationId xmlns:a16="http://schemas.microsoft.com/office/drawing/2014/main" id="{33E0C7FE-5B6D-4052-AC17-FF35271D8E2E}"/>
                </a:ext>
              </a:extLst>
            </p:cNvPr>
            <p:cNvGrpSpPr/>
            <p:nvPr/>
          </p:nvGrpSpPr>
          <p:grpSpPr>
            <a:xfrm>
              <a:off x="3923792" y="4046141"/>
              <a:ext cx="4710113" cy="534987"/>
              <a:chOff x="3923792" y="3969748"/>
              <a:chExt cx="4710113" cy="534987"/>
            </a:xfrm>
          </p:grpSpPr>
          <p:sp>
            <p:nvSpPr>
              <p:cNvPr id="105" name="文本框 126">
                <a:extLst>
                  <a:ext uri="{FF2B5EF4-FFF2-40B4-BE49-F238E27FC236}">
                    <a16:creationId xmlns:a16="http://schemas.microsoft.com/office/drawing/2014/main" id="{1917348A-A97A-41CF-8B97-6F1FBDE168D7}"/>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6" name="矩形 105">
                <a:extLst>
                  <a:ext uri="{FF2B5EF4-FFF2-40B4-BE49-F238E27FC236}">
                    <a16:creationId xmlns:a16="http://schemas.microsoft.com/office/drawing/2014/main" id="{7A19C96F-CB9C-4360-A744-B9A1FBC65DAD}"/>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7" name="直接连接符 106">
                <a:extLst>
                  <a:ext uri="{FF2B5EF4-FFF2-40B4-BE49-F238E27FC236}">
                    <a16:creationId xmlns:a16="http://schemas.microsoft.com/office/drawing/2014/main" id="{3255BE2A-76F0-4721-BA27-235057F4C560}"/>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8" name="Freeform 306">
                <a:extLst>
                  <a:ext uri="{FF2B5EF4-FFF2-40B4-BE49-F238E27FC236}">
                    <a16:creationId xmlns:a16="http://schemas.microsoft.com/office/drawing/2014/main" id="{8EBDBB50-E3C9-4548-B7D9-5CD78C2A69A2}"/>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11" name="组合 110">
            <a:extLst>
              <a:ext uri="{FF2B5EF4-FFF2-40B4-BE49-F238E27FC236}">
                <a16:creationId xmlns:a16="http://schemas.microsoft.com/office/drawing/2014/main" id="{6E899286-7F20-47E1-B2ED-E8E0B141682A}"/>
              </a:ext>
            </a:extLst>
          </p:cNvPr>
          <p:cNvGrpSpPr/>
          <p:nvPr>
            <p:custDataLst>
              <p:tags r:id="rId4"/>
            </p:custDataLst>
          </p:nvPr>
        </p:nvGrpSpPr>
        <p:grpSpPr>
          <a:xfrm>
            <a:off x="4517645" y="2868283"/>
            <a:ext cx="5370513" cy="534987"/>
            <a:chOff x="3275856" y="2348880"/>
            <a:chExt cx="5370513" cy="534987"/>
          </a:xfrm>
        </p:grpSpPr>
        <p:grpSp>
          <p:nvGrpSpPr>
            <p:cNvPr id="112" name="组合 111">
              <a:extLst>
                <a:ext uri="{FF2B5EF4-FFF2-40B4-BE49-F238E27FC236}">
                  <a16:creationId xmlns:a16="http://schemas.microsoft.com/office/drawing/2014/main" id="{4BA6BC5C-558D-4F80-BA72-FB2367AE0038}"/>
                </a:ext>
              </a:extLst>
            </p:cNvPr>
            <p:cNvGrpSpPr/>
            <p:nvPr/>
          </p:nvGrpSpPr>
          <p:grpSpPr>
            <a:xfrm>
              <a:off x="3275856" y="2348880"/>
              <a:ext cx="689474" cy="534987"/>
              <a:chOff x="3275856" y="2407756"/>
              <a:chExt cx="689474" cy="534987"/>
            </a:xfrm>
          </p:grpSpPr>
          <p:sp>
            <p:nvSpPr>
              <p:cNvPr id="118" name="矩形 117">
                <a:extLst>
                  <a:ext uri="{FF2B5EF4-FFF2-40B4-BE49-F238E27FC236}">
                    <a16:creationId xmlns:a16="http://schemas.microsoft.com/office/drawing/2014/main" id="{6D94F133-FE71-4B2B-8E63-712AE608DDD1}"/>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9" name="文本框 78">
                <a:extLst>
                  <a:ext uri="{FF2B5EF4-FFF2-40B4-BE49-F238E27FC236}">
                    <a16:creationId xmlns:a16="http://schemas.microsoft.com/office/drawing/2014/main" id="{2097678B-7C73-41B0-AED2-2C55AF0CDC1B}"/>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13" name="组合 112">
              <a:extLst>
                <a:ext uri="{FF2B5EF4-FFF2-40B4-BE49-F238E27FC236}">
                  <a16:creationId xmlns:a16="http://schemas.microsoft.com/office/drawing/2014/main" id="{6BAECBA3-AC93-47BC-A5F5-05BA922182E2}"/>
                </a:ext>
              </a:extLst>
            </p:cNvPr>
            <p:cNvGrpSpPr/>
            <p:nvPr/>
          </p:nvGrpSpPr>
          <p:grpSpPr>
            <a:xfrm>
              <a:off x="3937844" y="2348880"/>
              <a:ext cx="4708525" cy="534987"/>
              <a:chOff x="3937844" y="2407756"/>
              <a:chExt cx="4708525" cy="534987"/>
            </a:xfrm>
          </p:grpSpPr>
          <p:sp>
            <p:nvSpPr>
              <p:cNvPr id="114" name="文本框 73">
                <a:extLst>
                  <a:ext uri="{FF2B5EF4-FFF2-40B4-BE49-F238E27FC236}">
                    <a16:creationId xmlns:a16="http://schemas.microsoft.com/office/drawing/2014/main" id="{807ADF67-B2F6-42E0-87AA-E99944F224EF}"/>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15" name="矩形 114">
                <a:extLst>
                  <a:ext uri="{FF2B5EF4-FFF2-40B4-BE49-F238E27FC236}">
                    <a16:creationId xmlns:a16="http://schemas.microsoft.com/office/drawing/2014/main" id="{6F07D3AE-A3BD-4239-AEB2-2D8959570AA0}"/>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6" name="直接连接符 115">
                <a:extLst>
                  <a:ext uri="{FF2B5EF4-FFF2-40B4-BE49-F238E27FC236}">
                    <a16:creationId xmlns:a16="http://schemas.microsoft.com/office/drawing/2014/main" id="{AAF168DC-43E6-475A-BEA6-4452F6305AEB}"/>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7" name="Freeform 30">
                <a:extLst>
                  <a:ext uri="{FF2B5EF4-FFF2-40B4-BE49-F238E27FC236}">
                    <a16:creationId xmlns:a16="http://schemas.microsoft.com/office/drawing/2014/main" id="{89B56431-8D96-4FED-B784-B50002B0C8EB}"/>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dirty="0">
                  <a:solidFill>
                    <a:prstClr val="black"/>
                  </a:solidFill>
                </a:endParaRPr>
              </a:p>
            </p:txBody>
          </p:sp>
        </p:grpSp>
      </p:gr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8" name="组合 7">
            <a:extLst>
              <a:ext uri="{FF2B5EF4-FFF2-40B4-BE49-F238E27FC236}">
                <a16:creationId xmlns:a16="http://schemas.microsoft.com/office/drawing/2014/main" id="{42273231-EDBC-C49A-AFA8-80C3E13B54F9}"/>
              </a:ext>
            </a:extLst>
          </p:cNvPr>
          <p:cNvGrpSpPr/>
          <p:nvPr/>
        </p:nvGrpSpPr>
        <p:grpSpPr>
          <a:xfrm>
            <a:off x="-1" y="6553200"/>
            <a:ext cx="12192001" cy="304800"/>
            <a:chOff x="0" y="6569404"/>
            <a:chExt cx="9144000" cy="288000"/>
          </a:xfrm>
        </p:grpSpPr>
        <p:sp>
          <p:nvSpPr>
            <p:cNvPr id="9" name="矩形 8">
              <a:extLst>
                <a:ext uri="{FF2B5EF4-FFF2-40B4-BE49-F238E27FC236}">
                  <a16:creationId xmlns:a16="http://schemas.microsoft.com/office/drawing/2014/main" id="{C81F5565-EEDB-C8DD-DA6B-80C17FB35F6E}"/>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6F7005D1-DBF9-05EE-ED3E-12B0843CBB66}"/>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1" name="灯片编号占位符 5">
            <a:extLst>
              <a:ext uri="{FF2B5EF4-FFF2-40B4-BE49-F238E27FC236}">
                <a16:creationId xmlns:a16="http://schemas.microsoft.com/office/drawing/2014/main" id="{4EF389DF-1513-4741-38C2-235175018841}"/>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8</a:t>
            </a:fld>
            <a:endParaRPr lang="zh-HK" altLang="en-US" sz="1600" dirty="0">
              <a:solidFill>
                <a:schemeClr val="bg1"/>
              </a:solidFill>
            </a:endParaRPr>
          </a:p>
        </p:txBody>
      </p:sp>
      <p:pic>
        <p:nvPicPr>
          <p:cNvPr id="4" name="图片 3">
            <a:extLst>
              <a:ext uri="{FF2B5EF4-FFF2-40B4-BE49-F238E27FC236}">
                <a16:creationId xmlns:a16="http://schemas.microsoft.com/office/drawing/2014/main" id="{888CB70C-9EFA-1373-E77B-2C7C18AFB8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2884" y="476289"/>
            <a:ext cx="7472841" cy="6120711"/>
          </a:xfrm>
          <a:prstGeom prst="rect">
            <a:avLst/>
          </a:prstGeom>
        </p:spPr>
      </p:pic>
      <p:sp>
        <p:nvSpPr>
          <p:cNvPr id="7" name="文本框 6">
            <a:extLst>
              <a:ext uri="{FF2B5EF4-FFF2-40B4-BE49-F238E27FC236}">
                <a16:creationId xmlns:a16="http://schemas.microsoft.com/office/drawing/2014/main" id="{24826335-FC3F-0B95-7E25-1473D92A9B41}"/>
              </a:ext>
            </a:extLst>
          </p:cNvPr>
          <p:cNvSpPr txBox="1"/>
          <p:nvPr/>
        </p:nvSpPr>
        <p:spPr>
          <a:xfrm>
            <a:off x="21488" y="2272676"/>
            <a:ext cx="4311396" cy="2308324"/>
          </a:xfrm>
          <a:prstGeom prst="rect">
            <a:avLst/>
          </a:prstGeom>
          <a:noFill/>
        </p:spPr>
        <p:txBody>
          <a:bodyPr wrap="square">
            <a:spAutoFit/>
          </a:bodyPr>
          <a:lstStyle/>
          <a:p>
            <a:r>
              <a:rPr lang="en-US" altLang="zh-CN" i="0" dirty="0">
                <a:solidFill>
                  <a:srgbClr val="0F1115"/>
                </a:solidFill>
                <a:effectLst/>
                <a:latin typeface="Times New Roman" panose="02020603050405020304" pitchFamily="18" charset="0"/>
                <a:cs typeface="Times New Roman" panose="02020603050405020304" pitchFamily="18" charset="0"/>
              </a:rPr>
              <a:t>Unlike single-stage fusion schemes that </a:t>
            </a:r>
            <a:r>
              <a:rPr lang="en-US" altLang="zh-CN" i="0" dirty="0">
                <a:solidFill>
                  <a:srgbClr val="00B0F0"/>
                </a:solidFill>
                <a:effectLst/>
                <a:latin typeface="Times New Roman" panose="02020603050405020304" pitchFamily="18" charset="0"/>
                <a:cs typeface="Times New Roman" panose="02020603050405020304" pitchFamily="18" charset="0"/>
              </a:rPr>
              <a:t>directly mix modalities</a:t>
            </a:r>
            <a:r>
              <a:rPr lang="en-US" altLang="zh-CN" i="0" dirty="0">
                <a:solidFill>
                  <a:srgbClr val="0F1115"/>
                </a:solidFill>
                <a:effectLst/>
                <a:latin typeface="Times New Roman" panose="02020603050405020304" pitchFamily="18" charset="0"/>
                <a:cs typeface="Times New Roman" panose="02020603050405020304" pitchFamily="18" charset="0"/>
              </a:rPr>
              <a:t>, the proposed structure decomposes fusion into </a:t>
            </a:r>
            <a:r>
              <a:rPr lang="en-US" altLang="zh-CN" i="0" dirty="0">
                <a:solidFill>
                  <a:srgbClr val="00B0F0"/>
                </a:solidFill>
                <a:effectLst/>
                <a:latin typeface="Times New Roman" panose="02020603050405020304" pitchFamily="18" charset="0"/>
                <a:cs typeface="Times New Roman" panose="02020603050405020304" pitchFamily="18" charset="0"/>
              </a:rPr>
              <a:t>homogeneous-level aggregation </a:t>
            </a:r>
            <a:r>
              <a:rPr lang="en-US" altLang="zh-CN" i="0" dirty="0">
                <a:solidFill>
                  <a:srgbClr val="0F1115"/>
                </a:solidFill>
                <a:effectLst/>
                <a:latin typeface="Times New Roman" panose="02020603050405020304" pitchFamily="18" charset="0"/>
                <a:cs typeface="Times New Roman" panose="02020603050405020304" pitchFamily="18" charset="0"/>
              </a:rPr>
              <a:t>and </a:t>
            </a:r>
            <a:r>
              <a:rPr lang="en-US" altLang="zh-CN" i="0" dirty="0">
                <a:solidFill>
                  <a:srgbClr val="00B0F0"/>
                </a:solidFill>
                <a:effectLst/>
                <a:latin typeface="Times New Roman" panose="02020603050405020304" pitchFamily="18" charset="0"/>
                <a:cs typeface="Times New Roman" panose="02020603050405020304" pitchFamily="18" charset="0"/>
              </a:rPr>
              <a:t>heterogeneous-level integration</a:t>
            </a:r>
            <a:r>
              <a:rPr lang="en-US" altLang="zh-CN" i="0" dirty="0">
                <a:solidFill>
                  <a:srgbClr val="0F1115"/>
                </a:solidFill>
                <a:effectLst/>
                <a:latin typeface="Times New Roman" panose="02020603050405020304" pitchFamily="18" charset="0"/>
                <a:cs typeface="Times New Roman" panose="02020603050405020304" pitchFamily="18" charset="0"/>
              </a:rPr>
              <a:t>, following the </a:t>
            </a:r>
            <a:r>
              <a:rPr lang="en-US" altLang="zh-CN" i="0" dirty="0">
                <a:solidFill>
                  <a:srgbClr val="00B0F0"/>
                </a:solidFill>
                <a:effectLst/>
                <a:latin typeface="Times New Roman" panose="02020603050405020304" pitchFamily="18" charset="0"/>
                <a:cs typeface="Times New Roman" panose="02020603050405020304" pitchFamily="18" charset="0"/>
              </a:rPr>
              <a:t>signal formation characteristics</a:t>
            </a:r>
            <a:r>
              <a:rPr lang="en-US" altLang="zh-CN" i="0" dirty="0">
                <a:solidFill>
                  <a:srgbClr val="0F1115"/>
                </a:solidFill>
                <a:effectLst/>
                <a:latin typeface="Times New Roman" panose="02020603050405020304" pitchFamily="18" charset="0"/>
                <a:cs typeface="Times New Roman" panose="02020603050405020304" pitchFamily="18" charset="0"/>
              </a:rPr>
              <a:t> of UHF, AE, and chemical sensors.</a:t>
            </a:r>
            <a:endParaRPr lang="en-US" altLang="zh-CN" dirty="0">
              <a:solidFill>
                <a:srgbClr val="0F1115"/>
              </a:solidFill>
              <a:latin typeface="Times New Roman" panose="02020603050405020304" pitchFamily="18" charset="0"/>
              <a:cs typeface="Times New Roman" panose="02020603050405020304" pitchFamily="18" charset="0"/>
            </a:endParaRPr>
          </a:p>
          <a:p>
            <a:endParaRPr lang="zh-CN" altLang="en-US"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107AA0D6-8C36-C656-AA24-9FA236D02B72}"/>
              </a:ext>
            </a:extLst>
          </p:cNvPr>
          <p:cNvSpPr txBox="1"/>
          <p:nvPr/>
        </p:nvSpPr>
        <p:spPr>
          <a:xfrm>
            <a:off x="505378" y="1269000"/>
            <a:ext cx="3322128" cy="707886"/>
          </a:xfrm>
          <a:prstGeom prst="rect">
            <a:avLst/>
          </a:prstGeom>
          <a:noFill/>
        </p:spPr>
        <p:txBody>
          <a:bodyPr wrap="none" rtlCol="0">
            <a:spAutoFit/>
          </a:bodyPr>
          <a:lstStyle/>
          <a:p>
            <a:pPr algn="ctr"/>
            <a:r>
              <a:rPr lang="en-US" altLang="zh-CN" sz="2000" b="1" dirty="0">
                <a:latin typeface="Times New Roman" panose="02020603050405020304" pitchFamily="18" charset="0"/>
                <a:cs typeface="Times New Roman" panose="02020603050405020304" pitchFamily="18" charset="0"/>
              </a:rPr>
              <a:t>Deep Two-Level </a:t>
            </a:r>
            <a:r>
              <a:rPr lang="en-US" altLang="zh-CN" sz="2000" b="1" dirty="0" err="1">
                <a:latin typeface="Times New Roman" panose="02020603050405020304" pitchFamily="18" charset="0"/>
                <a:cs typeface="Times New Roman" panose="02020603050405020304" pitchFamily="18" charset="0"/>
              </a:rPr>
              <a:t>Multisensor</a:t>
            </a:r>
            <a:endParaRPr lang="en-US" altLang="zh-CN" sz="2000" b="1" dirty="0">
              <a:latin typeface="Times New Roman" panose="02020603050405020304" pitchFamily="18" charset="0"/>
              <a:cs typeface="Times New Roman" panose="02020603050405020304" pitchFamily="18" charset="0"/>
            </a:endParaRPr>
          </a:p>
          <a:p>
            <a:pPr algn="ctr"/>
            <a:r>
              <a:rPr lang="en-US" altLang="zh-CN" sz="2000" b="1" dirty="0">
                <a:latin typeface="Times New Roman" panose="02020603050405020304" pitchFamily="18" charset="0"/>
                <a:cs typeface="Times New Roman" panose="02020603050405020304" pitchFamily="18" charset="0"/>
              </a:rPr>
              <a:t>Fusion Network</a:t>
            </a:r>
            <a:endParaRPr lang="zh-CN" altLang="en-US" sz="2000" b="1" dirty="0">
              <a:latin typeface="Times New Roman" panose="02020603050405020304" pitchFamily="18" charset="0"/>
              <a:cs typeface="Times New Roman" panose="02020603050405020304" pitchFamily="18" charset="0"/>
            </a:endParaRPr>
          </a:p>
        </p:txBody>
      </p:sp>
      <p:sp>
        <p:nvSpPr>
          <p:cNvPr id="13" name="矩形: 圆角 12">
            <a:extLst>
              <a:ext uri="{FF2B5EF4-FFF2-40B4-BE49-F238E27FC236}">
                <a16:creationId xmlns:a16="http://schemas.microsoft.com/office/drawing/2014/main" id="{3DE2F17A-F5C7-8244-8DDB-57BCC39CC331}"/>
              </a:ext>
            </a:extLst>
          </p:cNvPr>
          <p:cNvSpPr/>
          <p:nvPr/>
        </p:nvSpPr>
        <p:spPr>
          <a:xfrm>
            <a:off x="4332884" y="3933000"/>
            <a:ext cx="7472841" cy="1754326"/>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2FAE3-88C7-DB42-F34E-729D526AFB0C}"/>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AE36CDB8-25B7-0B34-1135-98B132A6E172}"/>
              </a:ext>
            </a:extLst>
          </p:cNvPr>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7BE316C0-EA09-C257-65BA-8273836610AB}"/>
              </a:ext>
            </a:extLst>
          </p:cNvPr>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8" name="组合 7">
            <a:extLst>
              <a:ext uri="{FF2B5EF4-FFF2-40B4-BE49-F238E27FC236}">
                <a16:creationId xmlns:a16="http://schemas.microsoft.com/office/drawing/2014/main" id="{C98A42C3-4870-ABED-DE51-6D83961DD928}"/>
              </a:ext>
            </a:extLst>
          </p:cNvPr>
          <p:cNvGrpSpPr/>
          <p:nvPr/>
        </p:nvGrpSpPr>
        <p:grpSpPr>
          <a:xfrm>
            <a:off x="-1" y="6553200"/>
            <a:ext cx="12192001" cy="304800"/>
            <a:chOff x="0" y="6569404"/>
            <a:chExt cx="9144000" cy="288000"/>
          </a:xfrm>
        </p:grpSpPr>
        <p:sp>
          <p:nvSpPr>
            <p:cNvPr id="9" name="矩形 8">
              <a:extLst>
                <a:ext uri="{FF2B5EF4-FFF2-40B4-BE49-F238E27FC236}">
                  <a16:creationId xmlns:a16="http://schemas.microsoft.com/office/drawing/2014/main" id="{20069CB0-D8DD-8C79-4BBD-8034FF472078}"/>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D43541F3-A7A5-A4C4-8E42-487CC012FA18}"/>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1" name="灯片编号占位符 5">
            <a:extLst>
              <a:ext uri="{FF2B5EF4-FFF2-40B4-BE49-F238E27FC236}">
                <a16:creationId xmlns:a16="http://schemas.microsoft.com/office/drawing/2014/main" id="{B4DAF15D-E027-418C-0F3D-1D66A97E7A8F}"/>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9</a:t>
            </a:fld>
            <a:endParaRPr lang="zh-HK" altLang="en-US" sz="1600" dirty="0">
              <a:solidFill>
                <a:schemeClr val="bg1"/>
              </a:solidFill>
            </a:endParaRPr>
          </a:p>
        </p:txBody>
      </p:sp>
      <p:sp>
        <p:nvSpPr>
          <p:cNvPr id="7" name="文本框 6">
            <a:extLst>
              <a:ext uri="{FF2B5EF4-FFF2-40B4-BE49-F238E27FC236}">
                <a16:creationId xmlns:a16="http://schemas.microsoft.com/office/drawing/2014/main" id="{6FDE0240-1086-3A82-88EB-46C021D646B9}"/>
              </a:ext>
            </a:extLst>
          </p:cNvPr>
          <p:cNvSpPr txBox="1"/>
          <p:nvPr/>
        </p:nvSpPr>
        <p:spPr>
          <a:xfrm>
            <a:off x="336000" y="811100"/>
            <a:ext cx="5760000" cy="923330"/>
          </a:xfrm>
          <a:prstGeom prst="rect">
            <a:avLst/>
          </a:prstGeom>
          <a:noFill/>
        </p:spPr>
        <p:txBody>
          <a:bodyPr wrap="square">
            <a:spAutoFit/>
          </a:bodyPr>
          <a:lstStyle/>
          <a:p>
            <a:r>
              <a:rPr lang="en-US" altLang="zh-CN" dirty="0">
                <a:solidFill>
                  <a:srgbClr val="0F1115"/>
                </a:solidFill>
                <a:latin typeface="Times New Roman" panose="02020603050405020304" pitchFamily="18" charset="0"/>
                <a:cs typeface="Times New Roman" panose="02020603050405020304" pitchFamily="18" charset="0"/>
              </a:rPr>
              <a:t>At the first level, homogeneous sensor data are fused to preserve </a:t>
            </a:r>
            <a:r>
              <a:rPr lang="en-US" altLang="zh-CN" dirty="0">
                <a:solidFill>
                  <a:srgbClr val="00B0F0"/>
                </a:solidFill>
                <a:latin typeface="Times New Roman" panose="02020603050405020304" pitchFamily="18" charset="0"/>
                <a:cs typeface="Times New Roman" panose="02020603050405020304" pitchFamily="18" charset="0"/>
              </a:rPr>
              <a:t>sensor-consistent physical characteristics </a:t>
            </a:r>
            <a:r>
              <a:rPr lang="en-US" altLang="zh-CN" dirty="0">
                <a:solidFill>
                  <a:srgbClr val="0F1115"/>
                </a:solidFill>
                <a:latin typeface="Times New Roman" panose="02020603050405020304" pitchFamily="18" charset="0"/>
                <a:cs typeface="Times New Roman" panose="02020603050405020304" pitchFamily="18" charset="0"/>
              </a:rPr>
              <a:t>and suppress redundant or noisy responses.</a:t>
            </a:r>
            <a:endParaRPr lang="zh-CN" altLang="en-US" dirty="0">
              <a:solidFill>
                <a:srgbClr val="0F1115"/>
              </a:solidFill>
              <a:latin typeface="Times New Roman" panose="02020603050405020304" pitchFamily="18" charset="0"/>
              <a:cs typeface="Times New Roman" panose="02020603050405020304" pitchFamily="18" charset="0"/>
            </a:endParaRPr>
          </a:p>
        </p:txBody>
      </p:sp>
      <p:pic>
        <p:nvPicPr>
          <p:cNvPr id="13" name="图片 12">
            <a:extLst>
              <a:ext uri="{FF2B5EF4-FFF2-40B4-BE49-F238E27FC236}">
                <a16:creationId xmlns:a16="http://schemas.microsoft.com/office/drawing/2014/main" id="{A721B95E-22E7-ACE3-2F0E-26DFBF3EEEFD}"/>
              </a:ext>
            </a:extLst>
          </p:cNvPr>
          <p:cNvPicPr>
            <a:picLocks noChangeAspect="1"/>
          </p:cNvPicPr>
          <p:nvPr/>
        </p:nvPicPr>
        <p:blipFill>
          <a:blip r:embed="rId3"/>
          <a:stretch>
            <a:fillRect/>
          </a:stretch>
        </p:blipFill>
        <p:spPr>
          <a:xfrm>
            <a:off x="424762" y="1973081"/>
            <a:ext cx="5095238" cy="3266667"/>
          </a:xfrm>
          <a:prstGeom prst="rect">
            <a:avLst/>
          </a:prstGeom>
        </p:spPr>
      </p:pic>
      <p:pic>
        <p:nvPicPr>
          <p:cNvPr id="17" name="图片 16">
            <a:extLst>
              <a:ext uri="{FF2B5EF4-FFF2-40B4-BE49-F238E27FC236}">
                <a16:creationId xmlns:a16="http://schemas.microsoft.com/office/drawing/2014/main" id="{FCCBE106-8226-6A1F-3A4F-D42E761FA2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87085" y="938771"/>
            <a:ext cx="5057143" cy="4600000"/>
          </a:xfrm>
          <a:prstGeom prst="rect">
            <a:avLst/>
          </a:prstGeom>
        </p:spPr>
      </p:pic>
    </p:spTree>
    <p:extLst>
      <p:ext uri="{BB962C8B-B14F-4D97-AF65-F5344CB8AC3E}">
        <p14:creationId xmlns:p14="http://schemas.microsoft.com/office/powerpoint/2010/main" val="77663556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B8D87-EDF8-A8EB-247E-337F13C0DBAC}"/>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48D67694-E320-E693-9574-1C77CBED65BF}"/>
              </a:ext>
            </a:extLst>
          </p:cNvPr>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D4447375-536A-E342-A12A-1BB5ED7B8967}"/>
              </a:ext>
            </a:extLst>
          </p:cNvPr>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8" name="组合 7">
            <a:extLst>
              <a:ext uri="{FF2B5EF4-FFF2-40B4-BE49-F238E27FC236}">
                <a16:creationId xmlns:a16="http://schemas.microsoft.com/office/drawing/2014/main" id="{01599244-4D94-1D3A-FB6C-72DB943C290C}"/>
              </a:ext>
            </a:extLst>
          </p:cNvPr>
          <p:cNvGrpSpPr/>
          <p:nvPr/>
        </p:nvGrpSpPr>
        <p:grpSpPr>
          <a:xfrm>
            <a:off x="-1" y="6553200"/>
            <a:ext cx="12192001" cy="304800"/>
            <a:chOff x="0" y="6569404"/>
            <a:chExt cx="9144000" cy="288000"/>
          </a:xfrm>
        </p:grpSpPr>
        <p:sp>
          <p:nvSpPr>
            <p:cNvPr id="9" name="矩形 8">
              <a:extLst>
                <a:ext uri="{FF2B5EF4-FFF2-40B4-BE49-F238E27FC236}">
                  <a16:creationId xmlns:a16="http://schemas.microsoft.com/office/drawing/2014/main" id="{AE33DD89-3A4A-BEC4-AAF0-5F905D9C132C}"/>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1DB72BFB-314A-5095-E448-99E14A0CB9CD}"/>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1" name="灯片编号占位符 5">
            <a:extLst>
              <a:ext uri="{FF2B5EF4-FFF2-40B4-BE49-F238E27FC236}">
                <a16:creationId xmlns:a16="http://schemas.microsoft.com/office/drawing/2014/main" id="{8DB7CF95-5BF6-F920-5919-C89C58F6F71A}"/>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10</a:t>
            </a:fld>
            <a:endParaRPr lang="zh-HK" altLang="en-US" sz="1600" dirty="0">
              <a:solidFill>
                <a:schemeClr val="bg1"/>
              </a:solidFill>
            </a:endParaRPr>
          </a:p>
        </p:txBody>
      </p:sp>
      <p:sp>
        <p:nvSpPr>
          <p:cNvPr id="2" name="文本框 1">
            <a:extLst>
              <a:ext uri="{FF2B5EF4-FFF2-40B4-BE49-F238E27FC236}">
                <a16:creationId xmlns:a16="http://schemas.microsoft.com/office/drawing/2014/main" id="{EB3DA202-16A3-E9C8-23F6-E6769A1CCB85}"/>
              </a:ext>
            </a:extLst>
          </p:cNvPr>
          <p:cNvSpPr txBox="1"/>
          <p:nvPr/>
        </p:nvSpPr>
        <p:spPr>
          <a:xfrm>
            <a:off x="336000" y="693000"/>
            <a:ext cx="5760000" cy="1200329"/>
          </a:xfrm>
          <a:prstGeom prst="rect">
            <a:avLst/>
          </a:prstGeom>
          <a:noFill/>
        </p:spPr>
        <p:txBody>
          <a:bodyPr wrap="square">
            <a:spAutoFit/>
          </a:bodyPr>
          <a:lstStyle/>
          <a:p>
            <a:r>
              <a:rPr lang="en-US" altLang="zh-CN" dirty="0">
                <a:solidFill>
                  <a:srgbClr val="0F1115"/>
                </a:solidFill>
                <a:latin typeface="Times New Roman" panose="02020603050405020304" pitchFamily="18" charset="0"/>
                <a:cs typeface="Times New Roman" panose="02020603050405020304" pitchFamily="18" charset="0"/>
              </a:rPr>
              <a:t>At the second level, heterogeneous features extracted from UHF, AE, and CE are integrated through a deep feature fusion network that explicitly models </a:t>
            </a:r>
            <a:r>
              <a:rPr lang="en-US" altLang="zh-CN" dirty="0">
                <a:solidFill>
                  <a:srgbClr val="00B0F0"/>
                </a:solidFill>
                <a:latin typeface="Times New Roman" panose="02020603050405020304" pitchFamily="18" charset="0"/>
                <a:cs typeface="Times New Roman" panose="02020603050405020304" pitchFamily="18" charset="0"/>
              </a:rPr>
              <a:t>cross-modal semantic discrepancies</a:t>
            </a:r>
            <a:r>
              <a:rPr lang="en-US" altLang="zh-CN" dirty="0">
                <a:solidFill>
                  <a:srgbClr val="0F1115"/>
                </a:solidFill>
                <a:latin typeface="Times New Roman" panose="02020603050405020304" pitchFamily="18" charset="0"/>
                <a:cs typeface="Times New Roman" panose="02020603050405020304" pitchFamily="18" charset="0"/>
              </a:rPr>
              <a:t>.</a:t>
            </a:r>
            <a:endParaRPr lang="zh-CN" altLang="en-US" dirty="0">
              <a:solidFill>
                <a:srgbClr val="0F1115"/>
              </a:solidFill>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DFB84783-EC77-C76C-9F29-AE2F9DFFEF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000" y="1845000"/>
            <a:ext cx="5047619" cy="885714"/>
          </a:xfrm>
          <a:prstGeom prst="rect">
            <a:avLst/>
          </a:prstGeom>
        </p:spPr>
      </p:pic>
      <p:pic>
        <p:nvPicPr>
          <p:cNvPr id="14" name="图片 13">
            <a:extLst>
              <a:ext uri="{FF2B5EF4-FFF2-40B4-BE49-F238E27FC236}">
                <a16:creationId xmlns:a16="http://schemas.microsoft.com/office/drawing/2014/main" id="{92460AC1-9A02-692E-2F30-1720F85402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7142" y="2703649"/>
            <a:ext cx="5133333" cy="3942857"/>
          </a:xfrm>
          <a:prstGeom prst="rect">
            <a:avLst/>
          </a:prstGeom>
        </p:spPr>
      </p:pic>
      <p:pic>
        <p:nvPicPr>
          <p:cNvPr id="22" name="图片 21">
            <a:extLst>
              <a:ext uri="{FF2B5EF4-FFF2-40B4-BE49-F238E27FC236}">
                <a16:creationId xmlns:a16="http://schemas.microsoft.com/office/drawing/2014/main" id="{CCE14203-8F1D-4CDA-5FFE-F7F73CACE6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32001" y="1353629"/>
            <a:ext cx="5076190" cy="4152381"/>
          </a:xfrm>
          <a:prstGeom prst="rect">
            <a:avLst/>
          </a:prstGeom>
        </p:spPr>
      </p:pic>
    </p:spTree>
    <p:extLst>
      <p:ext uri="{BB962C8B-B14F-4D97-AF65-F5344CB8AC3E}">
        <p14:creationId xmlns:p14="http://schemas.microsoft.com/office/powerpoint/2010/main" val="401663282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B8D87-EDF8-A8EB-247E-337F13C0DBAC}"/>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48D67694-E320-E693-9574-1C77CBED65BF}"/>
              </a:ext>
            </a:extLst>
          </p:cNvPr>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D4447375-536A-E342-A12A-1BB5ED7B8967}"/>
              </a:ext>
            </a:extLst>
          </p:cNvPr>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8" name="组合 7">
            <a:extLst>
              <a:ext uri="{FF2B5EF4-FFF2-40B4-BE49-F238E27FC236}">
                <a16:creationId xmlns:a16="http://schemas.microsoft.com/office/drawing/2014/main" id="{01599244-4D94-1D3A-FB6C-72DB943C290C}"/>
              </a:ext>
            </a:extLst>
          </p:cNvPr>
          <p:cNvGrpSpPr/>
          <p:nvPr/>
        </p:nvGrpSpPr>
        <p:grpSpPr>
          <a:xfrm>
            <a:off x="-1" y="6553200"/>
            <a:ext cx="12192001" cy="304800"/>
            <a:chOff x="0" y="6569404"/>
            <a:chExt cx="9144000" cy="288000"/>
          </a:xfrm>
        </p:grpSpPr>
        <p:sp>
          <p:nvSpPr>
            <p:cNvPr id="9" name="矩形 8">
              <a:extLst>
                <a:ext uri="{FF2B5EF4-FFF2-40B4-BE49-F238E27FC236}">
                  <a16:creationId xmlns:a16="http://schemas.microsoft.com/office/drawing/2014/main" id="{AE33DD89-3A4A-BEC4-AAF0-5F905D9C132C}"/>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1DB72BFB-314A-5095-E448-99E14A0CB9CD}"/>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1" name="灯片编号占位符 5">
            <a:extLst>
              <a:ext uri="{FF2B5EF4-FFF2-40B4-BE49-F238E27FC236}">
                <a16:creationId xmlns:a16="http://schemas.microsoft.com/office/drawing/2014/main" id="{8DB7CF95-5BF6-F920-5919-C89C58F6F71A}"/>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11</a:t>
            </a:fld>
            <a:endParaRPr lang="zh-HK" altLang="en-US" sz="1600" dirty="0">
              <a:solidFill>
                <a:schemeClr val="bg1"/>
              </a:solidFill>
            </a:endParaRPr>
          </a:p>
        </p:txBody>
      </p:sp>
      <p:pic>
        <p:nvPicPr>
          <p:cNvPr id="24" name="图片 23">
            <a:extLst>
              <a:ext uri="{FF2B5EF4-FFF2-40B4-BE49-F238E27FC236}">
                <a16:creationId xmlns:a16="http://schemas.microsoft.com/office/drawing/2014/main" id="{A2057BF8-1D7D-34D7-0750-A6043F3D7FBC}"/>
              </a:ext>
            </a:extLst>
          </p:cNvPr>
          <p:cNvPicPr>
            <a:picLocks noChangeAspect="1"/>
          </p:cNvPicPr>
          <p:nvPr/>
        </p:nvPicPr>
        <p:blipFill>
          <a:blip r:embed="rId3"/>
          <a:stretch>
            <a:fillRect/>
          </a:stretch>
        </p:blipFill>
        <p:spPr>
          <a:xfrm>
            <a:off x="836195" y="1190905"/>
            <a:ext cx="5066667" cy="4476190"/>
          </a:xfrm>
          <a:prstGeom prst="rect">
            <a:avLst/>
          </a:prstGeom>
        </p:spPr>
      </p:pic>
      <p:pic>
        <p:nvPicPr>
          <p:cNvPr id="4" name="图片 3">
            <a:extLst>
              <a:ext uri="{FF2B5EF4-FFF2-40B4-BE49-F238E27FC236}">
                <a16:creationId xmlns:a16="http://schemas.microsoft.com/office/drawing/2014/main" id="{5E4A0198-35FA-E32A-7593-28FC1BE064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22759" y="952809"/>
            <a:ext cx="5133333" cy="4952381"/>
          </a:xfrm>
          <a:prstGeom prst="rect">
            <a:avLst/>
          </a:prstGeom>
        </p:spPr>
      </p:pic>
    </p:spTree>
    <p:extLst>
      <p:ext uri="{BB962C8B-B14F-4D97-AF65-F5344CB8AC3E}">
        <p14:creationId xmlns:p14="http://schemas.microsoft.com/office/powerpoint/2010/main" val="28822080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A12DB193-F8DD-6FCA-B5E9-7121D87439AB}"/>
              </a:ext>
            </a:extLst>
          </p:cNvPr>
          <p:cNvGrpSpPr/>
          <p:nvPr/>
        </p:nvGrpSpPr>
        <p:grpSpPr>
          <a:xfrm>
            <a:off x="-1" y="6553200"/>
            <a:ext cx="12192001" cy="304800"/>
            <a:chOff x="0" y="6569404"/>
            <a:chExt cx="9144000" cy="288000"/>
          </a:xfrm>
        </p:grpSpPr>
        <p:sp>
          <p:nvSpPr>
            <p:cNvPr id="7" name="矩形 6">
              <a:extLst>
                <a:ext uri="{FF2B5EF4-FFF2-40B4-BE49-F238E27FC236}">
                  <a16:creationId xmlns:a16="http://schemas.microsoft.com/office/drawing/2014/main" id="{00980EC1-C6F8-0E50-82B5-760A984290C4}"/>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8" name="矩形 7">
              <a:extLst>
                <a:ext uri="{FF2B5EF4-FFF2-40B4-BE49-F238E27FC236}">
                  <a16:creationId xmlns:a16="http://schemas.microsoft.com/office/drawing/2014/main" id="{8D956A88-734D-3030-DA71-6B1F2DAC6F50}"/>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9" name="灯片编号占位符 5">
            <a:extLst>
              <a:ext uri="{FF2B5EF4-FFF2-40B4-BE49-F238E27FC236}">
                <a16:creationId xmlns:a16="http://schemas.microsoft.com/office/drawing/2014/main" id="{D5816DBB-D797-AED8-3BE7-1DAEC92B0450}"/>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12</a:t>
            </a:fld>
            <a:endParaRPr lang="zh-HK" altLang="en-US" sz="1600" dirty="0">
              <a:solidFill>
                <a:schemeClr val="bg1"/>
              </a:solidFill>
            </a:endParaRPr>
          </a:p>
        </p:txBody>
      </p:sp>
      <p:pic>
        <p:nvPicPr>
          <p:cNvPr id="21" name="图片 20">
            <a:extLst>
              <a:ext uri="{FF2B5EF4-FFF2-40B4-BE49-F238E27FC236}">
                <a16:creationId xmlns:a16="http://schemas.microsoft.com/office/drawing/2014/main" id="{64B072C6-BD53-F038-B3AE-39D5EE3AD758}"/>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55" name="组合 18">
            <a:extLst>
              <a:ext uri="{FF2B5EF4-FFF2-40B4-BE49-F238E27FC236}">
                <a16:creationId xmlns:a16="http://schemas.microsoft.com/office/drawing/2014/main" id="{E32F0986-EAFC-42AC-BAF2-0E44F28EF569}"/>
              </a:ext>
            </a:extLst>
          </p:cNvPr>
          <p:cNvGrpSpPr/>
          <p:nvPr/>
        </p:nvGrpSpPr>
        <p:grpSpPr bwMode="auto">
          <a:xfrm>
            <a:off x="2409457" y="2650330"/>
            <a:ext cx="1505450" cy="1479472"/>
            <a:chOff x="1709739" y="2636838"/>
            <a:chExt cx="1590160" cy="1584325"/>
          </a:xfrm>
          <a:solidFill>
            <a:srgbClr val="044875"/>
          </a:solidFill>
        </p:grpSpPr>
        <p:sp>
          <p:nvSpPr>
            <p:cNvPr id="56" name="Freeform 6">
              <a:extLst>
                <a:ext uri="{FF2B5EF4-FFF2-40B4-BE49-F238E27FC236}">
                  <a16:creationId xmlns:a16="http://schemas.microsoft.com/office/drawing/2014/main" id="{6BC668FF-4F10-4586-ADC4-36BED2D9F29B}"/>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9" name="Freeform 7">
              <a:extLst>
                <a:ext uri="{FF2B5EF4-FFF2-40B4-BE49-F238E27FC236}">
                  <a16:creationId xmlns:a16="http://schemas.microsoft.com/office/drawing/2014/main" id="{FD6CF2D6-7E21-41AC-A49D-1EACB43374B2}"/>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0" name="Freeform 8">
              <a:extLst>
                <a:ext uri="{FF2B5EF4-FFF2-40B4-BE49-F238E27FC236}">
                  <a16:creationId xmlns:a16="http://schemas.microsoft.com/office/drawing/2014/main" id="{5649D085-732C-4910-92D1-EC6327B63455}"/>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3" name="Freeform 9">
              <a:extLst>
                <a:ext uri="{FF2B5EF4-FFF2-40B4-BE49-F238E27FC236}">
                  <a16:creationId xmlns:a16="http://schemas.microsoft.com/office/drawing/2014/main" id="{3B614722-3B3E-439B-8B0F-812039E7B78D}"/>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6" name="Freeform 10">
              <a:extLst>
                <a:ext uri="{FF2B5EF4-FFF2-40B4-BE49-F238E27FC236}">
                  <a16:creationId xmlns:a16="http://schemas.microsoft.com/office/drawing/2014/main" id="{598065AD-DB07-44F3-B049-C24DFCB73558}"/>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7" name="Freeform 11">
              <a:extLst>
                <a:ext uri="{FF2B5EF4-FFF2-40B4-BE49-F238E27FC236}">
                  <a16:creationId xmlns:a16="http://schemas.microsoft.com/office/drawing/2014/main" id="{37FCEFB3-9BFF-470A-83A2-F782D70A1905}"/>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8" name="Freeform 12">
              <a:extLst>
                <a:ext uri="{FF2B5EF4-FFF2-40B4-BE49-F238E27FC236}">
                  <a16:creationId xmlns:a16="http://schemas.microsoft.com/office/drawing/2014/main" id="{D85DB7BE-3FBE-4B92-BC67-1D6589E5B53E}"/>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13">
              <a:extLst>
                <a:ext uri="{FF2B5EF4-FFF2-40B4-BE49-F238E27FC236}">
                  <a16:creationId xmlns:a16="http://schemas.microsoft.com/office/drawing/2014/main" id="{F304822D-4C18-4D70-85FF-0E738FA7C775}"/>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14">
              <a:extLst>
                <a:ext uri="{FF2B5EF4-FFF2-40B4-BE49-F238E27FC236}">
                  <a16:creationId xmlns:a16="http://schemas.microsoft.com/office/drawing/2014/main" id="{F00A4AFA-242A-4BD3-8FEB-47D699EE62B0}"/>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1" name="文本框 70">
            <a:extLst>
              <a:ext uri="{FF2B5EF4-FFF2-40B4-BE49-F238E27FC236}">
                <a16:creationId xmlns:a16="http://schemas.microsoft.com/office/drawing/2014/main" id="{52902BA6-C3BA-4B40-948A-83EBCD156303}"/>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2" name="组合 71">
            <a:extLst>
              <a:ext uri="{FF2B5EF4-FFF2-40B4-BE49-F238E27FC236}">
                <a16:creationId xmlns:a16="http://schemas.microsoft.com/office/drawing/2014/main" id="{68AEDE16-70EB-4628-BBE4-60E215EFAD6B}"/>
              </a:ext>
            </a:extLst>
          </p:cNvPr>
          <p:cNvGrpSpPr/>
          <p:nvPr>
            <p:custDataLst>
              <p:tags r:id="rId1"/>
            </p:custDataLst>
          </p:nvPr>
        </p:nvGrpSpPr>
        <p:grpSpPr>
          <a:xfrm>
            <a:off x="4523741" y="2047924"/>
            <a:ext cx="5370513" cy="534987"/>
            <a:chOff x="3281952" y="1484784"/>
            <a:chExt cx="5370513" cy="534987"/>
          </a:xfrm>
        </p:grpSpPr>
        <p:grpSp>
          <p:nvGrpSpPr>
            <p:cNvPr id="73" name="组合 72">
              <a:extLst>
                <a:ext uri="{FF2B5EF4-FFF2-40B4-BE49-F238E27FC236}">
                  <a16:creationId xmlns:a16="http://schemas.microsoft.com/office/drawing/2014/main" id="{01B9E524-2C2B-48D1-A176-38D4DA3E9C9E}"/>
                </a:ext>
              </a:extLst>
            </p:cNvPr>
            <p:cNvGrpSpPr/>
            <p:nvPr/>
          </p:nvGrpSpPr>
          <p:grpSpPr>
            <a:xfrm>
              <a:off x="3943940" y="1484784"/>
              <a:ext cx="4708525" cy="534987"/>
              <a:chOff x="3943940" y="1626760"/>
              <a:chExt cx="4708525" cy="534987"/>
            </a:xfrm>
          </p:grpSpPr>
          <p:sp>
            <p:nvSpPr>
              <p:cNvPr id="77" name="Freeform 74">
                <a:extLst>
                  <a:ext uri="{FF2B5EF4-FFF2-40B4-BE49-F238E27FC236}">
                    <a16:creationId xmlns:a16="http://schemas.microsoft.com/office/drawing/2014/main" id="{F172DBB6-F293-4E47-BBD5-E9800BD4C7F5}"/>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78" name="文本框 20">
                <a:extLst>
                  <a:ext uri="{FF2B5EF4-FFF2-40B4-BE49-F238E27FC236}">
                    <a16:creationId xmlns:a16="http://schemas.microsoft.com/office/drawing/2014/main" id="{52690CAE-BD52-4ACC-AC77-8610A13EA445}"/>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79" name="矩形 78">
                <a:extLst>
                  <a:ext uri="{FF2B5EF4-FFF2-40B4-BE49-F238E27FC236}">
                    <a16:creationId xmlns:a16="http://schemas.microsoft.com/office/drawing/2014/main" id="{4A5EB640-CFBB-4A2E-BE7D-047779D5100E}"/>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0" name="直接连接符 79">
                <a:extLst>
                  <a:ext uri="{FF2B5EF4-FFF2-40B4-BE49-F238E27FC236}">
                    <a16:creationId xmlns:a16="http://schemas.microsoft.com/office/drawing/2014/main" id="{7B9537FB-B653-464D-AB58-0410D8E93B39}"/>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4" name="组合 73">
              <a:extLst>
                <a:ext uri="{FF2B5EF4-FFF2-40B4-BE49-F238E27FC236}">
                  <a16:creationId xmlns:a16="http://schemas.microsoft.com/office/drawing/2014/main" id="{6D08EDEB-5994-4A0C-91AF-BD15CFEEF026}"/>
                </a:ext>
              </a:extLst>
            </p:cNvPr>
            <p:cNvGrpSpPr/>
            <p:nvPr/>
          </p:nvGrpSpPr>
          <p:grpSpPr>
            <a:xfrm>
              <a:off x="3281952" y="1484784"/>
              <a:ext cx="689642" cy="534987"/>
              <a:chOff x="3281952" y="1626760"/>
              <a:chExt cx="689642" cy="534987"/>
            </a:xfrm>
          </p:grpSpPr>
          <p:sp>
            <p:nvSpPr>
              <p:cNvPr id="75" name="矩形 74">
                <a:extLst>
                  <a:ext uri="{FF2B5EF4-FFF2-40B4-BE49-F238E27FC236}">
                    <a16:creationId xmlns:a16="http://schemas.microsoft.com/office/drawing/2014/main" id="{0F00C43A-D7C4-44D9-A7B4-C822845B6F74}"/>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6" name="文本框 18">
                <a:extLst>
                  <a:ext uri="{FF2B5EF4-FFF2-40B4-BE49-F238E27FC236}">
                    <a16:creationId xmlns:a16="http://schemas.microsoft.com/office/drawing/2014/main" id="{7E1B7378-43CE-4807-853D-F03E4DF42EBC}"/>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1" name="组合 80">
            <a:extLst>
              <a:ext uri="{FF2B5EF4-FFF2-40B4-BE49-F238E27FC236}">
                <a16:creationId xmlns:a16="http://schemas.microsoft.com/office/drawing/2014/main" id="{15421B80-2078-4A16-8A20-8A66F551F862}"/>
              </a:ext>
            </a:extLst>
          </p:cNvPr>
          <p:cNvGrpSpPr/>
          <p:nvPr>
            <p:custDataLst>
              <p:tags r:id="rId2"/>
            </p:custDataLst>
          </p:nvPr>
        </p:nvGrpSpPr>
        <p:grpSpPr>
          <a:xfrm>
            <a:off x="4503593" y="3688642"/>
            <a:ext cx="5372100" cy="534987"/>
            <a:chOff x="3261805" y="3188752"/>
            <a:chExt cx="5372100" cy="534987"/>
          </a:xfrm>
        </p:grpSpPr>
        <p:grpSp>
          <p:nvGrpSpPr>
            <p:cNvPr id="82" name="组合 81">
              <a:extLst>
                <a:ext uri="{FF2B5EF4-FFF2-40B4-BE49-F238E27FC236}">
                  <a16:creationId xmlns:a16="http://schemas.microsoft.com/office/drawing/2014/main" id="{14C26344-E1B8-4938-B9B7-348B29FC2C6D}"/>
                </a:ext>
              </a:extLst>
            </p:cNvPr>
            <p:cNvGrpSpPr/>
            <p:nvPr/>
          </p:nvGrpSpPr>
          <p:grpSpPr>
            <a:xfrm>
              <a:off x="3261805" y="3188752"/>
              <a:ext cx="689593" cy="534987"/>
              <a:chOff x="3261805" y="3188752"/>
              <a:chExt cx="689593" cy="534987"/>
            </a:xfrm>
          </p:grpSpPr>
          <p:sp>
            <p:nvSpPr>
              <p:cNvPr id="91" name="矩形 90">
                <a:extLst>
                  <a:ext uri="{FF2B5EF4-FFF2-40B4-BE49-F238E27FC236}">
                    <a16:creationId xmlns:a16="http://schemas.microsoft.com/office/drawing/2014/main" id="{0E0D74A3-90BD-4C6A-BF14-805B8661BC77}"/>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5" name="文本框 86">
                <a:extLst>
                  <a:ext uri="{FF2B5EF4-FFF2-40B4-BE49-F238E27FC236}">
                    <a16:creationId xmlns:a16="http://schemas.microsoft.com/office/drawing/2014/main" id="{4B242D75-C539-490D-B91C-2BB3C09F57FB}"/>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83" name="组合 82">
              <a:extLst>
                <a:ext uri="{FF2B5EF4-FFF2-40B4-BE49-F238E27FC236}">
                  <a16:creationId xmlns:a16="http://schemas.microsoft.com/office/drawing/2014/main" id="{C0CD5E4A-EC86-4A42-A22A-5C3263F309F2}"/>
                </a:ext>
              </a:extLst>
            </p:cNvPr>
            <p:cNvGrpSpPr/>
            <p:nvPr/>
          </p:nvGrpSpPr>
          <p:grpSpPr>
            <a:xfrm>
              <a:off x="3923792" y="3188752"/>
              <a:ext cx="4710113" cy="534987"/>
              <a:chOff x="3923792" y="3188752"/>
              <a:chExt cx="4710113" cy="534987"/>
            </a:xfrm>
          </p:grpSpPr>
          <p:sp>
            <p:nvSpPr>
              <p:cNvPr id="84" name="文本框 81">
                <a:extLst>
                  <a:ext uri="{FF2B5EF4-FFF2-40B4-BE49-F238E27FC236}">
                    <a16:creationId xmlns:a16="http://schemas.microsoft.com/office/drawing/2014/main" id="{F808113E-2EAF-48C5-BB2D-69D2AED47DD3}"/>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85" name="矩形 84">
                <a:extLst>
                  <a:ext uri="{FF2B5EF4-FFF2-40B4-BE49-F238E27FC236}">
                    <a16:creationId xmlns:a16="http://schemas.microsoft.com/office/drawing/2014/main" id="{E06B6AC1-F989-49FD-8B61-E5F716FBB948}"/>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7" name="直接连接符 86">
                <a:extLst>
                  <a:ext uri="{FF2B5EF4-FFF2-40B4-BE49-F238E27FC236}">
                    <a16:creationId xmlns:a16="http://schemas.microsoft.com/office/drawing/2014/main" id="{B695C450-73F0-43D2-A3DE-88257C1E6FBC}"/>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71">
                <a:extLst>
                  <a:ext uri="{FF2B5EF4-FFF2-40B4-BE49-F238E27FC236}">
                    <a16:creationId xmlns:a16="http://schemas.microsoft.com/office/drawing/2014/main" id="{BD527E85-1200-4867-AA8D-829DEB908AF4}"/>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srgbClr val="044875"/>
                  </a:solidFill>
                </a:endParaRPr>
              </a:p>
            </p:txBody>
          </p:sp>
        </p:grpSp>
      </p:grpSp>
      <p:grpSp>
        <p:nvGrpSpPr>
          <p:cNvPr id="99" name="组合 98">
            <a:extLst>
              <a:ext uri="{FF2B5EF4-FFF2-40B4-BE49-F238E27FC236}">
                <a16:creationId xmlns:a16="http://schemas.microsoft.com/office/drawing/2014/main" id="{A63A5674-B78C-45AE-A8D6-E7B7B6D5CF20}"/>
              </a:ext>
            </a:extLst>
          </p:cNvPr>
          <p:cNvGrpSpPr/>
          <p:nvPr>
            <p:custDataLst>
              <p:tags r:id="rId3"/>
            </p:custDataLst>
          </p:nvPr>
        </p:nvGrpSpPr>
        <p:grpSpPr>
          <a:xfrm>
            <a:off x="4503593" y="4509001"/>
            <a:ext cx="5372100" cy="534987"/>
            <a:chOff x="3261805" y="4046141"/>
            <a:chExt cx="5372100" cy="534987"/>
          </a:xfrm>
        </p:grpSpPr>
        <p:grpSp>
          <p:nvGrpSpPr>
            <p:cNvPr id="100" name="组合 99">
              <a:extLst>
                <a:ext uri="{FF2B5EF4-FFF2-40B4-BE49-F238E27FC236}">
                  <a16:creationId xmlns:a16="http://schemas.microsoft.com/office/drawing/2014/main" id="{EDE6C491-C2D7-41A3-9525-AACBB0298712}"/>
                </a:ext>
              </a:extLst>
            </p:cNvPr>
            <p:cNvGrpSpPr/>
            <p:nvPr/>
          </p:nvGrpSpPr>
          <p:grpSpPr>
            <a:xfrm>
              <a:off x="3261805" y="4046141"/>
              <a:ext cx="689447" cy="534987"/>
              <a:chOff x="3261805" y="3969748"/>
              <a:chExt cx="689447" cy="534987"/>
            </a:xfrm>
          </p:grpSpPr>
          <p:sp>
            <p:nvSpPr>
              <p:cNvPr id="106" name="矩形 105">
                <a:extLst>
                  <a:ext uri="{FF2B5EF4-FFF2-40B4-BE49-F238E27FC236}">
                    <a16:creationId xmlns:a16="http://schemas.microsoft.com/office/drawing/2014/main" id="{0F51E61D-28AF-41B7-855B-9FAD43BCFC3D}"/>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7" name="文本框 131">
                <a:extLst>
                  <a:ext uri="{FF2B5EF4-FFF2-40B4-BE49-F238E27FC236}">
                    <a16:creationId xmlns:a16="http://schemas.microsoft.com/office/drawing/2014/main" id="{B048DE40-4DBF-4716-BD03-A282282B8999}"/>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01" name="组合 100">
              <a:extLst>
                <a:ext uri="{FF2B5EF4-FFF2-40B4-BE49-F238E27FC236}">
                  <a16:creationId xmlns:a16="http://schemas.microsoft.com/office/drawing/2014/main" id="{F19223D8-0841-477F-89CE-054EDA35463B}"/>
                </a:ext>
              </a:extLst>
            </p:cNvPr>
            <p:cNvGrpSpPr/>
            <p:nvPr/>
          </p:nvGrpSpPr>
          <p:grpSpPr>
            <a:xfrm>
              <a:off x="3923792" y="4046141"/>
              <a:ext cx="4710113" cy="534987"/>
              <a:chOff x="3923792" y="3969748"/>
              <a:chExt cx="4710113" cy="534987"/>
            </a:xfrm>
          </p:grpSpPr>
          <p:sp>
            <p:nvSpPr>
              <p:cNvPr id="102" name="文本框 126">
                <a:extLst>
                  <a:ext uri="{FF2B5EF4-FFF2-40B4-BE49-F238E27FC236}">
                    <a16:creationId xmlns:a16="http://schemas.microsoft.com/office/drawing/2014/main" id="{26B380BB-72C1-4CE0-9903-CBDE07089714}"/>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3" name="矩形 102">
                <a:extLst>
                  <a:ext uri="{FF2B5EF4-FFF2-40B4-BE49-F238E27FC236}">
                    <a16:creationId xmlns:a16="http://schemas.microsoft.com/office/drawing/2014/main" id="{A38D2A4B-1834-4430-A642-D4140C17E14E}"/>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4" name="直接连接符 103">
                <a:extLst>
                  <a:ext uri="{FF2B5EF4-FFF2-40B4-BE49-F238E27FC236}">
                    <a16:creationId xmlns:a16="http://schemas.microsoft.com/office/drawing/2014/main" id="{81099C73-A91C-4B1D-9806-029495F65FE1}"/>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5" name="Freeform 306">
                <a:extLst>
                  <a:ext uri="{FF2B5EF4-FFF2-40B4-BE49-F238E27FC236}">
                    <a16:creationId xmlns:a16="http://schemas.microsoft.com/office/drawing/2014/main" id="{49024CD1-4517-4925-8BAE-3C4AE3F25764}"/>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8" name="组合 107">
            <a:extLst>
              <a:ext uri="{FF2B5EF4-FFF2-40B4-BE49-F238E27FC236}">
                <a16:creationId xmlns:a16="http://schemas.microsoft.com/office/drawing/2014/main" id="{F9E3C90D-DB3C-470A-8E04-8A571753BE0D}"/>
              </a:ext>
            </a:extLst>
          </p:cNvPr>
          <p:cNvGrpSpPr/>
          <p:nvPr>
            <p:custDataLst>
              <p:tags r:id="rId4"/>
            </p:custDataLst>
          </p:nvPr>
        </p:nvGrpSpPr>
        <p:grpSpPr>
          <a:xfrm>
            <a:off x="4517645" y="2868283"/>
            <a:ext cx="5370513" cy="534987"/>
            <a:chOff x="3275856" y="2348880"/>
            <a:chExt cx="5370513" cy="534987"/>
          </a:xfrm>
        </p:grpSpPr>
        <p:grpSp>
          <p:nvGrpSpPr>
            <p:cNvPr id="109" name="组合 108">
              <a:extLst>
                <a:ext uri="{FF2B5EF4-FFF2-40B4-BE49-F238E27FC236}">
                  <a16:creationId xmlns:a16="http://schemas.microsoft.com/office/drawing/2014/main" id="{37D2DD6E-6602-41A9-B3DB-DCCAA4E5DFD8}"/>
                </a:ext>
              </a:extLst>
            </p:cNvPr>
            <p:cNvGrpSpPr/>
            <p:nvPr/>
          </p:nvGrpSpPr>
          <p:grpSpPr>
            <a:xfrm>
              <a:off x="3275856" y="2348880"/>
              <a:ext cx="689474" cy="534987"/>
              <a:chOff x="3275856" y="2407756"/>
              <a:chExt cx="689474" cy="534987"/>
            </a:xfrm>
          </p:grpSpPr>
          <p:sp>
            <p:nvSpPr>
              <p:cNvPr id="115" name="矩形 114">
                <a:extLst>
                  <a:ext uri="{FF2B5EF4-FFF2-40B4-BE49-F238E27FC236}">
                    <a16:creationId xmlns:a16="http://schemas.microsoft.com/office/drawing/2014/main" id="{86728190-32D9-4D1A-A7FF-0FC39D0989C2}"/>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6" name="文本框 78">
                <a:extLst>
                  <a:ext uri="{FF2B5EF4-FFF2-40B4-BE49-F238E27FC236}">
                    <a16:creationId xmlns:a16="http://schemas.microsoft.com/office/drawing/2014/main" id="{20C8D3CF-C265-4C8B-82E5-F65D35A29C70}"/>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10" name="组合 109">
              <a:extLst>
                <a:ext uri="{FF2B5EF4-FFF2-40B4-BE49-F238E27FC236}">
                  <a16:creationId xmlns:a16="http://schemas.microsoft.com/office/drawing/2014/main" id="{A603605D-6EE9-46CB-93F5-13C15E9CB57A}"/>
                </a:ext>
              </a:extLst>
            </p:cNvPr>
            <p:cNvGrpSpPr/>
            <p:nvPr/>
          </p:nvGrpSpPr>
          <p:grpSpPr>
            <a:xfrm>
              <a:off x="3937844" y="2348880"/>
              <a:ext cx="4708525" cy="534987"/>
              <a:chOff x="3937844" y="2407756"/>
              <a:chExt cx="4708525" cy="534987"/>
            </a:xfrm>
          </p:grpSpPr>
          <p:sp>
            <p:nvSpPr>
              <p:cNvPr id="111" name="文本框 73">
                <a:extLst>
                  <a:ext uri="{FF2B5EF4-FFF2-40B4-BE49-F238E27FC236}">
                    <a16:creationId xmlns:a16="http://schemas.microsoft.com/office/drawing/2014/main" id="{A6A5D10E-9D49-46CD-8037-38EE4F9BE4B8}"/>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12" name="矩形 111">
                <a:extLst>
                  <a:ext uri="{FF2B5EF4-FFF2-40B4-BE49-F238E27FC236}">
                    <a16:creationId xmlns:a16="http://schemas.microsoft.com/office/drawing/2014/main" id="{09503885-09FC-442E-8A05-CFD25C72C1F1}"/>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3" name="直接连接符 112">
                <a:extLst>
                  <a:ext uri="{FF2B5EF4-FFF2-40B4-BE49-F238E27FC236}">
                    <a16:creationId xmlns:a16="http://schemas.microsoft.com/office/drawing/2014/main" id="{9606E423-0DFD-4F5C-ABF2-C830FF107C98}"/>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4" name="Freeform 30">
                <a:extLst>
                  <a:ext uri="{FF2B5EF4-FFF2-40B4-BE49-F238E27FC236}">
                    <a16:creationId xmlns:a16="http://schemas.microsoft.com/office/drawing/2014/main" id="{79C00B4E-7E08-4080-B379-8587A352960E}"/>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extLst>
      <p:ext uri="{BB962C8B-B14F-4D97-AF65-F5344CB8AC3E}">
        <p14:creationId xmlns:p14="http://schemas.microsoft.com/office/powerpoint/2010/main" val="187263218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82A679D0-E305-1F7A-3B94-48731AC19AC6}"/>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761AB956-2F19-005D-A097-C7AD8580158A}"/>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9425AC57-ED3D-1321-84DB-1FF865DC4A6D}"/>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B0401898-C936-B805-5660-13A90DC422A6}"/>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13</a:t>
            </a:fld>
            <a:endParaRPr lang="zh-HK" altLang="en-US" sz="1600" dirty="0">
              <a:solidFill>
                <a:schemeClr val="bg1"/>
              </a:solidFill>
            </a:endParaRPr>
          </a:p>
        </p:txBody>
      </p:sp>
      <p:sp>
        <p:nvSpPr>
          <p:cNvPr id="6" name="文本框 5">
            <a:extLst>
              <a:ext uri="{FF2B5EF4-FFF2-40B4-BE49-F238E27FC236}">
                <a16:creationId xmlns:a16="http://schemas.microsoft.com/office/drawing/2014/main" id="{34D641D8-81F0-6CC3-DD07-875C935F1E3E}"/>
              </a:ext>
            </a:extLst>
          </p:cNvPr>
          <p:cNvSpPr txBox="1"/>
          <p:nvPr/>
        </p:nvSpPr>
        <p:spPr>
          <a:xfrm>
            <a:off x="349001" y="783839"/>
            <a:ext cx="1066318" cy="400110"/>
          </a:xfrm>
          <a:prstGeom prst="rect">
            <a:avLst/>
          </a:prstGeom>
          <a:noFill/>
        </p:spPr>
        <p:txBody>
          <a:bodyPr wrap="none" rtlCol="0">
            <a:spAutoFit/>
          </a:bodyPr>
          <a:lstStyle/>
          <a:p>
            <a:r>
              <a:rPr lang="en-US" altLang="zh-CN" sz="2000" b="1" dirty="0">
                <a:latin typeface="Times New Roman" panose="02020603050405020304" pitchFamily="18" charset="0"/>
                <a:cs typeface="Times New Roman" panose="02020603050405020304" pitchFamily="18" charset="0"/>
              </a:rPr>
              <a:t>datasets</a:t>
            </a:r>
            <a:endParaRPr lang="zh-CN" altLang="en-US" sz="2000" b="1"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0E25030A-D68F-E935-30FB-A6E8C27E5B7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16000" y="3512810"/>
            <a:ext cx="4895238" cy="2076190"/>
          </a:xfrm>
          <a:prstGeom prst="rect">
            <a:avLst/>
          </a:prstGeom>
        </p:spPr>
      </p:pic>
      <p:sp>
        <p:nvSpPr>
          <p:cNvPr id="5" name="文本框 4">
            <a:extLst>
              <a:ext uri="{FF2B5EF4-FFF2-40B4-BE49-F238E27FC236}">
                <a16:creationId xmlns:a16="http://schemas.microsoft.com/office/drawing/2014/main" id="{C82E7EE6-4832-4A8B-302D-B5FEC3E7DD96}"/>
              </a:ext>
            </a:extLst>
          </p:cNvPr>
          <p:cNvSpPr txBox="1"/>
          <p:nvPr/>
        </p:nvSpPr>
        <p:spPr>
          <a:xfrm>
            <a:off x="2809142" y="1422109"/>
            <a:ext cx="6187440" cy="646331"/>
          </a:xfrm>
          <a:prstGeom prst="rect">
            <a:avLst/>
          </a:prstGeom>
          <a:noFill/>
        </p:spPr>
        <p:txBody>
          <a:bodyPr wrap="square">
            <a:spAutoFit/>
          </a:bodyPr>
          <a:lstStyle/>
          <a:p>
            <a:r>
              <a:rPr lang="en-US" altLang="zh-CN" dirty="0">
                <a:solidFill>
                  <a:srgbClr val="0F1115"/>
                </a:solidFill>
                <a:latin typeface="Times New Roman" panose="02020603050405020304" pitchFamily="18" charset="0"/>
                <a:cs typeface="Times New Roman" panose="02020603050405020304" pitchFamily="18" charset="0"/>
              </a:rPr>
              <a:t>A 252 kV GIS simulation platform, as shown in Fig. 2 was built to acquire representative insulation defect samples.</a:t>
            </a:r>
            <a:endParaRPr lang="zh-CN" altLang="en-US" dirty="0">
              <a:solidFill>
                <a:srgbClr val="0F1115"/>
              </a:solidFill>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CD4C0ACB-EC8A-F414-4D33-F6C5F6AD4B47}"/>
              </a:ext>
            </a:extLst>
          </p:cNvPr>
          <p:cNvSpPr txBox="1"/>
          <p:nvPr/>
        </p:nvSpPr>
        <p:spPr>
          <a:xfrm>
            <a:off x="2809142" y="2174516"/>
            <a:ext cx="6187440" cy="1200329"/>
          </a:xfrm>
          <a:prstGeom prst="rect">
            <a:avLst/>
          </a:prstGeom>
          <a:noFill/>
        </p:spPr>
        <p:txBody>
          <a:bodyPr wrap="square">
            <a:spAutoFit/>
          </a:bodyPr>
          <a:lstStyle/>
          <a:p>
            <a:r>
              <a:rPr lang="en-US" altLang="zh-CN" dirty="0">
                <a:solidFill>
                  <a:srgbClr val="0F1115"/>
                </a:solidFill>
                <a:latin typeface="Times New Roman" panose="02020603050405020304" pitchFamily="18" charset="0"/>
                <a:cs typeface="Times New Roman" panose="02020603050405020304" pitchFamily="18" charset="0"/>
              </a:rPr>
              <a:t>Field data were collected from long-term operational records</a:t>
            </a:r>
          </a:p>
          <a:p>
            <a:r>
              <a:rPr lang="en-US" altLang="zh-CN" dirty="0">
                <a:solidFill>
                  <a:srgbClr val="0F1115"/>
                </a:solidFill>
                <a:latin typeface="Times New Roman" panose="02020603050405020304" pitchFamily="18" charset="0"/>
                <a:cs typeface="Times New Roman" panose="02020603050405020304" pitchFamily="18" charset="0"/>
              </a:rPr>
              <a:t>and </a:t>
            </a:r>
            <a:r>
              <a:rPr lang="en-US" altLang="zh-CN" dirty="0" err="1">
                <a:solidFill>
                  <a:srgbClr val="0F1115"/>
                </a:solidFill>
                <a:latin typeface="Times New Roman" panose="02020603050405020304" pitchFamily="18" charset="0"/>
                <a:cs typeface="Times New Roman" panose="02020603050405020304" pitchFamily="18" charset="0"/>
              </a:rPr>
              <a:t>ON-site</a:t>
            </a:r>
            <a:r>
              <a:rPr lang="en-US" altLang="zh-CN" dirty="0">
                <a:solidFill>
                  <a:srgbClr val="0F1115"/>
                </a:solidFill>
                <a:latin typeface="Times New Roman" panose="02020603050405020304" pitchFamily="18" charset="0"/>
                <a:cs typeface="Times New Roman" panose="02020603050405020304" pitchFamily="18" charset="0"/>
              </a:rPr>
              <a:t> monitoring of 110–750 kV SF6 GIS units deployed</a:t>
            </a:r>
          </a:p>
          <a:p>
            <a:r>
              <a:rPr lang="en-US" altLang="zh-CN" dirty="0">
                <a:solidFill>
                  <a:srgbClr val="0F1115"/>
                </a:solidFill>
                <a:latin typeface="Times New Roman" panose="02020603050405020304" pitchFamily="18" charset="0"/>
                <a:cs typeface="Times New Roman" panose="02020603050405020304" pitchFamily="18" charset="0"/>
              </a:rPr>
              <a:t>across multiple substations, focusing on equipment exhibiting</a:t>
            </a:r>
          </a:p>
          <a:p>
            <a:r>
              <a:rPr lang="en-US" altLang="zh-CN" dirty="0">
                <a:solidFill>
                  <a:srgbClr val="0F1115"/>
                </a:solidFill>
                <a:latin typeface="Times New Roman" panose="02020603050405020304" pitchFamily="18" charset="0"/>
                <a:cs typeface="Times New Roman" panose="02020603050405020304" pitchFamily="18" charset="0"/>
              </a:rPr>
              <a:t>detectable PD activity.</a:t>
            </a:r>
            <a:endParaRPr lang="zh-CN" altLang="en-US" dirty="0">
              <a:solidFill>
                <a:srgbClr val="0F1115"/>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256334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C28D4-DA17-0BD3-5DC6-8B6CA22310DE}"/>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8BFBCE80-AA84-A62E-0E12-7EE8BF77FFCD}"/>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AC9943FA-9647-76FA-C2CB-A9B08F636596}"/>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3BD1DE7D-F0FC-DBAC-4053-558B55179E3B}"/>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F49B5588-D79F-C829-64D5-C60999A03264}"/>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E945E1D3-673D-D1D9-6EED-6F0D51F32402}"/>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A321FD5B-7133-3994-F636-75E6CF473489}"/>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14</a:t>
            </a:fld>
            <a:endParaRPr lang="zh-HK" altLang="en-US" sz="1600" dirty="0">
              <a:solidFill>
                <a:schemeClr val="bg1"/>
              </a:solidFill>
            </a:endParaRPr>
          </a:p>
        </p:txBody>
      </p:sp>
      <p:sp>
        <p:nvSpPr>
          <p:cNvPr id="3" name="文本框 2">
            <a:extLst>
              <a:ext uri="{FF2B5EF4-FFF2-40B4-BE49-F238E27FC236}">
                <a16:creationId xmlns:a16="http://schemas.microsoft.com/office/drawing/2014/main" id="{1A94F66A-AAA8-DCAF-57D8-9DCFD8E86FA9}"/>
              </a:ext>
            </a:extLst>
          </p:cNvPr>
          <p:cNvSpPr txBox="1"/>
          <p:nvPr/>
        </p:nvSpPr>
        <p:spPr>
          <a:xfrm>
            <a:off x="120000" y="783839"/>
            <a:ext cx="6909456" cy="400110"/>
          </a:xfrm>
          <a:prstGeom prst="rect">
            <a:avLst/>
          </a:prstGeom>
          <a:noFill/>
        </p:spPr>
        <p:txBody>
          <a:bodyPr wrap="none" rtlCol="0">
            <a:spAutoFit/>
          </a:bodyPr>
          <a:lstStyle/>
          <a:p>
            <a:r>
              <a:rPr lang="en-US" altLang="zh-CN" sz="2000" b="1" dirty="0">
                <a:latin typeface="Times New Roman" panose="02020603050405020304" pitchFamily="18" charset="0"/>
                <a:cs typeface="Times New Roman" panose="02020603050405020304" pitchFamily="18" charset="0"/>
              </a:rPr>
              <a:t>Comparison of single‑, dual‑, and triple‑sensor configurations</a:t>
            </a:r>
            <a:endParaRPr lang="zh-CN" altLang="en-US" sz="2000" b="1" dirty="0">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DB9DCEEB-12FA-0528-4143-3824D73047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0005" y="2141402"/>
            <a:ext cx="5142857" cy="2142857"/>
          </a:xfrm>
          <a:prstGeom prst="rect">
            <a:avLst/>
          </a:prstGeom>
        </p:spPr>
      </p:pic>
      <p:pic>
        <p:nvPicPr>
          <p:cNvPr id="11" name="图片 10">
            <a:extLst>
              <a:ext uri="{FF2B5EF4-FFF2-40B4-BE49-F238E27FC236}">
                <a16:creationId xmlns:a16="http://schemas.microsoft.com/office/drawing/2014/main" id="{742DC6F2-6420-E5A3-70BA-1A122C8D865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88000" y="927780"/>
            <a:ext cx="5057143" cy="5380952"/>
          </a:xfrm>
          <a:prstGeom prst="rect">
            <a:avLst/>
          </a:prstGeom>
        </p:spPr>
      </p:pic>
    </p:spTree>
    <p:extLst>
      <p:ext uri="{BB962C8B-B14F-4D97-AF65-F5344CB8AC3E}">
        <p14:creationId xmlns:p14="http://schemas.microsoft.com/office/powerpoint/2010/main" val="11609999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C28D4-DA17-0BD3-5DC6-8B6CA22310DE}"/>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8BFBCE80-AA84-A62E-0E12-7EE8BF77FFCD}"/>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AC9943FA-9647-76FA-C2CB-A9B08F636596}"/>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3BD1DE7D-F0FC-DBAC-4053-558B55179E3B}"/>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F49B5588-D79F-C829-64D5-C60999A03264}"/>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E945E1D3-673D-D1D9-6EED-6F0D51F32402}"/>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A321FD5B-7133-3994-F636-75E6CF473489}"/>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15</a:t>
            </a:fld>
            <a:endParaRPr lang="zh-HK" altLang="en-US" sz="1600" dirty="0">
              <a:solidFill>
                <a:schemeClr val="bg1"/>
              </a:solidFill>
            </a:endParaRPr>
          </a:p>
        </p:txBody>
      </p:sp>
      <p:sp>
        <p:nvSpPr>
          <p:cNvPr id="3" name="文本框 2">
            <a:extLst>
              <a:ext uri="{FF2B5EF4-FFF2-40B4-BE49-F238E27FC236}">
                <a16:creationId xmlns:a16="http://schemas.microsoft.com/office/drawing/2014/main" id="{1A94F66A-AAA8-DCAF-57D8-9DCFD8E86FA9}"/>
              </a:ext>
            </a:extLst>
          </p:cNvPr>
          <p:cNvSpPr txBox="1"/>
          <p:nvPr/>
        </p:nvSpPr>
        <p:spPr>
          <a:xfrm>
            <a:off x="349001" y="783839"/>
            <a:ext cx="5951437" cy="400110"/>
          </a:xfrm>
          <a:prstGeom prst="rect">
            <a:avLst/>
          </a:prstGeom>
          <a:noFill/>
        </p:spPr>
        <p:txBody>
          <a:bodyPr wrap="none" rtlCol="0">
            <a:spAutoFit/>
          </a:bodyPr>
          <a:lstStyle/>
          <a:p>
            <a:r>
              <a:rPr lang="en-US" altLang="zh-CN" sz="2000" b="1" dirty="0">
                <a:latin typeface="Times New Roman" panose="02020603050405020304" pitchFamily="18" charset="0"/>
                <a:cs typeface="Times New Roman" panose="02020603050405020304" pitchFamily="18" charset="0"/>
              </a:rPr>
              <a:t>Comparison With Different Sensor Fusion Strategies</a:t>
            </a:r>
            <a:endParaRPr lang="zh-CN" altLang="en-US" sz="2000" b="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B04E70B3-7A2D-B9E8-71DB-0A438572A1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5603" y="1512791"/>
            <a:ext cx="5047619" cy="4247619"/>
          </a:xfrm>
          <a:prstGeom prst="rect">
            <a:avLst/>
          </a:prstGeom>
        </p:spPr>
      </p:pic>
      <p:pic>
        <p:nvPicPr>
          <p:cNvPr id="6" name="图片 5">
            <a:extLst>
              <a:ext uri="{FF2B5EF4-FFF2-40B4-BE49-F238E27FC236}">
                <a16:creationId xmlns:a16="http://schemas.microsoft.com/office/drawing/2014/main" id="{CB6C1DA0-8299-E8B9-9F3F-5D547B48BF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06574" y="273191"/>
            <a:ext cx="5095238" cy="4523809"/>
          </a:xfrm>
          <a:prstGeom prst="rect">
            <a:avLst/>
          </a:prstGeom>
        </p:spPr>
      </p:pic>
      <p:pic>
        <p:nvPicPr>
          <p:cNvPr id="9" name="图片 8">
            <a:extLst>
              <a:ext uri="{FF2B5EF4-FFF2-40B4-BE49-F238E27FC236}">
                <a16:creationId xmlns:a16="http://schemas.microsoft.com/office/drawing/2014/main" id="{20FE8757-A7F8-A83C-78DE-2F2285B79DE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39437" y="4797000"/>
            <a:ext cx="4928563" cy="1751550"/>
          </a:xfrm>
          <a:prstGeom prst="rect">
            <a:avLst/>
          </a:prstGeom>
        </p:spPr>
      </p:pic>
    </p:spTree>
    <p:extLst>
      <p:ext uri="{BB962C8B-B14F-4D97-AF65-F5344CB8AC3E}">
        <p14:creationId xmlns:p14="http://schemas.microsoft.com/office/powerpoint/2010/main" val="12504709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 name="组合 108"/>
          <p:cNvGrpSpPr/>
          <p:nvPr/>
        </p:nvGrpSpPr>
        <p:grpSpPr>
          <a:xfrm>
            <a:off x="1524000" y="6569404"/>
            <a:ext cx="9144000" cy="288596"/>
            <a:chOff x="0" y="6569404"/>
            <a:chExt cx="9144000" cy="288596"/>
          </a:xfrm>
        </p:grpSpPr>
        <p:sp>
          <p:nvSpPr>
            <p:cNvPr id="110"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11"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3"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66"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sp>
        <p:nvSpPr>
          <p:cNvPr id="7" name="灯片编号占位符 6">
            <a:extLst>
              <a:ext uri="{FF2B5EF4-FFF2-40B4-BE49-F238E27FC236}">
                <a16:creationId xmlns:a16="http://schemas.microsoft.com/office/drawing/2014/main" id="{D72DC067-6454-5C44-5478-3C2D99CA6DBC}"/>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16</a:t>
            </a:fld>
            <a:endParaRPr lang="zh-HK" altLang="en-US">
              <a:solidFill>
                <a:prstClr val="black">
                  <a:tint val="75000"/>
                </a:prstClr>
              </a:solidFill>
            </a:endParaRPr>
          </a:p>
        </p:txBody>
      </p:sp>
      <p:grpSp>
        <p:nvGrpSpPr>
          <p:cNvPr id="8" name="组合 7">
            <a:extLst>
              <a:ext uri="{FF2B5EF4-FFF2-40B4-BE49-F238E27FC236}">
                <a16:creationId xmlns:a16="http://schemas.microsoft.com/office/drawing/2014/main" id="{0A1864C7-D576-1BFC-9C32-9970CA7847B7}"/>
              </a:ext>
            </a:extLst>
          </p:cNvPr>
          <p:cNvGrpSpPr/>
          <p:nvPr/>
        </p:nvGrpSpPr>
        <p:grpSpPr>
          <a:xfrm>
            <a:off x="-1" y="6553200"/>
            <a:ext cx="12192001" cy="304800"/>
            <a:chOff x="0" y="6569404"/>
            <a:chExt cx="9144000" cy="288000"/>
          </a:xfrm>
        </p:grpSpPr>
        <p:sp>
          <p:nvSpPr>
            <p:cNvPr id="9" name="矩形 8">
              <a:extLst>
                <a:ext uri="{FF2B5EF4-FFF2-40B4-BE49-F238E27FC236}">
                  <a16:creationId xmlns:a16="http://schemas.microsoft.com/office/drawing/2014/main" id="{AF016458-5FED-AF55-ADAE-409033E334EA}"/>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CC8E0358-54C8-7C0C-D39E-08D973659E64}"/>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a:extLst>
              <a:ext uri="{FF2B5EF4-FFF2-40B4-BE49-F238E27FC236}">
                <a16:creationId xmlns:a16="http://schemas.microsoft.com/office/drawing/2014/main" id="{065D8500-7A0C-7EA1-C76B-C1DF81943882}"/>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16</a:t>
            </a:fld>
            <a:endParaRPr lang="zh-HK" altLang="en-US" sz="1600" dirty="0">
              <a:solidFill>
                <a:schemeClr val="bg1"/>
              </a:solidFill>
            </a:endParaRPr>
          </a:p>
        </p:txBody>
      </p:sp>
      <p:pic>
        <p:nvPicPr>
          <p:cNvPr id="24" name="图片 23">
            <a:extLst>
              <a:ext uri="{FF2B5EF4-FFF2-40B4-BE49-F238E27FC236}">
                <a16:creationId xmlns:a16="http://schemas.microsoft.com/office/drawing/2014/main" id="{2E7D5127-C24F-6A7D-5B34-F0A1F5CA65D7}"/>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67" name="组合 18">
            <a:extLst>
              <a:ext uri="{FF2B5EF4-FFF2-40B4-BE49-F238E27FC236}">
                <a16:creationId xmlns:a16="http://schemas.microsoft.com/office/drawing/2014/main" id="{4F4B3B72-1112-4CE0-9C55-56CA3A0F8C45}"/>
              </a:ext>
            </a:extLst>
          </p:cNvPr>
          <p:cNvGrpSpPr/>
          <p:nvPr/>
        </p:nvGrpSpPr>
        <p:grpSpPr bwMode="auto">
          <a:xfrm>
            <a:off x="2409457" y="2650330"/>
            <a:ext cx="1505450" cy="1479472"/>
            <a:chOff x="1709739" y="2636838"/>
            <a:chExt cx="1590160" cy="1584325"/>
          </a:xfrm>
          <a:solidFill>
            <a:srgbClr val="044875"/>
          </a:solidFill>
        </p:grpSpPr>
        <p:sp>
          <p:nvSpPr>
            <p:cNvPr id="68" name="Freeform 6">
              <a:extLst>
                <a:ext uri="{FF2B5EF4-FFF2-40B4-BE49-F238E27FC236}">
                  <a16:creationId xmlns:a16="http://schemas.microsoft.com/office/drawing/2014/main" id="{6D56F852-A466-426C-8419-DA70488DF3BF}"/>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7">
              <a:extLst>
                <a:ext uri="{FF2B5EF4-FFF2-40B4-BE49-F238E27FC236}">
                  <a16:creationId xmlns:a16="http://schemas.microsoft.com/office/drawing/2014/main" id="{1CAFAF37-C2C2-4B4E-A11F-6688675D38E7}"/>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8">
              <a:extLst>
                <a:ext uri="{FF2B5EF4-FFF2-40B4-BE49-F238E27FC236}">
                  <a16:creationId xmlns:a16="http://schemas.microsoft.com/office/drawing/2014/main" id="{A7E6BDDD-830F-4C38-8C40-869A13E61944}"/>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1" name="Freeform 9">
              <a:extLst>
                <a:ext uri="{FF2B5EF4-FFF2-40B4-BE49-F238E27FC236}">
                  <a16:creationId xmlns:a16="http://schemas.microsoft.com/office/drawing/2014/main" id="{47B9CF8A-402F-44C7-9B6C-3981649071BF}"/>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2" name="Freeform 10">
              <a:extLst>
                <a:ext uri="{FF2B5EF4-FFF2-40B4-BE49-F238E27FC236}">
                  <a16:creationId xmlns:a16="http://schemas.microsoft.com/office/drawing/2014/main" id="{B66EAF6B-0748-472B-943C-1070775E93B1}"/>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3" name="Freeform 11">
              <a:extLst>
                <a:ext uri="{FF2B5EF4-FFF2-40B4-BE49-F238E27FC236}">
                  <a16:creationId xmlns:a16="http://schemas.microsoft.com/office/drawing/2014/main" id="{7D24E581-A7A5-4CDB-BB32-CD61869E6752}"/>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4" name="Freeform 12">
              <a:extLst>
                <a:ext uri="{FF2B5EF4-FFF2-40B4-BE49-F238E27FC236}">
                  <a16:creationId xmlns:a16="http://schemas.microsoft.com/office/drawing/2014/main" id="{FDA1F43C-7CE0-4598-B8BE-744ED67238FD}"/>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5" name="Freeform 13">
              <a:extLst>
                <a:ext uri="{FF2B5EF4-FFF2-40B4-BE49-F238E27FC236}">
                  <a16:creationId xmlns:a16="http://schemas.microsoft.com/office/drawing/2014/main" id="{058DAFF1-766E-48D2-B288-B90CE383D4FC}"/>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6" name="Freeform 14">
              <a:extLst>
                <a:ext uri="{FF2B5EF4-FFF2-40B4-BE49-F238E27FC236}">
                  <a16:creationId xmlns:a16="http://schemas.microsoft.com/office/drawing/2014/main" id="{42CC6597-35D9-43B5-A3ED-63614DD410DA}"/>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7" name="文本框 76">
            <a:extLst>
              <a:ext uri="{FF2B5EF4-FFF2-40B4-BE49-F238E27FC236}">
                <a16:creationId xmlns:a16="http://schemas.microsoft.com/office/drawing/2014/main" id="{57DAAB26-BD15-492B-97E8-B6E4D7B680B6}"/>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8" name="组合 77">
            <a:extLst>
              <a:ext uri="{FF2B5EF4-FFF2-40B4-BE49-F238E27FC236}">
                <a16:creationId xmlns:a16="http://schemas.microsoft.com/office/drawing/2014/main" id="{D2344DC4-9F2C-4ED8-8B17-C227EEA5B48D}"/>
              </a:ext>
            </a:extLst>
          </p:cNvPr>
          <p:cNvGrpSpPr/>
          <p:nvPr>
            <p:custDataLst>
              <p:tags r:id="rId1"/>
            </p:custDataLst>
          </p:nvPr>
        </p:nvGrpSpPr>
        <p:grpSpPr>
          <a:xfrm>
            <a:off x="4523741" y="2047924"/>
            <a:ext cx="5370513" cy="534987"/>
            <a:chOff x="3281952" y="1484784"/>
            <a:chExt cx="5370513" cy="534987"/>
          </a:xfrm>
        </p:grpSpPr>
        <p:grpSp>
          <p:nvGrpSpPr>
            <p:cNvPr id="79" name="组合 78">
              <a:extLst>
                <a:ext uri="{FF2B5EF4-FFF2-40B4-BE49-F238E27FC236}">
                  <a16:creationId xmlns:a16="http://schemas.microsoft.com/office/drawing/2014/main" id="{89972190-B8B9-4CDB-98A6-E09DCD77CDD2}"/>
                </a:ext>
              </a:extLst>
            </p:cNvPr>
            <p:cNvGrpSpPr/>
            <p:nvPr/>
          </p:nvGrpSpPr>
          <p:grpSpPr>
            <a:xfrm>
              <a:off x="3943940" y="1484784"/>
              <a:ext cx="4708525" cy="534987"/>
              <a:chOff x="3943940" y="1626760"/>
              <a:chExt cx="4708525" cy="534987"/>
            </a:xfrm>
          </p:grpSpPr>
          <p:sp>
            <p:nvSpPr>
              <p:cNvPr id="83" name="Freeform 74">
                <a:extLst>
                  <a:ext uri="{FF2B5EF4-FFF2-40B4-BE49-F238E27FC236}">
                    <a16:creationId xmlns:a16="http://schemas.microsoft.com/office/drawing/2014/main" id="{965C614A-78EF-4F5B-8B7B-F2A84706EA05}"/>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84" name="文本框 20">
                <a:extLst>
                  <a:ext uri="{FF2B5EF4-FFF2-40B4-BE49-F238E27FC236}">
                    <a16:creationId xmlns:a16="http://schemas.microsoft.com/office/drawing/2014/main" id="{0AECAA5A-E96F-4BBF-B707-57EA00AE266E}"/>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85" name="矩形 84">
                <a:extLst>
                  <a:ext uri="{FF2B5EF4-FFF2-40B4-BE49-F238E27FC236}">
                    <a16:creationId xmlns:a16="http://schemas.microsoft.com/office/drawing/2014/main" id="{24283366-B30C-441B-888B-3F54623FE6B2}"/>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7" name="直接连接符 86">
                <a:extLst>
                  <a:ext uri="{FF2B5EF4-FFF2-40B4-BE49-F238E27FC236}">
                    <a16:creationId xmlns:a16="http://schemas.microsoft.com/office/drawing/2014/main" id="{1BDB7EE8-BB2D-40E3-AE5F-51E9C9E1C8B1}"/>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80" name="组合 79">
              <a:extLst>
                <a:ext uri="{FF2B5EF4-FFF2-40B4-BE49-F238E27FC236}">
                  <a16:creationId xmlns:a16="http://schemas.microsoft.com/office/drawing/2014/main" id="{B405A948-24DE-4B52-B45E-88718AC2C2A9}"/>
                </a:ext>
              </a:extLst>
            </p:cNvPr>
            <p:cNvGrpSpPr/>
            <p:nvPr/>
          </p:nvGrpSpPr>
          <p:grpSpPr>
            <a:xfrm>
              <a:off x="3281952" y="1484784"/>
              <a:ext cx="689642" cy="534987"/>
              <a:chOff x="3281952" y="1626760"/>
              <a:chExt cx="689642" cy="534987"/>
            </a:xfrm>
          </p:grpSpPr>
          <p:sp>
            <p:nvSpPr>
              <p:cNvPr id="81" name="矩形 80">
                <a:extLst>
                  <a:ext uri="{FF2B5EF4-FFF2-40B4-BE49-F238E27FC236}">
                    <a16:creationId xmlns:a16="http://schemas.microsoft.com/office/drawing/2014/main" id="{20DA4F1E-C999-485D-B24D-50BA390E67EF}"/>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2" name="文本框 18">
                <a:extLst>
                  <a:ext uri="{FF2B5EF4-FFF2-40B4-BE49-F238E27FC236}">
                    <a16:creationId xmlns:a16="http://schemas.microsoft.com/office/drawing/2014/main" id="{C041ABC9-E4EE-42E5-887A-075619736F15}"/>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8" name="组合 87">
            <a:extLst>
              <a:ext uri="{FF2B5EF4-FFF2-40B4-BE49-F238E27FC236}">
                <a16:creationId xmlns:a16="http://schemas.microsoft.com/office/drawing/2014/main" id="{A2C0EBBD-46D7-4207-957B-ED21CEE3930E}"/>
              </a:ext>
            </a:extLst>
          </p:cNvPr>
          <p:cNvGrpSpPr/>
          <p:nvPr>
            <p:custDataLst>
              <p:tags r:id="rId2"/>
            </p:custDataLst>
          </p:nvPr>
        </p:nvGrpSpPr>
        <p:grpSpPr>
          <a:xfrm>
            <a:off x="4503593" y="3688642"/>
            <a:ext cx="5372100" cy="534987"/>
            <a:chOff x="3261805" y="3188752"/>
            <a:chExt cx="5372100" cy="534987"/>
          </a:xfrm>
        </p:grpSpPr>
        <p:grpSp>
          <p:nvGrpSpPr>
            <p:cNvPr id="91" name="组合 90">
              <a:extLst>
                <a:ext uri="{FF2B5EF4-FFF2-40B4-BE49-F238E27FC236}">
                  <a16:creationId xmlns:a16="http://schemas.microsoft.com/office/drawing/2014/main" id="{F92C03BE-65E4-4480-82C0-9DB5A99A3CC7}"/>
                </a:ext>
              </a:extLst>
            </p:cNvPr>
            <p:cNvGrpSpPr/>
            <p:nvPr/>
          </p:nvGrpSpPr>
          <p:grpSpPr>
            <a:xfrm>
              <a:off x="3261805" y="3188752"/>
              <a:ext cx="689593" cy="534987"/>
              <a:chOff x="3261805" y="3188752"/>
              <a:chExt cx="689593" cy="534987"/>
            </a:xfrm>
          </p:grpSpPr>
          <p:sp>
            <p:nvSpPr>
              <p:cNvPr id="103" name="矩形 102">
                <a:extLst>
                  <a:ext uri="{FF2B5EF4-FFF2-40B4-BE49-F238E27FC236}">
                    <a16:creationId xmlns:a16="http://schemas.microsoft.com/office/drawing/2014/main" id="{0088DFEA-7C96-4145-8936-3E750168ED57}"/>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4" name="文本框 86">
                <a:extLst>
                  <a:ext uri="{FF2B5EF4-FFF2-40B4-BE49-F238E27FC236}">
                    <a16:creationId xmlns:a16="http://schemas.microsoft.com/office/drawing/2014/main" id="{20E3A24E-D6F7-49F3-B639-A64E3A6BCF0D}"/>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95" name="组合 94">
              <a:extLst>
                <a:ext uri="{FF2B5EF4-FFF2-40B4-BE49-F238E27FC236}">
                  <a16:creationId xmlns:a16="http://schemas.microsoft.com/office/drawing/2014/main" id="{2C607980-899F-4ED3-AB4F-FF72F2E12BFA}"/>
                </a:ext>
              </a:extLst>
            </p:cNvPr>
            <p:cNvGrpSpPr/>
            <p:nvPr/>
          </p:nvGrpSpPr>
          <p:grpSpPr>
            <a:xfrm>
              <a:off x="3923792" y="3188752"/>
              <a:ext cx="4710113" cy="534987"/>
              <a:chOff x="3923792" y="3188752"/>
              <a:chExt cx="4710113" cy="534987"/>
            </a:xfrm>
          </p:grpSpPr>
          <p:sp>
            <p:nvSpPr>
              <p:cNvPr id="99" name="文本框 81">
                <a:extLst>
                  <a:ext uri="{FF2B5EF4-FFF2-40B4-BE49-F238E27FC236}">
                    <a16:creationId xmlns:a16="http://schemas.microsoft.com/office/drawing/2014/main" id="{3B659916-9D0E-4555-B612-38751A98F437}"/>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0" name="矩形 99">
                <a:extLst>
                  <a:ext uri="{FF2B5EF4-FFF2-40B4-BE49-F238E27FC236}">
                    <a16:creationId xmlns:a16="http://schemas.microsoft.com/office/drawing/2014/main" id="{C8AEA70D-0605-436F-9FAB-4DFAD5EB981E}"/>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1" name="直接连接符 100">
                <a:extLst>
                  <a:ext uri="{FF2B5EF4-FFF2-40B4-BE49-F238E27FC236}">
                    <a16:creationId xmlns:a16="http://schemas.microsoft.com/office/drawing/2014/main" id="{B2F39B48-40EE-4AE9-A60D-F033E79E09BC}"/>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2" name="Freeform 71">
                <a:extLst>
                  <a:ext uri="{FF2B5EF4-FFF2-40B4-BE49-F238E27FC236}">
                    <a16:creationId xmlns:a16="http://schemas.microsoft.com/office/drawing/2014/main" id="{1BD051D1-9D87-42D9-8659-9F6B8796AB83}"/>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5" name="组合 104">
            <a:extLst>
              <a:ext uri="{FF2B5EF4-FFF2-40B4-BE49-F238E27FC236}">
                <a16:creationId xmlns:a16="http://schemas.microsoft.com/office/drawing/2014/main" id="{C611EC0C-7CEC-462C-96FC-1D09093E5D30}"/>
              </a:ext>
            </a:extLst>
          </p:cNvPr>
          <p:cNvGrpSpPr/>
          <p:nvPr>
            <p:custDataLst>
              <p:tags r:id="rId3"/>
            </p:custDataLst>
          </p:nvPr>
        </p:nvGrpSpPr>
        <p:grpSpPr>
          <a:xfrm>
            <a:off x="4503593" y="4509001"/>
            <a:ext cx="5372100" cy="534987"/>
            <a:chOff x="3261805" y="4046141"/>
            <a:chExt cx="5372100" cy="534987"/>
          </a:xfrm>
        </p:grpSpPr>
        <p:grpSp>
          <p:nvGrpSpPr>
            <p:cNvPr id="106" name="组合 105">
              <a:extLst>
                <a:ext uri="{FF2B5EF4-FFF2-40B4-BE49-F238E27FC236}">
                  <a16:creationId xmlns:a16="http://schemas.microsoft.com/office/drawing/2014/main" id="{7BE24A72-8444-4978-A874-447324F54CF3}"/>
                </a:ext>
              </a:extLst>
            </p:cNvPr>
            <p:cNvGrpSpPr/>
            <p:nvPr/>
          </p:nvGrpSpPr>
          <p:grpSpPr>
            <a:xfrm>
              <a:off x="3261805" y="4046141"/>
              <a:ext cx="689447" cy="534987"/>
              <a:chOff x="3261805" y="3969748"/>
              <a:chExt cx="689447" cy="534987"/>
            </a:xfrm>
          </p:grpSpPr>
          <p:sp>
            <p:nvSpPr>
              <p:cNvPr id="115" name="矩形 114">
                <a:extLst>
                  <a:ext uri="{FF2B5EF4-FFF2-40B4-BE49-F238E27FC236}">
                    <a16:creationId xmlns:a16="http://schemas.microsoft.com/office/drawing/2014/main" id="{E8F5DB9C-16BD-4CD5-9CE2-B9CFECD87AF4}"/>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6" name="文本框 131">
                <a:extLst>
                  <a:ext uri="{FF2B5EF4-FFF2-40B4-BE49-F238E27FC236}">
                    <a16:creationId xmlns:a16="http://schemas.microsoft.com/office/drawing/2014/main" id="{7F2523E2-4A08-4AD4-B339-97137A301499}"/>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107" name="组合 106">
              <a:extLst>
                <a:ext uri="{FF2B5EF4-FFF2-40B4-BE49-F238E27FC236}">
                  <a16:creationId xmlns:a16="http://schemas.microsoft.com/office/drawing/2014/main" id="{FA47ACB0-DE5F-48DB-AFD5-10E93E9AAFFD}"/>
                </a:ext>
              </a:extLst>
            </p:cNvPr>
            <p:cNvGrpSpPr/>
            <p:nvPr/>
          </p:nvGrpSpPr>
          <p:grpSpPr>
            <a:xfrm>
              <a:off x="3923792" y="4046141"/>
              <a:ext cx="4710113" cy="534987"/>
              <a:chOff x="3923792" y="3969748"/>
              <a:chExt cx="4710113" cy="534987"/>
            </a:xfrm>
          </p:grpSpPr>
          <p:sp>
            <p:nvSpPr>
              <p:cNvPr id="108" name="文本框 126">
                <a:extLst>
                  <a:ext uri="{FF2B5EF4-FFF2-40B4-BE49-F238E27FC236}">
                    <a16:creationId xmlns:a16="http://schemas.microsoft.com/office/drawing/2014/main" id="{716FD88E-995F-426B-A5C1-F56B657F2788}"/>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12" name="矩形 111">
                <a:extLst>
                  <a:ext uri="{FF2B5EF4-FFF2-40B4-BE49-F238E27FC236}">
                    <a16:creationId xmlns:a16="http://schemas.microsoft.com/office/drawing/2014/main" id="{6D02989E-C02A-4DC4-89A8-1A3FE4067E8B}"/>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3" name="直接连接符 112">
                <a:extLst>
                  <a:ext uri="{FF2B5EF4-FFF2-40B4-BE49-F238E27FC236}">
                    <a16:creationId xmlns:a16="http://schemas.microsoft.com/office/drawing/2014/main" id="{1C90C3CE-0D58-48FA-AE66-1C3EAFB3896C}"/>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4" name="Freeform 306">
                <a:extLst>
                  <a:ext uri="{FF2B5EF4-FFF2-40B4-BE49-F238E27FC236}">
                    <a16:creationId xmlns:a16="http://schemas.microsoft.com/office/drawing/2014/main" id="{E466659E-8FE1-4BA3-919D-2AB4C1CB8B41}"/>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117" name="组合 116">
            <a:extLst>
              <a:ext uri="{FF2B5EF4-FFF2-40B4-BE49-F238E27FC236}">
                <a16:creationId xmlns:a16="http://schemas.microsoft.com/office/drawing/2014/main" id="{072634BD-43B4-4F9C-8BC7-9DA097FCDD50}"/>
              </a:ext>
            </a:extLst>
          </p:cNvPr>
          <p:cNvGrpSpPr/>
          <p:nvPr>
            <p:custDataLst>
              <p:tags r:id="rId4"/>
            </p:custDataLst>
          </p:nvPr>
        </p:nvGrpSpPr>
        <p:grpSpPr>
          <a:xfrm>
            <a:off x="4517645" y="2868283"/>
            <a:ext cx="5370513" cy="534987"/>
            <a:chOff x="3275856" y="2348880"/>
            <a:chExt cx="5370513" cy="534987"/>
          </a:xfrm>
        </p:grpSpPr>
        <p:grpSp>
          <p:nvGrpSpPr>
            <p:cNvPr id="118" name="组合 117">
              <a:extLst>
                <a:ext uri="{FF2B5EF4-FFF2-40B4-BE49-F238E27FC236}">
                  <a16:creationId xmlns:a16="http://schemas.microsoft.com/office/drawing/2014/main" id="{B0F98D02-F491-47E1-A265-8F60B171BCF7}"/>
                </a:ext>
              </a:extLst>
            </p:cNvPr>
            <p:cNvGrpSpPr/>
            <p:nvPr/>
          </p:nvGrpSpPr>
          <p:grpSpPr>
            <a:xfrm>
              <a:off x="3275856" y="2348880"/>
              <a:ext cx="689474" cy="534987"/>
              <a:chOff x="3275856" y="2407756"/>
              <a:chExt cx="689474" cy="534987"/>
            </a:xfrm>
          </p:grpSpPr>
          <p:sp>
            <p:nvSpPr>
              <p:cNvPr id="124" name="矩形 123">
                <a:extLst>
                  <a:ext uri="{FF2B5EF4-FFF2-40B4-BE49-F238E27FC236}">
                    <a16:creationId xmlns:a16="http://schemas.microsoft.com/office/drawing/2014/main" id="{367B2F9B-9FB2-498C-AD93-DAC733D47948}"/>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5" name="文本框 78">
                <a:extLst>
                  <a:ext uri="{FF2B5EF4-FFF2-40B4-BE49-F238E27FC236}">
                    <a16:creationId xmlns:a16="http://schemas.microsoft.com/office/drawing/2014/main" id="{DAD6E879-E510-40FC-87E1-4935F06844FD}"/>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19" name="组合 118">
              <a:extLst>
                <a:ext uri="{FF2B5EF4-FFF2-40B4-BE49-F238E27FC236}">
                  <a16:creationId xmlns:a16="http://schemas.microsoft.com/office/drawing/2014/main" id="{CDF420F0-3708-4C04-934E-AAEAB0788A2E}"/>
                </a:ext>
              </a:extLst>
            </p:cNvPr>
            <p:cNvGrpSpPr/>
            <p:nvPr/>
          </p:nvGrpSpPr>
          <p:grpSpPr>
            <a:xfrm>
              <a:off x="3937844" y="2348880"/>
              <a:ext cx="4708525" cy="534987"/>
              <a:chOff x="3937844" y="2407756"/>
              <a:chExt cx="4708525" cy="534987"/>
            </a:xfrm>
          </p:grpSpPr>
          <p:sp>
            <p:nvSpPr>
              <p:cNvPr id="120" name="文本框 73">
                <a:extLst>
                  <a:ext uri="{FF2B5EF4-FFF2-40B4-BE49-F238E27FC236}">
                    <a16:creationId xmlns:a16="http://schemas.microsoft.com/office/drawing/2014/main" id="{02730070-61B1-49F7-9068-492DABCD78C8}"/>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21" name="矩形 120">
                <a:extLst>
                  <a:ext uri="{FF2B5EF4-FFF2-40B4-BE49-F238E27FC236}">
                    <a16:creationId xmlns:a16="http://schemas.microsoft.com/office/drawing/2014/main" id="{A61893DD-082A-48F3-8F5C-5D39568D1CCB}"/>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22" name="直接连接符 121">
                <a:extLst>
                  <a:ext uri="{FF2B5EF4-FFF2-40B4-BE49-F238E27FC236}">
                    <a16:creationId xmlns:a16="http://schemas.microsoft.com/office/drawing/2014/main" id="{2975DF1B-F386-4182-B0F3-C5E835BCF4C6}"/>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3" name="Freeform 30">
                <a:extLst>
                  <a:ext uri="{FF2B5EF4-FFF2-40B4-BE49-F238E27FC236}">
                    <a16:creationId xmlns:a16="http://schemas.microsoft.com/office/drawing/2014/main" id="{92B711A4-043B-4289-9DCD-651E549DD05B}"/>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extLst>
      <p:ext uri="{BB962C8B-B14F-4D97-AF65-F5344CB8AC3E}">
        <p14:creationId xmlns:p14="http://schemas.microsoft.com/office/powerpoint/2010/main" val="289430102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8687" y="72603"/>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2" name="矩形 1">
            <a:extLst>
              <a:ext uri="{FF2B5EF4-FFF2-40B4-BE49-F238E27FC236}">
                <a16:creationId xmlns:a16="http://schemas.microsoft.com/office/drawing/2014/main" id="{217CA8A0-117C-ECF6-3E56-C80BB0734895}"/>
              </a:ext>
            </a:extLst>
          </p:cNvPr>
          <p:cNvSpPr/>
          <p:nvPr/>
        </p:nvSpPr>
        <p:spPr>
          <a:xfrm>
            <a:off x="336000" y="1168716"/>
            <a:ext cx="11469725" cy="2236668"/>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4" name="文本框 13">
            <a:extLst>
              <a:ext uri="{FF2B5EF4-FFF2-40B4-BE49-F238E27FC236}">
                <a16:creationId xmlns:a16="http://schemas.microsoft.com/office/drawing/2014/main" id="{2DB8B6C8-30C2-5C92-FEC7-B03CAA2CB12B}"/>
              </a:ext>
            </a:extLst>
          </p:cNvPr>
          <p:cNvSpPr txBox="1"/>
          <p:nvPr/>
        </p:nvSpPr>
        <p:spPr>
          <a:xfrm>
            <a:off x="479999" y="1422037"/>
            <a:ext cx="11215537" cy="1704569"/>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marL="285750" indent="-285750" algn="just">
              <a:lnSpc>
                <a:spcPct val="150000"/>
              </a:lnSpc>
              <a:buFont typeface="Wingdings" panose="05000000000000000000" pitchFamily="2" charset="2"/>
              <a:buChar char="l"/>
            </a:pPr>
            <a:r>
              <a:rPr lang="en-US" altLang="zh-CN" dirty="0">
                <a:latin typeface="Times New Roman" panose="02020603050405020304" pitchFamily="18" charset="0"/>
                <a:cs typeface="Times New Roman" panose="02020603050405020304" pitchFamily="18" charset="0"/>
              </a:rPr>
              <a:t>A novel two-level </a:t>
            </a:r>
            <a:r>
              <a:rPr lang="en-US" altLang="zh-CN" dirty="0" err="1">
                <a:latin typeface="Times New Roman" panose="02020603050405020304" pitchFamily="18" charset="0"/>
                <a:cs typeface="Times New Roman" panose="02020603050405020304" pitchFamily="18" charset="0"/>
              </a:rPr>
              <a:t>multisensor</a:t>
            </a:r>
            <a:r>
              <a:rPr lang="en-US" altLang="zh-CN" dirty="0">
                <a:latin typeface="Times New Roman" panose="02020603050405020304" pitchFamily="18" charset="0"/>
                <a:cs typeface="Times New Roman" panose="02020603050405020304" pitchFamily="18" charset="0"/>
              </a:rPr>
              <a:t> fusion architecture integrates UHF, AE, and CE data and features, enhancing representations and achieving 95.86% diagnostic accuracy, significantly outperforming single-sensor baselines.\</a:t>
            </a:r>
          </a:p>
          <a:p>
            <a:pPr marL="285750" indent="-285750" algn="just">
              <a:lnSpc>
                <a:spcPct val="150000"/>
              </a:lnSpc>
              <a:buFont typeface="Wingdings" panose="05000000000000000000" pitchFamily="2" charset="2"/>
              <a:buChar char="l"/>
            </a:pPr>
            <a:r>
              <a:rPr lang="en-US" altLang="zh-CN" dirty="0">
                <a:latin typeface="Times New Roman" panose="02020603050405020304" pitchFamily="18" charset="0"/>
                <a:cs typeface="Times New Roman" panose="02020603050405020304" pitchFamily="18" charset="0"/>
              </a:rPr>
              <a:t>Future work will focus on improving robustness to rare defect types and label noise, extending the framework to PD-based diagnosis of other power equipment.</a:t>
            </a:r>
            <a:endParaRPr lang="zh-CN" altLang="en-US" dirty="0">
              <a:latin typeface="Times New Roman" panose="02020603050405020304" pitchFamily="18" charset="0"/>
              <a:cs typeface="Times New Roman" panose="02020603050405020304" pitchFamily="18" charset="0"/>
            </a:endParaRPr>
          </a:p>
        </p:txBody>
      </p:sp>
      <p:grpSp>
        <p:nvGrpSpPr>
          <p:cNvPr id="20" name="组合 19">
            <a:extLst>
              <a:ext uri="{FF2B5EF4-FFF2-40B4-BE49-F238E27FC236}">
                <a16:creationId xmlns:a16="http://schemas.microsoft.com/office/drawing/2014/main" id="{9989C16C-EBA7-3EA7-32F2-46CAA12CC5D8}"/>
              </a:ext>
            </a:extLst>
          </p:cNvPr>
          <p:cNvGrpSpPr/>
          <p:nvPr/>
        </p:nvGrpSpPr>
        <p:grpSpPr>
          <a:xfrm>
            <a:off x="-1" y="6553200"/>
            <a:ext cx="12192001" cy="304800"/>
            <a:chOff x="0" y="6569404"/>
            <a:chExt cx="9144000" cy="288000"/>
          </a:xfrm>
        </p:grpSpPr>
        <p:sp>
          <p:nvSpPr>
            <p:cNvPr id="21" name="矩形 20">
              <a:extLst>
                <a:ext uri="{FF2B5EF4-FFF2-40B4-BE49-F238E27FC236}">
                  <a16:creationId xmlns:a16="http://schemas.microsoft.com/office/drawing/2014/main" id="{8D450375-0972-524A-0970-BB04647BFC53}"/>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68A0CC05-1CE4-DBC0-2306-1BCFD0C6DAE1}"/>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3" name="灯片编号占位符 5">
            <a:extLst>
              <a:ext uri="{FF2B5EF4-FFF2-40B4-BE49-F238E27FC236}">
                <a16:creationId xmlns:a16="http://schemas.microsoft.com/office/drawing/2014/main" id="{707D6DD2-8B0A-7214-1CE8-1F0C7BEBEE78}"/>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17</a:t>
            </a:fld>
            <a:endParaRPr lang="zh-HK" altLang="en-US" sz="1600" dirty="0">
              <a:solidFill>
                <a:schemeClr val="bg1"/>
              </a:solidFill>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D6C27-E4BB-7A47-DCAE-6EE08AC1E956}"/>
            </a:ext>
          </a:extLst>
        </p:cNvPr>
        <p:cNvGrpSpPr/>
        <p:nvPr/>
      </p:nvGrpSpPr>
      <p:grpSpPr>
        <a:xfrm>
          <a:off x="0" y="0"/>
          <a:ext cx="0" cy="0"/>
          <a:chOff x="0" y="0"/>
          <a:chExt cx="0" cy="0"/>
        </a:xfrm>
      </p:grpSpPr>
      <p:pic>
        <p:nvPicPr>
          <p:cNvPr id="21" name="图片 20">
            <a:extLst>
              <a:ext uri="{FF2B5EF4-FFF2-40B4-BE49-F238E27FC236}">
                <a16:creationId xmlns:a16="http://schemas.microsoft.com/office/drawing/2014/main" id="{48AC8C14-2BCE-4443-410B-C398A6D56C8F}"/>
              </a:ext>
            </a:extLst>
          </p:cNvPr>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4" name="组合 3">
            <a:extLst>
              <a:ext uri="{FF2B5EF4-FFF2-40B4-BE49-F238E27FC236}">
                <a16:creationId xmlns:a16="http://schemas.microsoft.com/office/drawing/2014/main" id="{029750F5-B461-7072-FF76-109A849A2CF2}"/>
              </a:ext>
            </a:extLst>
          </p:cNvPr>
          <p:cNvGrpSpPr/>
          <p:nvPr/>
        </p:nvGrpSpPr>
        <p:grpSpPr>
          <a:xfrm>
            <a:off x="-375" y="1960245"/>
            <a:ext cx="12192375" cy="2045019"/>
            <a:chOff x="1522095" y="1960245"/>
            <a:chExt cx="9147893" cy="2045019"/>
          </a:xfrm>
        </p:grpSpPr>
        <p:sp>
          <p:nvSpPr>
            <p:cNvPr id="8" name="矩形 7">
              <a:extLst>
                <a:ext uri="{FF2B5EF4-FFF2-40B4-BE49-F238E27FC236}">
                  <a16:creationId xmlns:a16="http://schemas.microsoft.com/office/drawing/2014/main" id="{B01F3894-55EB-C83C-1EBF-06336D35CE44}"/>
                </a:ext>
              </a:extLst>
            </p:cNvPr>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9" name="文本框 8">
              <a:extLst>
                <a:ext uri="{FF2B5EF4-FFF2-40B4-BE49-F238E27FC236}">
                  <a16:creationId xmlns:a16="http://schemas.microsoft.com/office/drawing/2014/main" id="{D6762497-DE6C-3DE5-B7C7-C76EA14D0AF6}"/>
                </a:ext>
              </a:extLst>
            </p:cNvPr>
            <p:cNvSpPr txBox="1"/>
            <p:nvPr/>
          </p:nvSpPr>
          <p:spPr>
            <a:xfrm>
              <a:off x="1522095" y="2118599"/>
              <a:ext cx="9147893" cy="1066959"/>
            </a:xfrm>
            <a:prstGeom prst="rect">
              <a:avLst/>
            </a:prstGeom>
            <a:noFill/>
          </p:spPr>
          <p:txBody>
            <a:bodyPr wrap="square" rtlCol="0" anchor="ctr">
              <a:spAutoFit/>
            </a:bodyPr>
            <a:lstStyle/>
            <a:p>
              <a:pPr marL="0" marR="0" lvl="0" indent="0" algn="ctr" defTabSz="914400" rtl="0" eaLnBrk="1" fontAlgn="auto" latinLnBrk="0" hangingPunct="1">
                <a:lnSpc>
                  <a:spcPts val="384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Arial" panose="020B0604020202020204" pitchFamily="34" charset="0"/>
                </a:rPr>
                <a:t>A unified representation and fusion framework of multi-source heterogeneous data for fault diagnosis in industrial processes</a:t>
              </a:r>
            </a:p>
          </p:txBody>
        </p:sp>
        <p:sp>
          <p:nvSpPr>
            <p:cNvPr id="3" name="文本框 2">
              <a:extLst>
                <a:ext uri="{FF2B5EF4-FFF2-40B4-BE49-F238E27FC236}">
                  <a16:creationId xmlns:a16="http://schemas.microsoft.com/office/drawing/2014/main" id="{28598D3A-ED7D-5239-D167-6907BC6CFAD6}"/>
                </a:ext>
              </a:extLst>
            </p:cNvPr>
            <p:cNvSpPr txBox="1"/>
            <p:nvPr/>
          </p:nvSpPr>
          <p:spPr>
            <a:xfrm>
              <a:off x="1703705" y="3500756"/>
              <a:ext cx="5905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Liang Ma, </a:t>
              </a:r>
              <a:r>
                <a:rPr kumimoji="0" lang="en-US" altLang="zh-CN" sz="1600" b="0" i="0" u="none" strike="noStrike" kern="1200" cap="none" spc="0" normalizeH="0" baseline="0" noProof="0" dirty="0" err="1">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Qikai</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Yang, </a:t>
              </a:r>
              <a:r>
                <a:rPr kumimoji="0" lang="en-US" altLang="zh-CN" sz="1600" b="0" i="0" u="none" strike="noStrike" kern="1200" cap="none" spc="0" normalizeH="0" baseline="0" noProof="0" dirty="0" err="1">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Kaixiang</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Peng</a:t>
              </a:r>
              <a:endParaRPr lang="en-US" altLang="zh-CN" sz="1600" dirty="0">
                <a:solidFill>
                  <a:prstClr val="white"/>
                </a:solidFill>
                <a:latin typeface="Times New Roman" panose="02020603050405020304" pitchFamily="18" charset="0"/>
                <a:ea typeface="等线" panose="02010600030101010101" pitchFamily="2" charset="-122"/>
                <a:cs typeface="Times New Roman" panose="02020603050405020304" pitchFamily="18" charset="0"/>
              </a:endParaRPr>
            </a:p>
          </p:txBody>
        </p:sp>
      </p:grpSp>
      <p:grpSp>
        <p:nvGrpSpPr>
          <p:cNvPr id="11" name="组合 10">
            <a:extLst>
              <a:ext uri="{FF2B5EF4-FFF2-40B4-BE49-F238E27FC236}">
                <a16:creationId xmlns:a16="http://schemas.microsoft.com/office/drawing/2014/main" id="{CC5C0614-3E37-6BEE-8596-F7C959431EFF}"/>
              </a:ext>
            </a:extLst>
          </p:cNvPr>
          <p:cNvGrpSpPr/>
          <p:nvPr/>
        </p:nvGrpSpPr>
        <p:grpSpPr>
          <a:xfrm>
            <a:off x="387776" y="4549747"/>
            <a:ext cx="11036224" cy="872490"/>
            <a:chOff x="623" y="7327"/>
            <a:chExt cx="9488" cy="1374"/>
          </a:xfrm>
        </p:grpSpPr>
        <p:sp>
          <p:nvSpPr>
            <p:cNvPr id="5" name="文本框 4">
              <a:extLst>
                <a:ext uri="{FF2B5EF4-FFF2-40B4-BE49-F238E27FC236}">
                  <a16:creationId xmlns:a16="http://schemas.microsoft.com/office/drawing/2014/main" id="{2B169808-EE1C-F11B-4975-302A3C106DA7}"/>
                </a:ext>
              </a:extLst>
            </p:cNvPr>
            <p:cNvSpPr txBox="1"/>
            <p:nvPr/>
          </p:nvSpPr>
          <p:spPr>
            <a:xfrm>
              <a:off x="623" y="7327"/>
              <a:ext cx="9488" cy="582"/>
            </a:xfrm>
            <a:prstGeom prst="rect">
              <a:avLst/>
            </a:prstGeom>
            <a:noFill/>
          </p:spPr>
          <p:txBody>
            <a:bodyPr wrap="square" rtlCol="0">
              <a:spAutoFit/>
            </a:bodyPr>
            <a:lstStyle/>
            <a:p>
              <a:pPr lvl="0"/>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Published in:</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Advanced Engineering Informatics</a:t>
              </a: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C4BE5710-FB79-1E1B-DFE2-F39B6D11E241}"/>
                </a:ext>
              </a:extLst>
            </p:cNvPr>
            <p:cNvSpPr txBox="1"/>
            <p:nvPr/>
          </p:nvSpPr>
          <p:spPr>
            <a:xfrm>
              <a:off x="623" y="8121"/>
              <a:ext cx="2431" cy="5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Published Time:</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2025</a:t>
              </a:r>
            </a:p>
          </p:txBody>
        </p:sp>
      </p:grpSp>
      <p:sp>
        <p:nvSpPr>
          <p:cNvPr id="2" name="文本框 1">
            <a:extLst>
              <a:ext uri="{FF2B5EF4-FFF2-40B4-BE49-F238E27FC236}">
                <a16:creationId xmlns:a16="http://schemas.microsoft.com/office/drawing/2014/main" id="{49E48E79-BBD7-6062-2ACF-EF7CD9EB5292}"/>
              </a:ext>
            </a:extLst>
          </p:cNvPr>
          <p:cNvSpPr txBox="1"/>
          <p:nvPr/>
        </p:nvSpPr>
        <p:spPr bwMode="auto">
          <a:xfrm>
            <a:off x="351876" y="165152"/>
            <a:ext cx="2054225" cy="646331"/>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1">
                <a:ln>
                  <a:noFill/>
                </a:ln>
                <a:solidFill>
                  <a:srgbClr val="044875"/>
                </a:solidFill>
                <a:effectLst/>
                <a:uLnTx/>
                <a:uFillTx/>
                <a:latin typeface="Times New Roman" panose="02020603050405020304" pitchFamily="18" charset="0"/>
                <a:ea typeface="微软雅黑" panose="020B0503020204020204" charset="-122"/>
                <a:cs typeface="Times New Roman" panose="02020603050405020304" pitchFamily="18" charset="0"/>
              </a:rPr>
              <a:t>Paper 2</a:t>
            </a:r>
            <a:endParaRPr kumimoji="0" lang="zh-HK" altLang="en-US" sz="3600" b="1" i="0" u="none" strike="noStrike" kern="1200" cap="none" spc="0" normalizeH="0" baseline="0" noProof="1">
              <a:ln>
                <a:noFill/>
              </a:ln>
              <a:solidFill>
                <a:srgbClr val="044875"/>
              </a:solidFill>
              <a:effectLst/>
              <a:uLnTx/>
              <a:uFillTx/>
              <a:latin typeface="Times New Roman" panose="02020603050405020304" pitchFamily="18" charset="0"/>
              <a:ea typeface="微软雅黑" panose="020B0503020204020204" charset="-122"/>
              <a:cs typeface="Times New Roman" panose="02020603050405020304" pitchFamily="18" charset="0"/>
            </a:endParaRPr>
          </a:p>
        </p:txBody>
      </p:sp>
      <p:grpSp>
        <p:nvGrpSpPr>
          <p:cNvPr id="16" name="组合 15">
            <a:extLst>
              <a:ext uri="{FF2B5EF4-FFF2-40B4-BE49-F238E27FC236}">
                <a16:creationId xmlns:a16="http://schemas.microsoft.com/office/drawing/2014/main" id="{4BD27068-5F5B-28A5-B022-35EA61691C09}"/>
              </a:ext>
            </a:extLst>
          </p:cNvPr>
          <p:cNvGrpSpPr/>
          <p:nvPr/>
        </p:nvGrpSpPr>
        <p:grpSpPr>
          <a:xfrm>
            <a:off x="-1" y="6553200"/>
            <a:ext cx="12192001" cy="304800"/>
            <a:chOff x="0" y="6569404"/>
            <a:chExt cx="9144000" cy="288000"/>
          </a:xfrm>
        </p:grpSpPr>
        <p:sp>
          <p:nvSpPr>
            <p:cNvPr id="17" name="矩形 16">
              <a:extLst>
                <a:ext uri="{FF2B5EF4-FFF2-40B4-BE49-F238E27FC236}">
                  <a16:creationId xmlns:a16="http://schemas.microsoft.com/office/drawing/2014/main" id="{8352E934-464C-6640-9374-B0AD0880CEF6}"/>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8" name="矩形 17">
              <a:extLst>
                <a:ext uri="{FF2B5EF4-FFF2-40B4-BE49-F238E27FC236}">
                  <a16:creationId xmlns:a16="http://schemas.microsoft.com/office/drawing/2014/main" id="{FCF8B5C6-8BCC-87E9-69E0-C5E7A9B4FD70}"/>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9" name="灯片编号占位符 5">
            <a:extLst>
              <a:ext uri="{FF2B5EF4-FFF2-40B4-BE49-F238E27FC236}">
                <a16:creationId xmlns:a16="http://schemas.microsoft.com/office/drawing/2014/main" id="{52B7E739-1A2E-FC90-E6FA-637C822C3966}"/>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833727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4C6C1-E1DA-53B8-616F-B4A089DD7D96}"/>
            </a:ext>
          </a:extLst>
        </p:cNvPr>
        <p:cNvGrpSpPr/>
        <p:nvPr/>
      </p:nvGrpSpPr>
      <p:grpSpPr>
        <a:xfrm>
          <a:off x="0" y="0"/>
          <a:ext cx="0" cy="0"/>
          <a:chOff x="0" y="0"/>
          <a:chExt cx="0" cy="0"/>
        </a:xfrm>
      </p:grpSpPr>
      <p:grpSp>
        <p:nvGrpSpPr>
          <p:cNvPr id="27" name="组合 18">
            <a:extLst>
              <a:ext uri="{FF2B5EF4-FFF2-40B4-BE49-F238E27FC236}">
                <a16:creationId xmlns:a16="http://schemas.microsoft.com/office/drawing/2014/main" id="{46A0BCBA-49E8-FF30-BDFE-A2E760E6DBA9}"/>
              </a:ext>
            </a:extLst>
          </p:cNvPr>
          <p:cNvGrpSpPr/>
          <p:nvPr/>
        </p:nvGrpSpPr>
        <p:grpSpPr bwMode="auto">
          <a:xfrm>
            <a:off x="2409457" y="2650330"/>
            <a:ext cx="1505450" cy="1479472"/>
            <a:chOff x="1709739" y="2636838"/>
            <a:chExt cx="1590160" cy="1584325"/>
          </a:xfrm>
          <a:solidFill>
            <a:srgbClr val="044875"/>
          </a:solidFill>
        </p:grpSpPr>
        <p:sp>
          <p:nvSpPr>
            <p:cNvPr id="35" name="Freeform 6">
              <a:extLst>
                <a:ext uri="{FF2B5EF4-FFF2-40B4-BE49-F238E27FC236}">
                  <a16:creationId xmlns:a16="http://schemas.microsoft.com/office/drawing/2014/main" id="{5BB4416C-A98D-F8C8-10F7-625510590DF3}"/>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37" name="Freeform 7">
              <a:extLst>
                <a:ext uri="{FF2B5EF4-FFF2-40B4-BE49-F238E27FC236}">
                  <a16:creationId xmlns:a16="http://schemas.microsoft.com/office/drawing/2014/main" id="{64DC5BC6-9475-2F33-4A06-1564A7C7D987}"/>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38" name="Freeform 8">
              <a:extLst>
                <a:ext uri="{FF2B5EF4-FFF2-40B4-BE49-F238E27FC236}">
                  <a16:creationId xmlns:a16="http://schemas.microsoft.com/office/drawing/2014/main" id="{5F98FDA4-8228-3D45-C185-6FED231F3BA4}"/>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39" name="Freeform 9">
              <a:extLst>
                <a:ext uri="{FF2B5EF4-FFF2-40B4-BE49-F238E27FC236}">
                  <a16:creationId xmlns:a16="http://schemas.microsoft.com/office/drawing/2014/main" id="{AB9291C3-2279-CB57-5759-9A7C5E94C810}"/>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40" name="Freeform 10">
              <a:extLst>
                <a:ext uri="{FF2B5EF4-FFF2-40B4-BE49-F238E27FC236}">
                  <a16:creationId xmlns:a16="http://schemas.microsoft.com/office/drawing/2014/main" id="{9DE11CA4-31BE-AF53-9FCC-EB955DD74617}"/>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41" name="Freeform 11">
              <a:extLst>
                <a:ext uri="{FF2B5EF4-FFF2-40B4-BE49-F238E27FC236}">
                  <a16:creationId xmlns:a16="http://schemas.microsoft.com/office/drawing/2014/main" id="{AA7530AC-2C91-6D30-DE80-938C2F25CF55}"/>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42" name="Freeform 12">
              <a:extLst>
                <a:ext uri="{FF2B5EF4-FFF2-40B4-BE49-F238E27FC236}">
                  <a16:creationId xmlns:a16="http://schemas.microsoft.com/office/drawing/2014/main" id="{5C144EDC-B293-4689-D01D-282C5D249F95}"/>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43" name="Freeform 13">
              <a:extLst>
                <a:ext uri="{FF2B5EF4-FFF2-40B4-BE49-F238E27FC236}">
                  <a16:creationId xmlns:a16="http://schemas.microsoft.com/office/drawing/2014/main" id="{AE69EC70-09E8-6CF7-BE59-C1725227F3C8}"/>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44" name="Freeform 14">
              <a:extLst>
                <a:ext uri="{FF2B5EF4-FFF2-40B4-BE49-F238E27FC236}">
                  <a16:creationId xmlns:a16="http://schemas.microsoft.com/office/drawing/2014/main" id="{5384CC0F-00C9-187C-5632-FB3C1A8B7B9B}"/>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grpSp>
      <p:sp>
        <p:nvSpPr>
          <p:cNvPr id="31" name="文本框 30">
            <a:extLst>
              <a:ext uri="{FF2B5EF4-FFF2-40B4-BE49-F238E27FC236}">
                <a16:creationId xmlns:a16="http://schemas.microsoft.com/office/drawing/2014/main" id="{12C48829-7D68-2F13-B4BA-0535C0404F56}"/>
              </a:ext>
            </a:extLst>
          </p:cNvPr>
          <p:cNvSpPr txBox="1"/>
          <p:nvPr/>
        </p:nvSpPr>
        <p:spPr bwMode="auto">
          <a:xfrm>
            <a:off x="2135561" y="4129802"/>
            <a:ext cx="2054225" cy="523334"/>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1">
                <a:ln>
                  <a:noFill/>
                </a:ln>
                <a:solidFill>
                  <a:srgbClr val="044875"/>
                </a:solidFill>
                <a:effectLst/>
                <a:uLnTx/>
                <a:uFillTx/>
                <a:latin typeface="Times New Roman" panose="02020603050405020304" pitchFamily="18" charset="0"/>
                <a:ea typeface="微软雅黑" panose="020B0503020204020204" charset="-122"/>
                <a:cs typeface="Times New Roman" panose="02020603050405020304" pitchFamily="18" charset="0"/>
              </a:rPr>
              <a:t>Contents</a:t>
            </a:r>
            <a:endParaRPr kumimoji="0" lang="zh-HK" altLang="en-US" sz="2800" b="1" i="0" u="none" strike="noStrike" kern="1200" cap="none" spc="0" normalizeH="0" baseline="0" noProof="1">
              <a:ln>
                <a:noFill/>
              </a:ln>
              <a:solidFill>
                <a:srgbClr val="044875"/>
              </a:solidFill>
              <a:effectLst/>
              <a:uLnTx/>
              <a:uFillTx/>
              <a:latin typeface="Times New Roman" panose="02020603050405020304" pitchFamily="18" charset="0"/>
              <a:ea typeface="微软雅黑" panose="020B0503020204020204" charset="-122"/>
              <a:cs typeface="Times New Roman" panose="02020603050405020304" pitchFamily="18" charset="0"/>
            </a:endParaRPr>
          </a:p>
        </p:txBody>
      </p:sp>
      <p:grpSp>
        <p:nvGrpSpPr>
          <p:cNvPr id="19" name="组合 18">
            <a:extLst>
              <a:ext uri="{FF2B5EF4-FFF2-40B4-BE49-F238E27FC236}">
                <a16:creationId xmlns:a16="http://schemas.microsoft.com/office/drawing/2014/main" id="{A25F1333-6B23-A27E-1907-D72993A5ED61}"/>
              </a:ext>
            </a:extLst>
          </p:cNvPr>
          <p:cNvGrpSpPr/>
          <p:nvPr>
            <p:custDataLst>
              <p:tags r:id="rId1"/>
            </p:custDataLst>
          </p:nvPr>
        </p:nvGrpSpPr>
        <p:grpSpPr>
          <a:xfrm>
            <a:off x="4523741" y="2047924"/>
            <a:ext cx="5370513" cy="534987"/>
            <a:chOff x="3281952" y="1484784"/>
            <a:chExt cx="5370513" cy="534987"/>
          </a:xfrm>
        </p:grpSpPr>
        <p:grpSp>
          <p:nvGrpSpPr>
            <p:cNvPr id="14" name="组合 13">
              <a:extLst>
                <a:ext uri="{FF2B5EF4-FFF2-40B4-BE49-F238E27FC236}">
                  <a16:creationId xmlns:a16="http://schemas.microsoft.com/office/drawing/2014/main" id="{BDDC9729-AB5A-735D-6A40-210E793952E6}"/>
                </a:ext>
              </a:extLst>
            </p:cNvPr>
            <p:cNvGrpSpPr/>
            <p:nvPr/>
          </p:nvGrpSpPr>
          <p:grpSpPr>
            <a:xfrm>
              <a:off x="3943940" y="1484784"/>
              <a:ext cx="4708525" cy="534987"/>
              <a:chOff x="3943940" y="1626760"/>
              <a:chExt cx="4708525" cy="534987"/>
            </a:xfrm>
          </p:grpSpPr>
          <p:sp>
            <p:nvSpPr>
              <p:cNvPr id="49" name="Freeform 74">
                <a:extLst>
                  <a:ext uri="{FF2B5EF4-FFF2-40B4-BE49-F238E27FC236}">
                    <a16:creationId xmlns:a16="http://schemas.microsoft.com/office/drawing/2014/main" id="{3BDF65CA-2D42-4B40-E174-3616F361EA05}"/>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50" name="文本框 20">
                <a:extLst>
                  <a:ext uri="{FF2B5EF4-FFF2-40B4-BE49-F238E27FC236}">
                    <a16:creationId xmlns:a16="http://schemas.microsoft.com/office/drawing/2014/main" id="{0355CDEF-D069-737A-5DBC-00A3A5D31E4D}"/>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44875"/>
                    </a:solidFill>
                    <a:effectLst/>
                    <a:uLnTx/>
                    <a:uFillTx/>
                    <a:latin typeface="Times New Roman" panose="02020603050405020304" pitchFamily="18" charset="0"/>
                    <a:ea typeface="微软雅黑" panose="020B0503020204020204" charset="-122"/>
                    <a:cs typeface="+mn-cs"/>
                  </a:rPr>
                  <a:t>Problem Description</a:t>
                </a:r>
                <a:endParaRPr kumimoji="0" lang="zh-CN" altLang="en-US" sz="2400" b="1" i="0" u="none" strike="noStrike" kern="1200" cap="none" spc="0" normalizeH="0" baseline="0" noProof="0" dirty="0">
                  <a:ln>
                    <a:noFill/>
                  </a:ln>
                  <a:solidFill>
                    <a:srgbClr val="044875"/>
                  </a:solidFill>
                  <a:effectLst/>
                  <a:uLnTx/>
                  <a:uFillTx/>
                  <a:latin typeface="Times New Roman" panose="02020603050405020304" pitchFamily="18" charset="0"/>
                  <a:ea typeface="微软雅黑" panose="020B0503020204020204" charset="-122"/>
                  <a:cs typeface="+mn-cs"/>
                </a:endParaRPr>
              </a:p>
            </p:txBody>
          </p:sp>
          <p:sp>
            <p:nvSpPr>
              <p:cNvPr id="51" name="矩形 50">
                <a:extLst>
                  <a:ext uri="{FF2B5EF4-FFF2-40B4-BE49-F238E27FC236}">
                    <a16:creationId xmlns:a16="http://schemas.microsoft.com/office/drawing/2014/main" id="{05B5BB4B-22D2-95A5-08BA-085D05E91277}"/>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cxnSp>
            <p:nvCxnSpPr>
              <p:cNvPr id="52" name="直接连接符 51">
                <a:extLst>
                  <a:ext uri="{FF2B5EF4-FFF2-40B4-BE49-F238E27FC236}">
                    <a16:creationId xmlns:a16="http://schemas.microsoft.com/office/drawing/2014/main" id="{151DE101-9472-A3E0-4B8E-91B735BE293D}"/>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363C4AD4-A442-D906-06C6-6E81D942FA04}"/>
                </a:ext>
              </a:extLst>
            </p:cNvPr>
            <p:cNvGrpSpPr/>
            <p:nvPr/>
          </p:nvGrpSpPr>
          <p:grpSpPr>
            <a:xfrm>
              <a:off x="3281952" y="1484784"/>
              <a:ext cx="689642" cy="534987"/>
              <a:chOff x="3281952" y="1626760"/>
              <a:chExt cx="689642" cy="534987"/>
            </a:xfrm>
          </p:grpSpPr>
          <p:sp>
            <p:nvSpPr>
              <p:cNvPr id="53" name="矩形 52">
                <a:extLst>
                  <a:ext uri="{FF2B5EF4-FFF2-40B4-BE49-F238E27FC236}">
                    <a16:creationId xmlns:a16="http://schemas.microsoft.com/office/drawing/2014/main" id="{8C436767-0E27-A1C7-C6B8-961B7738DEE6}"/>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4" name="文本框 18">
                <a:extLst>
                  <a:ext uri="{FF2B5EF4-FFF2-40B4-BE49-F238E27FC236}">
                    <a16:creationId xmlns:a16="http://schemas.microsoft.com/office/drawing/2014/main" id="{CD3B7BD7-FDE9-09AF-D641-B3D70A055264}"/>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700" b="0" i="0" u="none" strike="noStrike" kern="1200" cap="none" spc="0" normalizeH="0" baseline="0" noProof="0" dirty="0">
                    <a:ln>
                      <a:noFill/>
                    </a:ln>
                    <a:solidFill>
                      <a:srgbClr val="044875"/>
                    </a:solidFill>
                    <a:effectLst/>
                    <a:uLnTx/>
                    <a:uFillTx/>
                    <a:latin typeface="Impact" panose="020B0806030902050204" pitchFamily="34" charset="0"/>
                    <a:ea typeface="宋体" panose="02010600030101010101" pitchFamily="2" charset="-122"/>
                    <a:cs typeface="+mn-cs"/>
                  </a:rPr>
                  <a:t>01</a:t>
                </a:r>
                <a:endParaRPr kumimoji="0" lang="zh-CN" altLang="en-US" sz="2700" b="0" i="0" u="none" strike="noStrike" kern="1200" cap="none" spc="0" normalizeH="0" baseline="0" noProof="0" dirty="0">
                  <a:ln>
                    <a:noFill/>
                  </a:ln>
                  <a:solidFill>
                    <a:srgbClr val="044875"/>
                  </a:solidFill>
                  <a:effectLst/>
                  <a:uLnTx/>
                  <a:uFillTx/>
                  <a:latin typeface="Impact" panose="020B0806030902050204" pitchFamily="34" charset="0"/>
                  <a:ea typeface="宋体" panose="02010600030101010101" pitchFamily="2" charset="-122"/>
                  <a:cs typeface="+mn-cs"/>
                </a:endParaRPr>
              </a:p>
            </p:txBody>
          </p:sp>
        </p:grpSp>
      </p:grpSp>
      <p:grpSp>
        <p:nvGrpSpPr>
          <p:cNvPr id="22" name="组合 21">
            <a:extLst>
              <a:ext uri="{FF2B5EF4-FFF2-40B4-BE49-F238E27FC236}">
                <a16:creationId xmlns:a16="http://schemas.microsoft.com/office/drawing/2014/main" id="{2D5B831C-9440-572A-0B8F-5577651DA650}"/>
              </a:ext>
            </a:extLst>
          </p:cNvPr>
          <p:cNvGrpSpPr/>
          <p:nvPr>
            <p:custDataLst>
              <p:tags r:id="rId2"/>
            </p:custDataLst>
          </p:nvPr>
        </p:nvGrpSpPr>
        <p:grpSpPr>
          <a:xfrm>
            <a:off x="4503593" y="3688642"/>
            <a:ext cx="5372100" cy="534987"/>
            <a:chOff x="3261805" y="3188752"/>
            <a:chExt cx="5372100" cy="534987"/>
          </a:xfrm>
        </p:grpSpPr>
        <p:grpSp>
          <p:nvGrpSpPr>
            <p:cNvPr id="12" name="组合 11">
              <a:extLst>
                <a:ext uri="{FF2B5EF4-FFF2-40B4-BE49-F238E27FC236}">
                  <a16:creationId xmlns:a16="http://schemas.microsoft.com/office/drawing/2014/main" id="{4067FE34-F8B1-5BB9-5020-35BB3A230771}"/>
                </a:ext>
              </a:extLst>
            </p:cNvPr>
            <p:cNvGrpSpPr/>
            <p:nvPr/>
          </p:nvGrpSpPr>
          <p:grpSpPr>
            <a:xfrm>
              <a:off x="3261805" y="3188752"/>
              <a:ext cx="689593" cy="534987"/>
              <a:chOff x="3261805" y="3188752"/>
              <a:chExt cx="689593" cy="534987"/>
            </a:xfrm>
          </p:grpSpPr>
          <p:sp>
            <p:nvSpPr>
              <p:cNvPr id="61" name="矩形 60">
                <a:extLst>
                  <a:ext uri="{FF2B5EF4-FFF2-40B4-BE49-F238E27FC236}">
                    <a16:creationId xmlns:a16="http://schemas.microsoft.com/office/drawing/2014/main" id="{4A7CF23E-65FB-AACF-572A-3222A622A851}"/>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2" name="文本框 86">
                <a:extLst>
                  <a:ext uri="{FF2B5EF4-FFF2-40B4-BE49-F238E27FC236}">
                    <a16:creationId xmlns:a16="http://schemas.microsoft.com/office/drawing/2014/main" id="{091A8D8B-6A11-1B78-CB31-20684B879587}"/>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700" b="0" i="0" u="none" strike="noStrike" kern="1200" cap="none" spc="0" normalizeH="0" baseline="0" noProof="0">
                    <a:ln>
                      <a:noFill/>
                    </a:ln>
                    <a:solidFill>
                      <a:srgbClr val="044875"/>
                    </a:solidFill>
                    <a:effectLst/>
                    <a:uLnTx/>
                    <a:uFillTx/>
                    <a:latin typeface="Impact" panose="020B0806030902050204" pitchFamily="34" charset="0"/>
                    <a:ea typeface="宋体" panose="02010600030101010101" pitchFamily="2" charset="-122"/>
                    <a:cs typeface="+mn-cs"/>
                  </a:rPr>
                  <a:t>03</a:t>
                </a:r>
                <a:endParaRPr kumimoji="0" lang="zh-CN" altLang="en-US" sz="2700" b="0" i="0" u="none" strike="noStrike" kern="1200" cap="none" spc="0" normalizeH="0" baseline="0" noProof="0">
                  <a:ln>
                    <a:noFill/>
                  </a:ln>
                  <a:solidFill>
                    <a:srgbClr val="044875"/>
                  </a:solidFill>
                  <a:effectLst/>
                  <a:uLnTx/>
                  <a:uFillTx/>
                  <a:latin typeface="Impact" panose="020B0806030902050204" pitchFamily="34" charset="0"/>
                  <a:ea typeface="宋体" panose="02010600030101010101" pitchFamily="2" charset="-122"/>
                  <a:cs typeface="+mn-cs"/>
                </a:endParaRPr>
              </a:p>
            </p:txBody>
          </p:sp>
        </p:grpSp>
        <p:grpSp>
          <p:nvGrpSpPr>
            <p:cNvPr id="16" name="组合 15">
              <a:extLst>
                <a:ext uri="{FF2B5EF4-FFF2-40B4-BE49-F238E27FC236}">
                  <a16:creationId xmlns:a16="http://schemas.microsoft.com/office/drawing/2014/main" id="{13B27D20-2F44-2B07-5DE5-595AAA9780E3}"/>
                </a:ext>
              </a:extLst>
            </p:cNvPr>
            <p:cNvGrpSpPr/>
            <p:nvPr/>
          </p:nvGrpSpPr>
          <p:grpSpPr>
            <a:xfrm>
              <a:off x="3923792" y="3188752"/>
              <a:ext cx="4710113" cy="534987"/>
              <a:chOff x="3923792" y="3188752"/>
              <a:chExt cx="4710113" cy="534987"/>
            </a:xfrm>
          </p:grpSpPr>
          <p:sp>
            <p:nvSpPr>
              <p:cNvPr id="56" name="文本框 81">
                <a:extLst>
                  <a:ext uri="{FF2B5EF4-FFF2-40B4-BE49-F238E27FC236}">
                    <a16:creationId xmlns:a16="http://schemas.microsoft.com/office/drawing/2014/main" id="{621A8916-F7B0-C2E4-F760-CE3D62F23DAC}"/>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44875"/>
                    </a:solidFill>
                    <a:effectLst/>
                    <a:uLnTx/>
                    <a:uFillTx/>
                    <a:latin typeface="Times New Roman" panose="02020603050405020304" pitchFamily="18" charset="0"/>
                    <a:ea typeface="微软雅黑" panose="020B0503020204020204" charset="-122"/>
                    <a:cs typeface="+mn-cs"/>
                    <a:sym typeface="+mn-ea"/>
                  </a:rPr>
                  <a:t>Experiment Results</a:t>
                </a:r>
                <a:endParaRPr kumimoji="0" lang="en-US" altLang="zh-CN" sz="2400" b="1" i="0" u="none" strike="noStrike" kern="1200" cap="none" spc="0" normalizeH="0" baseline="0" noProof="0" dirty="0">
                  <a:ln>
                    <a:noFill/>
                  </a:ln>
                  <a:solidFill>
                    <a:srgbClr val="044875"/>
                  </a:solidFill>
                  <a:effectLst/>
                  <a:uLnTx/>
                  <a:uFillTx/>
                  <a:latin typeface="Times New Roman" panose="02020603050405020304" pitchFamily="18" charset="0"/>
                  <a:ea typeface="微软雅黑" panose="020B0503020204020204" charset="-122"/>
                  <a:cs typeface="+mn-cs"/>
                </a:endParaRPr>
              </a:p>
            </p:txBody>
          </p:sp>
          <p:sp>
            <p:nvSpPr>
              <p:cNvPr id="57" name="矩形 56">
                <a:extLst>
                  <a:ext uri="{FF2B5EF4-FFF2-40B4-BE49-F238E27FC236}">
                    <a16:creationId xmlns:a16="http://schemas.microsoft.com/office/drawing/2014/main" id="{051B6AB3-5BED-CF9B-4ECA-9839C9867557}"/>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cxnSp>
            <p:nvCxnSpPr>
              <p:cNvPr id="58" name="直接连接符 57">
                <a:extLst>
                  <a:ext uri="{FF2B5EF4-FFF2-40B4-BE49-F238E27FC236}">
                    <a16:creationId xmlns:a16="http://schemas.microsoft.com/office/drawing/2014/main" id="{B598E1A8-BA73-7BFD-FBCD-DF6EC92DEF70}"/>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a:extLst>
                  <a:ext uri="{FF2B5EF4-FFF2-40B4-BE49-F238E27FC236}">
                    <a16:creationId xmlns:a16="http://schemas.microsoft.com/office/drawing/2014/main" id="{3A488A4B-7541-5376-310A-C10DFE540F50}"/>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grpSp>
      </p:grpSp>
      <p:grpSp>
        <p:nvGrpSpPr>
          <p:cNvPr id="23" name="组合 22">
            <a:extLst>
              <a:ext uri="{FF2B5EF4-FFF2-40B4-BE49-F238E27FC236}">
                <a16:creationId xmlns:a16="http://schemas.microsoft.com/office/drawing/2014/main" id="{041C70D0-298B-7E1B-5A62-8CF67525F0E3}"/>
              </a:ext>
            </a:extLst>
          </p:cNvPr>
          <p:cNvGrpSpPr/>
          <p:nvPr>
            <p:custDataLst>
              <p:tags r:id="rId3"/>
            </p:custDataLst>
          </p:nvPr>
        </p:nvGrpSpPr>
        <p:grpSpPr>
          <a:xfrm>
            <a:off x="4503593" y="4509001"/>
            <a:ext cx="5372100" cy="534987"/>
            <a:chOff x="3261805" y="4046141"/>
            <a:chExt cx="5372100" cy="534987"/>
          </a:xfrm>
        </p:grpSpPr>
        <p:grpSp>
          <p:nvGrpSpPr>
            <p:cNvPr id="13" name="组合 12">
              <a:extLst>
                <a:ext uri="{FF2B5EF4-FFF2-40B4-BE49-F238E27FC236}">
                  <a16:creationId xmlns:a16="http://schemas.microsoft.com/office/drawing/2014/main" id="{0FFCD8CD-58FC-0F96-36CB-A4B1424B1F04}"/>
                </a:ext>
              </a:extLst>
            </p:cNvPr>
            <p:cNvGrpSpPr/>
            <p:nvPr/>
          </p:nvGrpSpPr>
          <p:grpSpPr>
            <a:xfrm>
              <a:off x="3261805" y="4046141"/>
              <a:ext cx="689447" cy="534987"/>
              <a:chOff x="3261805" y="3969748"/>
              <a:chExt cx="689447" cy="534987"/>
            </a:xfrm>
          </p:grpSpPr>
          <p:sp>
            <p:nvSpPr>
              <p:cNvPr id="89" name="矩形 88">
                <a:extLst>
                  <a:ext uri="{FF2B5EF4-FFF2-40B4-BE49-F238E27FC236}">
                    <a16:creationId xmlns:a16="http://schemas.microsoft.com/office/drawing/2014/main" id="{6B211A8D-6536-D68F-D0AF-1665B92F56C6}"/>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90" name="文本框 131">
                <a:extLst>
                  <a:ext uri="{FF2B5EF4-FFF2-40B4-BE49-F238E27FC236}">
                    <a16:creationId xmlns:a16="http://schemas.microsoft.com/office/drawing/2014/main" id="{00EA100A-A4E9-A50E-F391-21557F7C1E2A}"/>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700" b="0" i="0" u="none" strike="noStrike" kern="1200" cap="none" spc="0" normalizeH="0" baseline="0" noProof="0">
                    <a:ln>
                      <a:noFill/>
                    </a:ln>
                    <a:solidFill>
                      <a:srgbClr val="044875"/>
                    </a:solidFill>
                    <a:effectLst/>
                    <a:uLnTx/>
                    <a:uFillTx/>
                    <a:latin typeface="Impact" panose="020B0806030902050204" pitchFamily="34" charset="0"/>
                    <a:ea typeface="宋体" panose="02010600030101010101" pitchFamily="2" charset="-122"/>
                    <a:cs typeface="+mn-cs"/>
                  </a:rPr>
                  <a:t>04</a:t>
                </a:r>
                <a:endParaRPr kumimoji="0" lang="zh-CN" altLang="en-US" sz="2700" b="0" i="0" u="none" strike="noStrike" kern="1200" cap="none" spc="0" normalizeH="0" baseline="0" noProof="0">
                  <a:ln>
                    <a:noFill/>
                  </a:ln>
                  <a:solidFill>
                    <a:srgbClr val="044875"/>
                  </a:solidFill>
                  <a:effectLst/>
                  <a:uLnTx/>
                  <a:uFillTx/>
                  <a:latin typeface="Impact" panose="020B0806030902050204" pitchFamily="34" charset="0"/>
                  <a:ea typeface="宋体" panose="02010600030101010101" pitchFamily="2" charset="-122"/>
                  <a:cs typeface="+mn-cs"/>
                </a:endParaRPr>
              </a:p>
            </p:txBody>
          </p:sp>
        </p:grpSp>
        <p:grpSp>
          <p:nvGrpSpPr>
            <p:cNvPr id="17" name="组合 16">
              <a:extLst>
                <a:ext uri="{FF2B5EF4-FFF2-40B4-BE49-F238E27FC236}">
                  <a16:creationId xmlns:a16="http://schemas.microsoft.com/office/drawing/2014/main" id="{1B086079-3A17-CEDA-B416-ED9F34A5F916}"/>
                </a:ext>
              </a:extLst>
            </p:cNvPr>
            <p:cNvGrpSpPr/>
            <p:nvPr/>
          </p:nvGrpSpPr>
          <p:grpSpPr>
            <a:xfrm>
              <a:off x="3923792" y="4046141"/>
              <a:ext cx="4710113" cy="534987"/>
              <a:chOff x="3923792" y="3969748"/>
              <a:chExt cx="4710113" cy="534987"/>
            </a:xfrm>
          </p:grpSpPr>
          <p:sp>
            <p:nvSpPr>
              <p:cNvPr id="64" name="文本框 126">
                <a:extLst>
                  <a:ext uri="{FF2B5EF4-FFF2-40B4-BE49-F238E27FC236}">
                    <a16:creationId xmlns:a16="http://schemas.microsoft.com/office/drawing/2014/main" id="{CD99D510-E18E-C7F4-7C32-A2FBA849F7F9}"/>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44875"/>
                    </a:solidFill>
                    <a:effectLst/>
                    <a:uLnTx/>
                    <a:uFillTx/>
                    <a:latin typeface="Times New Roman" panose="02020603050405020304" pitchFamily="18" charset="0"/>
                    <a:ea typeface="微软雅黑" panose="020B0503020204020204" charset="-122"/>
                    <a:cs typeface="+mn-cs"/>
                  </a:rPr>
                  <a:t>Conclusion</a:t>
                </a:r>
              </a:p>
            </p:txBody>
          </p:sp>
          <p:sp>
            <p:nvSpPr>
              <p:cNvPr id="65" name="矩形 64">
                <a:extLst>
                  <a:ext uri="{FF2B5EF4-FFF2-40B4-BE49-F238E27FC236}">
                    <a16:creationId xmlns:a16="http://schemas.microsoft.com/office/drawing/2014/main" id="{E5864B1C-D86F-1D18-0A82-4CB882F40514}"/>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cxnSp>
            <p:nvCxnSpPr>
              <p:cNvPr id="86" name="直接连接符 85">
                <a:extLst>
                  <a:ext uri="{FF2B5EF4-FFF2-40B4-BE49-F238E27FC236}">
                    <a16:creationId xmlns:a16="http://schemas.microsoft.com/office/drawing/2014/main" id="{A1D435F6-6B90-1376-5E9F-C0F157EDB679}"/>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a:extLst>
                  <a:ext uri="{FF2B5EF4-FFF2-40B4-BE49-F238E27FC236}">
                    <a16:creationId xmlns:a16="http://schemas.microsoft.com/office/drawing/2014/main" id="{6F920A9C-DAC4-C887-7267-44BCE9047CE8}"/>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grpSp>
      </p:grpSp>
      <p:grpSp>
        <p:nvGrpSpPr>
          <p:cNvPr id="20" name="组合 19">
            <a:extLst>
              <a:ext uri="{FF2B5EF4-FFF2-40B4-BE49-F238E27FC236}">
                <a16:creationId xmlns:a16="http://schemas.microsoft.com/office/drawing/2014/main" id="{FF344D29-FE49-455E-1D0D-72B574C65C58}"/>
              </a:ext>
            </a:extLst>
          </p:cNvPr>
          <p:cNvGrpSpPr/>
          <p:nvPr>
            <p:custDataLst>
              <p:tags r:id="rId4"/>
            </p:custDataLst>
          </p:nvPr>
        </p:nvGrpSpPr>
        <p:grpSpPr>
          <a:xfrm>
            <a:off x="4517645" y="2868283"/>
            <a:ext cx="5370513" cy="534987"/>
            <a:chOff x="3275856" y="2348880"/>
            <a:chExt cx="5370513" cy="534987"/>
          </a:xfrm>
        </p:grpSpPr>
        <p:grpSp>
          <p:nvGrpSpPr>
            <p:cNvPr id="11" name="组合 10">
              <a:extLst>
                <a:ext uri="{FF2B5EF4-FFF2-40B4-BE49-F238E27FC236}">
                  <a16:creationId xmlns:a16="http://schemas.microsoft.com/office/drawing/2014/main" id="{8D070400-10DE-EC8E-C3E9-7A27B500B4A7}"/>
                </a:ext>
              </a:extLst>
            </p:cNvPr>
            <p:cNvGrpSpPr/>
            <p:nvPr/>
          </p:nvGrpSpPr>
          <p:grpSpPr>
            <a:xfrm>
              <a:off x="3275856" y="2348880"/>
              <a:ext cx="689474" cy="534987"/>
              <a:chOff x="3275856" y="2407756"/>
              <a:chExt cx="689474" cy="534987"/>
            </a:xfrm>
          </p:grpSpPr>
          <p:sp>
            <p:nvSpPr>
              <p:cNvPr id="97" name="矩形 96">
                <a:extLst>
                  <a:ext uri="{FF2B5EF4-FFF2-40B4-BE49-F238E27FC236}">
                    <a16:creationId xmlns:a16="http://schemas.microsoft.com/office/drawing/2014/main" id="{B75334D8-3B00-C371-AD4C-E5B6DDE02765}"/>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98" name="文本框 78">
                <a:extLst>
                  <a:ext uri="{FF2B5EF4-FFF2-40B4-BE49-F238E27FC236}">
                    <a16:creationId xmlns:a16="http://schemas.microsoft.com/office/drawing/2014/main" id="{80262DA7-C035-FE1B-C58E-AF9CFA59B80A}"/>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700" b="0" i="0" u="none" strike="noStrike" kern="1200" cap="none" spc="0" normalizeH="0" baseline="0" noProof="0" dirty="0">
                    <a:ln>
                      <a:noFill/>
                    </a:ln>
                    <a:solidFill>
                      <a:srgbClr val="044875"/>
                    </a:solidFill>
                    <a:effectLst/>
                    <a:uLnTx/>
                    <a:uFillTx/>
                    <a:latin typeface="Impact" panose="020B0806030902050204" pitchFamily="34" charset="0"/>
                    <a:ea typeface="宋体" panose="02010600030101010101" pitchFamily="2" charset="-122"/>
                    <a:cs typeface="+mn-cs"/>
                  </a:rPr>
                  <a:t>02</a:t>
                </a:r>
                <a:endParaRPr kumimoji="0" lang="zh-CN" altLang="en-US" sz="2700" b="0" i="0" u="none" strike="noStrike" kern="1200" cap="none" spc="0" normalizeH="0" baseline="0" noProof="0" dirty="0">
                  <a:ln>
                    <a:noFill/>
                  </a:ln>
                  <a:solidFill>
                    <a:srgbClr val="044875"/>
                  </a:solidFill>
                  <a:effectLst/>
                  <a:uLnTx/>
                  <a:uFillTx/>
                  <a:latin typeface="Impact" panose="020B0806030902050204" pitchFamily="34" charset="0"/>
                  <a:ea typeface="宋体" panose="02010600030101010101" pitchFamily="2" charset="-122"/>
                  <a:cs typeface="+mn-cs"/>
                </a:endParaRPr>
              </a:p>
            </p:txBody>
          </p:sp>
        </p:grpSp>
        <p:grpSp>
          <p:nvGrpSpPr>
            <p:cNvPr id="15" name="组合 14">
              <a:extLst>
                <a:ext uri="{FF2B5EF4-FFF2-40B4-BE49-F238E27FC236}">
                  <a16:creationId xmlns:a16="http://schemas.microsoft.com/office/drawing/2014/main" id="{E8289EDC-EA79-EB38-EB3F-1F191BFBC8AE}"/>
                </a:ext>
              </a:extLst>
            </p:cNvPr>
            <p:cNvGrpSpPr/>
            <p:nvPr/>
          </p:nvGrpSpPr>
          <p:grpSpPr>
            <a:xfrm>
              <a:off x="3937844" y="2348880"/>
              <a:ext cx="4708525" cy="534987"/>
              <a:chOff x="3937844" y="2407756"/>
              <a:chExt cx="4708525" cy="534987"/>
            </a:xfrm>
          </p:grpSpPr>
          <p:sp>
            <p:nvSpPr>
              <p:cNvPr id="92" name="文本框 73">
                <a:extLst>
                  <a:ext uri="{FF2B5EF4-FFF2-40B4-BE49-F238E27FC236}">
                    <a16:creationId xmlns:a16="http://schemas.microsoft.com/office/drawing/2014/main" id="{6CA81E9B-45E1-8E0D-C72E-514F4683DBA8}"/>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44875"/>
                    </a:solidFill>
                    <a:effectLst/>
                    <a:uLnTx/>
                    <a:uFillTx/>
                    <a:latin typeface="Times New Roman" panose="02020603050405020304" pitchFamily="18" charset="0"/>
                    <a:ea typeface="微软雅黑" panose="020B0503020204020204" charset="-122"/>
                    <a:cs typeface="+mn-cs"/>
                    <a:sym typeface="+mn-ea"/>
                  </a:rPr>
                  <a:t>Method Design</a:t>
                </a:r>
                <a:endParaRPr kumimoji="0" lang="en-US" altLang="zh-CN" sz="2400" b="1" i="0" u="none" strike="noStrike" kern="1200" cap="none" spc="0" normalizeH="0" baseline="0" noProof="0" dirty="0">
                  <a:ln>
                    <a:noFill/>
                  </a:ln>
                  <a:solidFill>
                    <a:srgbClr val="044875"/>
                  </a:solidFill>
                  <a:effectLst/>
                  <a:uLnTx/>
                  <a:uFillTx/>
                  <a:latin typeface="Times New Roman" panose="02020603050405020304" pitchFamily="18" charset="0"/>
                  <a:ea typeface="微软雅黑" panose="020B0503020204020204" charset="-122"/>
                  <a:cs typeface="+mn-cs"/>
                </a:endParaRPr>
              </a:p>
            </p:txBody>
          </p:sp>
          <p:sp>
            <p:nvSpPr>
              <p:cNvPr id="93" name="矩形 92">
                <a:extLst>
                  <a:ext uri="{FF2B5EF4-FFF2-40B4-BE49-F238E27FC236}">
                    <a16:creationId xmlns:a16="http://schemas.microsoft.com/office/drawing/2014/main" id="{41CB6EDC-9D4A-F069-DC60-04F5A2025F10}"/>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cxnSp>
            <p:nvCxnSpPr>
              <p:cNvPr id="94" name="直接连接符 93">
                <a:extLst>
                  <a:ext uri="{FF2B5EF4-FFF2-40B4-BE49-F238E27FC236}">
                    <a16:creationId xmlns:a16="http://schemas.microsoft.com/office/drawing/2014/main" id="{EA240A9C-2132-0EE2-B5F2-196BF8CAABB3}"/>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a:extLst>
                  <a:ext uri="{FF2B5EF4-FFF2-40B4-BE49-F238E27FC236}">
                    <a16:creationId xmlns:a16="http://schemas.microsoft.com/office/drawing/2014/main" id="{8177D400-68AA-551F-9307-E4A352D72AC3}"/>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grpSp>
      </p:grpSp>
      <p:grpSp>
        <p:nvGrpSpPr>
          <p:cNvPr id="7" name="组合 6">
            <a:extLst>
              <a:ext uri="{FF2B5EF4-FFF2-40B4-BE49-F238E27FC236}">
                <a16:creationId xmlns:a16="http://schemas.microsoft.com/office/drawing/2014/main" id="{F5E1202B-BC66-1056-64D4-732D09A16226}"/>
              </a:ext>
            </a:extLst>
          </p:cNvPr>
          <p:cNvGrpSpPr/>
          <p:nvPr/>
        </p:nvGrpSpPr>
        <p:grpSpPr>
          <a:xfrm>
            <a:off x="-1" y="6553200"/>
            <a:ext cx="12192001" cy="304800"/>
            <a:chOff x="0" y="6569404"/>
            <a:chExt cx="9144000" cy="288000"/>
          </a:xfrm>
        </p:grpSpPr>
        <p:sp>
          <p:nvSpPr>
            <p:cNvPr id="8" name="矩形 7">
              <a:extLst>
                <a:ext uri="{FF2B5EF4-FFF2-40B4-BE49-F238E27FC236}">
                  <a16:creationId xmlns:a16="http://schemas.microsoft.com/office/drawing/2014/main" id="{A630E219-D25C-89AD-652A-4226491878C5}"/>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9" name="矩形 8">
              <a:extLst>
                <a:ext uri="{FF2B5EF4-FFF2-40B4-BE49-F238E27FC236}">
                  <a16:creationId xmlns:a16="http://schemas.microsoft.com/office/drawing/2014/main" id="{2919BF56-3556-F16A-156B-A3EEF7593B79}"/>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a:extLst>
              <a:ext uri="{FF2B5EF4-FFF2-40B4-BE49-F238E27FC236}">
                <a16:creationId xmlns:a16="http://schemas.microsoft.com/office/drawing/2014/main" id="{CB4195C6-D672-E43C-5C91-7D9278632C58}"/>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pic>
        <p:nvPicPr>
          <p:cNvPr id="25" name="图片 24">
            <a:extLst>
              <a:ext uri="{FF2B5EF4-FFF2-40B4-BE49-F238E27FC236}">
                <a16:creationId xmlns:a16="http://schemas.microsoft.com/office/drawing/2014/main" id="{C8161D87-6326-3097-BBAD-DE4803C49714}"/>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extLst>
      <p:ext uri="{BB962C8B-B14F-4D97-AF65-F5344CB8AC3E}">
        <p14:creationId xmlns:p14="http://schemas.microsoft.com/office/powerpoint/2010/main" val="67970948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77A46353-A232-0E71-0097-136BC0172C9F}"/>
              </a:ext>
            </a:extLst>
          </p:cNvPr>
          <p:cNvGrpSpPr/>
          <p:nvPr/>
        </p:nvGrpSpPr>
        <p:grpSpPr>
          <a:xfrm>
            <a:off x="-1" y="6553200"/>
            <a:ext cx="12192001" cy="304800"/>
            <a:chOff x="0" y="6569404"/>
            <a:chExt cx="9144000" cy="288000"/>
          </a:xfrm>
        </p:grpSpPr>
        <p:sp>
          <p:nvSpPr>
            <p:cNvPr id="8" name="矩形 7">
              <a:extLst>
                <a:ext uri="{FF2B5EF4-FFF2-40B4-BE49-F238E27FC236}">
                  <a16:creationId xmlns:a16="http://schemas.microsoft.com/office/drawing/2014/main" id="{C736AE62-8F6D-9AFA-06E6-ECD72B955DE3}"/>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964C272F-1841-C57F-DC15-D2BD90A5377A}"/>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a:extLst>
              <a:ext uri="{FF2B5EF4-FFF2-40B4-BE49-F238E27FC236}">
                <a16:creationId xmlns:a16="http://schemas.microsoft.com/office/drawing/2014/main" id="{F5B60254-3F94-ACC4-54C2-28D1691F371D}"/>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20</a:t>
            </a:fld>
            <a:endParaRPr lang="zh-HK" altLang="en-US" sz="1600" dirty="0">
              <a:solidFill>
                <a:schemeClr val="bg1"/>
              </a:solidFill>
            </a:endParaRPr>
          </a:p>
        </p:txBody>
      </p:sp>
      <p:pic>
        <p:nvPicPr>
          <p:cNvPr id="25" name="图片 24">
            <a:extLst>
              <a:ext uri="{FF2B5EF4-FFF2-40B4-BE49-F238E27FC236}">
                <a16:creationId xmlns:a16="http://schemas.microsoft.com/office/drawing/2014/main" id="{A3018AC7-0553-43E2-B350-F76141839A8A}"/>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496" name="组合 18">
            <a:extLst>
              <a:ext uri="{FF2B5EF4-FFF2-40B4-BE49-F238E27FC236}">
                <a16:creationId xmlns:a16="http://schemas.microsoft.com/office/drawing/2014/main" id="{854B8CB7-1A4B-42D3-8E48-76F185ACDD9B}"/>
              </a:ext>
            </a:extLst>
          </p:cNvPr>
          <p:cNvGrpSpPr/>
          <p:nvPr/>
        </p:nvGrpSpPr>
        <p:grpSpPr bwMode="auto">
          <a:xfrm>
            <a:off x="2409457" y="2650330"/>
            <a:ext cx="1505450" cy="1479472"/>
            <a:chOff x="1709739" y="2636838"/>
            <a:chExt cx="1590160" cy="1584325"/>
          </a:xfrm>
          <a:solidFill>
            <a:srgbClr val="044875"/>
          </a:solidFill>
        </p:grpSpPr>
        <p:sp>
          <p:nvSpPr>
            <p:cNvPr id="497" name="Freeform 6">
              <a:extLst>
                <a:ext uri="{FF2B5EF4-FFF2-40B4-BE49-F238E27FC236}">
                  <a16:creationId xmlns:a16="http://schemas.microsoft.com/office/drawing/2014/main" id="{C39E0309-EB67-4EAC-9531-B1D4B30CB162}"/>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98" name="Freeform 7">
              <a:extLst>
                <a:ext uri="{FF2B5EF4-FFF2-40B4-BE49-F238E27FC236}">
                  <a16:creationId xmlns:a16="http://schemas.microsoft.com/office/drawing/2014/main" id="{0AA0A214-FCF0-4EE7-BE06-5CE2BEF86F5F}"/>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99" name="Freeform 8">
              <a:extLst>
                <a:ext uri="{FF2B5EF4-FFF2-40B4-BE49-F238E27FC236}">
                  <a16:creationId xmlns:a16="http://schemas.microsoft.com/office/drawing/2014/main" id="{39B1141A-2D04-4370-B98B-2B86BD8F614E}"/>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0" name="Freeform 9">
              <a:extLst>
                <a:ext uri="{FF2B5EF4-FFF2-40B4-BE49-F238E27FC236}">
                  <a16:creationId xmlns:a16="http://schemas.microsoft.com/office/drawing/2014/main" id="{4FC49958-F150-4EEF-AA46-9D6603396EB1}"/>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1" name="Freeform 10">
              <a:extLst>
                <a:ext uri="{FF2B5EF4-FFF2-40B4-BE49-F238E27FC236}">
                  <a16:creationId xmlns:a16="http://schemas.microsoft.com/office/drawing/2014/main" id="{C1D6D8F0-2D62-4DAF-B424-B8632A2EACD1}"/>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2" name="Freeform 11">
              <a:extLst>
                <a:ext uri="{FF2B5EF4-FFF2-40B4-BE49-F238E27FC236}">
                  <a16:creationId xmlns:a16="http://schemas.microsoft.com/office/drawing/2014/main" id="{426A6134-3ACE-48CA-8A8B-647FD5342B10}"/>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3" name="Freeform 12">
              <a:extLst>
                <a:ext uri="{FF2B5EF4-FFF2-40B4-BE49-F238E27FC236}">
                  <a16:creationId xmlns:a16="http://schemas.microsoft.com/office/drawing/2014/main" id="{51608EB7-8C24-4021-B07D-BCBA2182EB77}"/>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4" name="Freeform 13">
              <a:extLst>
                <a:ext uri="{FF2B5EF4-FFF2-40B4-BE49-F238E27FC236}">
                  <a16:creationId xmlns:a16="http://schemas.microsoft.com/office/drawing/2014/main" id="{826E87AD-0AC4-47F9-AE91-D8215BE92B5F}"/>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5" name="Freeform 14">
              <a:extLst>
                <a:ext uri="{FF2B5EF4-FFF2-40B4-BE49-F238E27FC236}">
                  <a16:creationId xmlns:a16="http://schemas.microsoft.com/office/drawing/2014/main" id="{E0EB99D6-33E0-442C-BD90-B33985A01CA3}"/>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506" name="文本框 505">
            <a:extLst>
              <a:ext uri="{FF2B5EF4-FFF2-40B4-BE49-F238E27FC236}">
                <a16:creationId xmlns:a16="http://schemas.microsoft.com/office/drawing/2014/main" id="{AFBCCE6B-C21A-4359-9525-E41661851CE6}"/>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507" name="组合 506">
            <a:extLst>
              <a:ext uri="{FF2B5EF4-FFF2-40B4-BE49-F238E27FC236}">
                <a16:creationId xmlns:a16="http://schemas.microsoft.com/office/drawing/2014/main" id="{C4F8B5E0-3A9E-43DC-9750-04C5C01D969D}"/>
              </a:ext>
            </a:extLst>
          </p:cNvPr>
          <p:cNvGrpSpPr/>
          <p:nvPr>
            <p:custDataLst>
              <p:tags r:id="rId1"/>
            </p:custDataLst>
          </p:nvPr>
        </p:nvGrpSpPr>
        <p:grpSpPr>
          <a:xfrm>
            <a:off x="4523741" y="2047924"/>
            <a:ext cx="5370513" cy="534987"/>
            <a:chOff x="3281952" y="1484784"/>
            <a:chExt cx="5370513" cy="534987"/>
          </a:xfrm>
        </p:grpSpPr>
        <p:grpSp>
          <p:nvGrpSpPr>
            <p:cNvPr id="508" name="组合 507">
              <a:extLst>
                <a:ext uri="{FF2B5EF4-FFF2-40B4-BE49-F238E27FC236}">
                  <a16:creationId xmlns:a16="http://schemas.microsoft.com/office/drawing/2014/main" id="{D0CD1FD4-E30B-4C04-ADA0-E00A723092D8}"/>
                </a:ext>
              </a:extLst>
            </p:cNvPr>
            <p:cNvGrpSpPr/>
            <p:nvPr/>
          </p:nvGrpSpPr>
          <p:grpSpPr>
            <a:xfrm>
              <a:off x="3943940" y="1484784"/>
              <a:ext cx="4708525" cy="534987"/>
              <a:chOff x="3943940" y="1626760"/>
              <a:chExt cx="4708525" cy="534987"/>
            </a:xfrm>
          </p:grpSpPr>
          <p:sp>
            <p:nvSpPr>
              <p:cNvPr id="512" name="Freeform 74">
                <a:extLst>
                  <a:ext uri="{FF2B5EF4-FFF2-40B4-BE49-F238E27FC236}">
                    <a16:creationId xmlns:a16="http://schemas.microsoft.com/office/drawing/2014/main" id="{134D63FA-7F97-4DC5-A1CC-DE424B1B768C}"/>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13" name="文本框 20">
                <a:extLst>
                  <a:ext uri="{FF2B5EF4-FFF2-40B4-BE49-F238E27FC236}">
                    <a16:creationId xmlns:a16="http://schemas.microsoft.com/office/drawing/2014/main" id="{F52D626D-9F1F-491D-86BE-C25C64971066}"/>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514" name="矩形 513">
                <a:extLst>
                  <a:ext uri="{FF2B5EF4-FFF2-40B4-BE49-F238E27FC236}">
                    <a16:creationId xmlns:a16="http://schemas.microsoft.com/office/drawing/2014/main" id="{3D285A3A-933C-4B17-9A33-1D437AF90F1B}"/>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15" name="直接连接符 514">
                <a:extLst>
                  <a:ext uri="{FF2B5EF4-FFF2-40B4-BE49-F238E27FC236}">
                    <a16:creationId xmlns:a16="http://schemas.microsoft.com/office/drawing/2014/main" id="{EF5D593A-ADFC-455F-8AAB-003B9E42C3C3}"/>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09" name="组合 508">
              <a:extLst>
                <a:ext uri="{FF2B5EF4-FFF2-40B4-BE49-F238E27FC236}">
                  <a16:creationId xmlns:a16="http://schemas.microsoft.com/office/drawing/2014/main" id="{1864DC6D-5AEC-4949-90DC-7620EC854008}"/>
                </a:ext>
              </a:extLst>
            </p:cNvPr>
            <p:cNvGrpSpPr/>
            <p:nvPr/>
          </p:nvGrpSpPr>
          <p:grpSpPr>
            <a:xfrm>
              <a:off x="3281952" y="1484784"/>
              <a:ext cx="689642" cy="534987"/>
              <a:chOff x="3281952" y="1626760"/>
              <a:chExt cx="689642" cy="534987"/>
            </a:xfrm>
          </p:grpSpPr>
          <p:sp>
            <p:nvSpPr>
              <p:cNvPr id="510" name="矩形 509">
                <a:extLst>
                  <a:ext uri="{FF2B5EF4-FFF2-40B4-BE49-F238E27FC236}">
                    <a16:creationId xmlns:a16="http://schemas.microsoft.com/office/drawing/2014/main" id="{02CA0AF2-F206-4FEB-A585-FAC07E799030}"/>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11" name="文本框 18">
                <a:extLst>
                  <a:ext uri="{FF2B5EF4-FFF2-40B4-BE49-F238E27FC236}">
                    <a16:creationId xmlns:a16="http://schemas.microsoft.com/office/drawing/2014/main" id="{B9FF2992-AC1D-4401-AAE7-A69E646B3D2F}"/>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516" name="组合 515">
            <a:extLst>
              <a:ext uri="{FF2B5EF4-FFF2-40B4-BE49-F238E27FC236}">
                <a16:creationId xmlns:a16="http://schemas.microsoft.com/office/drawing/2014/main" id="{84A838AD-CD74-4AE7-BA04-F6DBB95CCD2A}"/>
              </a:ext>
            </a:extLst>
          </p:cNvPr>
          <p:cNvGrpSpPr/>
          <p:nvPr>
            <p:custDataLst>
              <p:tags r:id="rId2"/>
            </p:custDataLst>
          </p:nvPr>
        </p:nvGrpSpPr>
        <p:grpSpPr>
          <a:xfrm>
            <a:off x="4503593" y="3688642"/>
            <a:ext cx="5372100" cy="534987"/>
            <a:chOff x="3261805" y="3188752"/>
            <a:chExt cx="5372100" cy="534987"/>
          </a:xfrm>
        </p:grpSpPr>
        <p:grpSp>
          <p:nvGrpSpPr>
            <p:cNvPr id="517" name="组合 516">
              <a:extLst>
                <a:ext uri="{FF2B5EF4-FFF2-40B4-BE49-F238E27FC236}">
                  <a16:creationId xmlns:a16="http://schemas.microsoft.com/office/drawing/2014/main" id="{DD2A4271-CF3A-4BF3-A9AC-D12549973C04}"/>
                </a:ext>
              </a:extLst>
            </p:cNvPr>
            <p:cNvGrpSpPr/>
            <p:nvPr/>
          </p:nvGrpSpPr>
          <p:grpSpPr>
            <a:xfrm>
              <a:off x="3261805" y="3188752"/>
              <a:ext cx="689593" cy="534987"/>
              <a:chOff x="3261805" y="3188752"/>
              <a:chExt cx="689593" cy="534987"/>
            </a:xfrm>
          </p:grpSpPr>
          <p:sp>
            <p:nvSpPr>
              <p:cNvPr id="523" name="矩形 522">
                <a:extLst>
                  <a:ext uri="{FF2B5EF4-FFF2-40B4-BE49-F238E27FC236}">
                    <a16:creationId xmlns:a16="http://schemas.microsoft.com/office/drawing/2014/main" id="{4EE51B82-A563-4EE6-BE8A-8040A42E59E7}"/>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24" name="文本框 86">
                <a:extLst>
                  <a:ext uri="{FF2B5EF4-FFF2-40B4-BE49-F238E27FC236}">
                    <a16:creationId xmlns:a16="http://schemas.microsoft.com/office/drawing/2014/main" id="{5ED9416D-199A-4636-8C28-E61818D0EB56}"/>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518" name="组合 517">
              <a:extLst>
                <a:ext uri="{FF2B5EF4-FFF2-40B4-BE49-F238E27FC236}">
                  <a16:creationId xmlns:a16="http://schemas.microsoft.com/office/drawing/2014/main" id="{C4AF836E-E7BE-4563-9AAA-2D60E7FA6DC1}"/>
                </a:ext>
              </a:extLst>
            </p:cNvPr>
            <p:cNvGrpSpPr/>
            <p:nvPr/>
          </p:nvGrpSpPr>
          <p:grpSpPr>
            <a:xfrm>
              <a:off x="3923792" y="3188752"/>
              <a:ext cx="4710113" cy="534987"/>
              <a:chOff x="3923792" y="3188752"/>
              <a:chExt cx="4710113" cy="534987"/>
            </a:xfrm>
          </p:grpSpPr>
          <p:sp>
            <p:nvSpPr>
              <p:cNvPr id="519" name="文本框 81">
                <a:extLst>
                  <a:ext uri="{FF2B5EF4-FFF2-40B4-BE49-F238E27FC236}">
                    <a16:creationId xmlns:a16="http://schemas.microsoft.com/office/drawing/2014/main" id="{2B3C1DB6-A8FF-42D6-AE3B-655420AE68FF}"/>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520" name="矩形 519">
                <a:extLst>
                  <a:ext uri="{FF2B5EF4-FFF2-40B4-BE49-F238E27FC236}">
                    <a16:creationId xmlns:a16="http://schemas.microsoft.com/office/drawing/2014/main" id="{39BA8051-DF84-4EB2-90D2-1E281C3262A4}"/>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1" name="直接连接符 520">
                <a:extLst>
                  <a:ext uri="{FF2B5EF4-FFF2-40B4-BE49-F238E27FC236}">
                    <a16:creationId xmlns:a16="http://schemas.microsoft.com/office/drawing/2014/main" id="{16C251FC-7268-4403-A8AE-D4894BF5926D}"/>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22" name="Freeform 71">
                <a:extLst>
                  <a:ext uri="{FF2B5EF4-FFF2-40B4-BE49-F238E27FC236}">
                    <a16:creationId xmlns:a16="http://schemas.microsoft.com/office/drawing/2014/main" id="{ED583CC2-5D27-4094-8CC5-ECE2010769B5}"/>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525" name="组合 524">
            <a:extLst>
              <a:ext uri="{FF2B5EF4-FFF2-40B4-BE49-F238E27FC236}">
                <a16:creationId xmlns:a16="http://schemas.microsoft.com/office/drawing/2014/main" id="{9F51C812-CC6C-4FD9-99FC-4348BA8C74AD}"/>
              </a:ext>
            </a:extLst>
          </p:cNvPr>
          <p:cNvGrpSpPr/>
          <p:nvPr>
            <p:custDataLst>
              <p:tags r:id="rId3"/>
            </p:custDataLst>
          </p:nvPr>
        </p:nvGrpSpPr>
        <p:grpSpPr>
          <a:xfrm>
            <a:off x="4503593" y="4509001"/>
            <a:ext cx="5372100" cy="534987"/>
            <a:chOff x="3261805" y="4046141"/>
            <a:chExt cx="5372100" cy="534987"/>
          </a:xfrm>
        </p:grpSpPr>
        <p:grpSp>
          <p:nvGrpSpPr>
            <p:cNvPr id="526" name="组合 525">
              <a:extLst>
                <a:ext uri="{FF2B5EF4-FFF2-40B4-BE49-F238E27FC236}">
                  <a16:creationId xmlns:a16="http://schemas.microsoft.com/office/drawing/2014/main" id="{4EBAED5E-AFC8-49A4-867D-E61816C657E7}"/>
                </a:ext>
              </a:extLst>
            </p:cNvPr>
            <p:cNvGrpSpPr/>
            <p:nvPr/>
          </p:nvGrpSpPr>
          <p:grpSpPr>
            <a:xfrm>
              <a:off x="3261805" y="4046141"/>
              <a:ext cx="689447" cy="534987"/>
              <a:chOff x="3261805" y="3969748"/>
              <a:chExt cx="689447" cy="534987"/>
            </a:xfrm>
          </p:grpSpPr>
          <p:sp>
            <p:nvSpPr>
              <p:cNvPr id="532" name="矩形 531">
                <a:extLst>
                  <a:ext uri="{FF2B5EF4-FFF2-40B4-BE49-F238E27FC236}">
                    <a16:creationId xmlns:a16="http://schemas.microsoft.com/office/drawing/2014/main" id="{0AD37FD8-2FE5-4443-9158-0641FECA672D}"/>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33" name="文本框 131">
                <a:extLst>
                  <a:ext uri="{FF2B5EF4-FFF2-40B4-BE49-F238E27FC236}">
                    <a16:creationId xmlns:a16="http://schemas.microsoft.com/office/drawing/2014/main" id="{45471F71-351E-4432-87C7-A08283FFDAF5}"/>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527" name="组合 526">
              <a:extLst>
                <a:ext uri="{FF2B5EF4-FFF2-40B4-BE49-F238E27FC236}">
                  <a16:creationId xmlns:a16="http://schemas.microsoft.com/office/drawing/2014/main" id="{04B8DA8C-88CE-4F66-A26A-BCB41C318861}"/>
                </a:ext>
              </a:extLst>
            </p:cNvPr>
            <p:cNvGrpSpPr/>
            <p:nvPr/>
          </p:nvGrpSpPr>
          <p:grpSpPr>
            <a:xfrm>
              <a:off x="3923792" y="4046141"/>
              <a:ext cx="4710113" cy="534987"/>
              <a:chOff x="3923792" y="3969748"/>
              <a:chExt cx="4710113" cy="534987"/>
            </a:xfrm>
          </p:grpSpPr>
          <p:sp>
            <p:nvSpPr>
              <p:cNvPr id="528" name="文本框 126">
                <a:extLst>
                  <a:ext uri="{FF2B5EF4-FFF2-40B4-BE49-F238E27FC236}">
                    <a16:creationId xmlns:a16="http://schemas.microsoft.com/office/drawing/2014/main" id="{AC4111AA-D3B0-4B5B-88D2-9F02478D3137}"/>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529" name="矩形 528">
                <a:extLst>
                  <a:ext uri="{FF2B5EF4-FFF2-40B4-BE49-F238E27FC236}">
                    <a16:creationId xmlns:a16="http://schemas.microsoft.com/office/drawing/2014/main" id="{22B8483A-1D6E-4779-B1D3-F24E06B0E491}"/>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30" name="直接连接符 529">
                <a:extLst>
                  <a:ext uri="{FF2B5EF4-FFF2-40B4-BE49-F238E27FC236}">
                    <a16:creationId xmlns:a16="http://schemas.microsoft.com/office/drawing/2014/main" id="{DBFB00E9-F273-402D-A99F-D71B8AB1FEB1}"/>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1" name="Freeform 306">
                <a:extLst>
                  <a:ext uri="{FF2B5EF4-FFF2-40B4-BE49-F238E27FC236}">
                    <a16:creationId xmlns:a16="http://schemas.microsoft.com/office/drawing/2014/main" id="{298BC56F-2B34-4573-B9AA-8E7FD94246C3}"/>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534" name="组合 533">
            <a:extLst>
              <a:ext uri="{FF2B5EF4-FFF2-40B4-BE49-F238E27FC236}">
                <a16:creationId xmlns:a16="http://schemas.microsoft.com/office/drawing/2014/main" id="{0175A34B-BDC0-4B2F-9161-49DF63DE2C3E}"/>
              </a:ext>
            </a:extLst>
          </p:cNvPr>
          <p:cNvGrpSpPr/>
          <p:nvPr>
            <p:custDataLst>
              <p:tags r:id="rId4"/>
            </p:custDataLst>
          </p:nvPr>
        </p:nvGrpSpPr>
        <p:grpSpPr>
          <a:xfrm>
            <a:off x="4517645" y="2868283"/>
            <a:ext cx="5370513" cy="534987"/>
            <a:chOff x="3275856" y="2348880"/>
            <a:chExt cx="5370513" cy="534987"/>
          </a:xfrm>
        </p:grpSpPr>
        <p:grpSp>
          <p:nvGrpSpPr>
            <p:cNvPr id="535" name="组合 534">
              <a:extLst>
                <a:ext uri="{FF2B5EF4-FFF2-40B4-BE49-F238E27FC236}">
                  <a16:creationId xmlns:a16="http://schemas.microsoft.com/office/drawing/2014/main" id="{B1BD14E7-09FB-415A-8106-72A17E16AD8C}"/>
                </a:ext>
              </a:extLst>
            </p:cNvPr>
            <p:cNvGrpSpPr/>
            <p:nvPr/>
          </p:nvGrpSpPr>
          <p:grpSpPr>
            <a:xfrm>
              <a:off x="3275856" y="2348880"/>
              <a:ext cx="689474" cy="534987"/>
              <a:chOff x="3275856" y="2407756"/>
              <a:chExt cx="689474" cy="534987"/>
            </a:xfrm>
          </p:grpSpPr>
          <p:sp>
            <p:nvSpPr>
              <p:cNvPr id="541" name="矩形 540">
                <a:extLst>
                  <a:ext uri="{FF2B5EF4-FFF2-40B4-BE49-F238E27FC236}">
                    <a16:creationId xmlns:a16="http://schemas.microsoft.com/office/drawing/2014/main" id="{79B45DDA-D399-4C5D-88A9-21BE3E793D65}"/>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2" name="文本框 78">
                <a:extLst>
                  <a:ext uri="{FF2B5EF4-FFF2-40B4-BE49-F238E27FC236}">
                    <a16:creationId xmlns:a16="http://schemas.microsoft.com/office/drawing/2014/main" id="{188CC224-E380-4AA3-97AF-10667293B89F}"/>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536" name="组合 535">
              <a:extLst>
                <a:ext uri="{FF2B5EF4-FFF2-40B4-BE49-F238E27FC236}">
                  <a16:creationId xmlns:a16="http://schemas.microsoft.com/office/drawing/2014/main" id="{1BA57E98-FEDB-43F7-A470-C072DCA8281F}"/>
                </a:ext>
              </a:extLst>
            </p:cNvPr>
            <p:cNvGrpSpPr/>
            <p:nvPr/>
          </p:nvGrpSpPr>
          <p:grpSpPr>
            <a:xfrm>
              <a:off x="3937844" y="2348880"/>
              <a:ext cx="4708525" cy="534987"/>
              <a:chOff x="3937844" y="2407756"/>
              <a:chExt cx="4708525" cy="534987"/>
            </a:xfrm>
          </p:grpSpPr>
          <p:sp>
            <p:nvSpPr>
              <p:cNvPr id="537" name="文本框 73">
                <a:extLst>
                  <a:ext uri="{FF2B5EF4-FFF2-40B4-BE49-F238E27FC236}">
                    <a16:creationId xmlns:a16="http://schemas.microsoft.com/office/drawing/2014/main" id="{B0D290E4-AE9D-4DDE-9883-0EADCD066FFE}"/>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538" name="矩形 537">
                <a:extLst>
                  <a:ext uri="{FF2B5EF4-FFF2-40B4-BE49-F238E27FC236}">
                    <a16:creationId xmlns:a16="http://schemas.microsoft.com/office/drawing/2014/main" id="{7098D5A6-8EA7-45F2-BAEC-EE8F975AD253}"/>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39" name="直接连接符 538">
                <a:extLst>
                  <a:ext uri="{FF2B5EF4-FFF2-40B4-BE49-F238E27FC236}">
                    <a16:creationId xmlns:a16="http://schemas.microsoft.com/office/drawing/2014/main" id="{BBA5EAED-0674-419A-89C1-679D1D85F1EA}"/>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40" name="Freeform 30">
                <a:extLst>
                  <a:ext uri="{FF2B5EF4-FFF2-40B4-BE49-F238E27FC236}">
                    <a16:creationId xmlns:a16="http://schemas.microsoft.com/office/drawing/2014/main" id="{6E71CFC7-C54A-4EE2-931F-62EBB9B6BE18}"/>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extLst>
      <p:ext uri="{BB962C8B-B14F-4D97-AF65-F5344CB8AC3E}">
        <p14:creationId xmlns:p14="http://schemas.microsoft.com/office/powerpoint/2010/main" val="157913980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3EF6D-C79C-C843-BF8C-FE324DC88C6D}"/>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C0905E0E-1C58-A27D-ECFE-F9BF06889C67}"/>
              </a:ext>
            </a:extLst>
          </p:cNvPr>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2" name="文本框 71">
            <a:extLst>
              <a:ext uri="{FF2B5EF4-FFF2-40B4-BE49-F238E27FC236}">
                <a16:creationId xmlns:a16="http://schemas.microsoft.com/office/drawing/2014/main" id="{E43B619E-29C2-132F-7498-BAACD8EC25E3}"/>
              </a:ext>
            </a:extLst>
          </p:cNvPr>
          <p:cNvSpPr txBox="1"/>
          <p:nvPr/>
        </p:nvSpPr>
        <p:spPr>
          <a:xfrm>
            <a:off x="120000" y="31704"/>
            <a:ext cx="4914152" cy="58477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Problem Description </a:t>
            </a:r>
          </a:p>
        </p:txBody>
      </p:sp>
      <p:sp>
        <p:nvSpPr>
          <p:cNvPr id="8" name="文本框 7">
            <a:extLst>
              <a:ext uri="{FF2B5EF4-FFF2-40B4-BE49-F238E27FC236}">
                <a16:creationId xmlns:a16="http://schemas.microsoft.com/office/drawing/2014/main" id="{E6424720-3D8E-1069-0B7E-1F8E6BC6CB3D}"/>
              </a:ext>
            </a:extLst>
          </p:cNvPr>
          <p:cNvSpPr txBox="1"/>
          <p:nvPr/>
        </p:nvSpPr>
        <p:spPr>
          <a:xfrm>
            <a:off x="300000" y="737447"/>
            <a:ext cx="11592000" cy="5859553"/>
          </a:xfrm>
          <a:prstGeom prst="rect">
            <a:avLst/>
          </a:prstGeom>
          <a:noFill/>
          <a:ln>
            <a:solidFill>
              <a:srgbClr val="0174AB"/>
            </a:solidFill>
          </a:ln>
        </p:spPr>
        <p:txBody>
          <a:bodyPr wrap="square" rtlCol="0">
            <a:spAutoFit/>
          </a:bodyPr>
          <a:lstStyle/>
          <a:p>
            <a:pPr marR="0" lvl="0" algn="l" defTabSz="914400" rtl="0" eaLnBrk="1" fontAlgn="auto" latinLnBrk="0" hangingPunct="1">
              <a:lnSpc>
                <a:spcPct val="150000"/>
              </a:lnSpc>
              <a:spcBef>
                <a:spcPts val="0"/>
              </a:spcBef>
              <a:spcAft>
                <a:spcPts val="0"/>
              </a:spcAft>
              <a:buClrTx/>
              <a:buSzTx/>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In the increasingly integrated and complex industrial processes, it is difficult for a </a:t>
            </a:r>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single type of data</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 to adequately characterize faults due to the correlation and multi-source heterogeneity of process data.</a:t>
            </a:r>
          </a:p>
          <a:p>
            <a:pPr marR="0" lvl="0" algn="l" defTabSz="914400" rtl="0" eaLnBrk="1" fontAlgn="auto" latinLnBrk="0" hangingPunct="1">
              <a:lnSpc>
                <a:spcPct val="150000"/>
              </a:lnSpc>
              <a:spcBef>
                <a:spcPts val="0"/>
              </a:spcBef>
              <a:spcAft>
                <a:spcPts val="0"/>
              </a:spcAft>
              <a:buClrTx/>
              <a:buSzTx/>
              <a:tabLst/>
              <a:defRPr/>
            </a:pP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endParaRPr>
          </a:p>
          <a:p>
            <a:pPr marR="0" lvl="0" algn="l" defTabSz="914400" rtl="0" eaLnBrk="1" fontAlgn="auto" latinLnBrk="0" hangingPunct="1">
              <a:lnSpc>
                <a:spcPct val="150000"/>
              </a:lnSpc>
              <a:spcBef>
                <a:spcPts val="0"/>
              </a:spcBef>
              <a:spcAft>
                <a:spcPts val="0"/>
              </a:spcAft>
              <a:buClrTx/>
              <a:buSzTx/>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A </a:t>
            </a:r>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fault</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 often leads to abnormal changes in multiple types of data. Accordingly, the loss of fault information may be caused by </a:t>
            </a:r>
            <a:r>
              <a:rPr kumimoji="0" lang="en-US" altLang="zh-CN" sz="1800" b="0" i="0" u="none" strike="noStrike" kern="1200" cap="none" spc="0" normalizeH="0" baseline="0" noProof="0" dirty="0" err="1">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analysing</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 only a single type of data, affecting the fault diagnosis accuracy.</a:t>
            </a:r>
          </a:p>
          <a:p>
            <a:pPr marR="0" lvl="0" algn="l" defTabSz="914400" rtl="0" eaLnBrk="1" fontAlgn="auto" latinLnBrk="0" hangingPunct="1">
              <a:lnSpc>
                <a:spcPct val="150000"/>
              </a:lnSpc>
              <a:spcBef>
                <a:spcPts val="0"/>
              </a:spcBef>
              <a:spcAft>
                <a:spcPts val="0"/>
              </a:spcAft>
              <a:buClrTx/>
              <a:buSzTx/>
              <a:tabLst/>
              <a:defRPr/>
            </a:pP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endParaRPr>
          </a:p>
          <a:p>
            <a:pPr marR="0" lvl="0" algn="l" defTabSz="914400" rtl="0" eaLnBrk="1" fontAlgn="auto" latinLnBrk="0" hangingPunct="1">
              <a:lnSpc>
                <a:spcPct val="150000"/>
              </a:lnSpc>
              <a:spcBef>
                <a:spcPts val="0"/>
              </a:spcBef>
              <a:spcAft>
                <a:spcPts val="0"/>
              </a:spcAft>
              <a:buClrTx/>
              <a:buSzTx/>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Significant differences in dimensions and structures are exhibited by multi-source heterogeneous data, which may make the high-quality data fusion difficult to achieve.</a:t>
            </a:r>
          </a:p>
          <a:p>
            <a:pPr marR="0" lvl="0" algn="l" defTabSz="914400" rtl="0" eaLnBrk="1" fontAlgn="auto" latinLnBrk="0" hangingPunct="1">
              <a:lnSpc>
                <a:spcPct val="150000"/>
              </a:lnSpc>
              <a:spcBef>
                <a:spcPts val="0"/>
              </a:spcBef>
              <a:spcAft>
                <a:spcPts val="0"/>
              </a:spcAft>
              <a:buClrTx/>
              <a:buSzTx/>
              <a:tabLst/>
              <a:defRPr/>
            </a:pPr>
            <a:endParaRPr lang="en-US" altLang="zh-CN" dirty="0">
              <a:solidFill>
                <a:prstClr val="black"/>
              </a:solidFill>
              <a:latin typeface="Times New Roman" panose="02020603050405020304" pitchFamily="18" charset="0"/>
              <a:ea typeface="微软雅黑" panose="020B0503020204020204" charset="-122"/>
              <a:cs typeface="Times New Roman" panose="02020603050405020304" pitchFamily="18" charset="0"/>
            </a:endParaRPr>
          </a:p>
          <a:p>
            <a:pPr marR="0" lvl="0" algn="l" defTabSz="914400" rtl="0" eaLnBrk="1" fontAlgn="auto" latinLnBrk="0" hangingPunct="1">
              <a:lnSpc>
                <a:spcPct val="150000"/>
              </a:lnSpc>
              <a:spcBef>
                <a:spcPts val="0"/>
              </a:spcBef>
              <a:spcAft>
                <a:spcPts val="0"/>
              </a:spcAft>
              <a:buClrTx/>
              <a:buSzTx/>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The types of fault data captured by different sensors are usually diverse, such as time series data, image data, etc., with significant differences in dimensions and structures, making it difficult to achieve multi-source heterogeneous data fusion.</a:t>
            </a:r>
          </a:p>
          <a:p>
            <a:pPr marR="0" lvl="0" algn="l" defTabSz="914400" rtl="0" eaLnBrk="1" fontAlgn="auto" latinLnBrk="0" hangingPunct="1">
              <a:lnSpc>
                <a:spcPct val="150000"/>
              </a:lnSpc>
              <a:spcBef>
                <a:spcPts val="0"/>
              </a:spcBef>
              <a:spcAft>
                <a:spcPts val="0"/>
              </a:spcAft>
              <a:buClrTx/>
              <a:buSzTx/>
              <a:tabLst/>
              <a:defRPr/>
            </a:pPr>
            <a:endParaRPr lang="en-US" altLang="zh-CN" dirty="0">
              <a:solidFill>
                <a:prstClr val="black"/>
              </a:solidFill>
              <a:latin typeface="Times New Roman" panose="02020603050405020304" pitchFamily="18" charset="0"/>
              <a:ea typeface="微软雅黑" panose="020B0503020204020204" charset="-122"/>
              <a:cs typeface="Times New Roman" panose="02020603050405020304" pitchFamily="18" charset="0"/>
            </a:endParaRPr>
          </a:p>
          <a:p>
            <a:pPr marR="0" lvl="0" algn="l" defTabSz="914400" rtl="0" eaLnBrk="1" fontAlgn="auto" latinLnBrk="0" hangingPunct="1">
              <a:lnSpc>
                <a:spcPct val="150000"/>
              </a:lnSpc>
              <a:spcBef>
                <a:spcPts val="0"/>
              </a:spcBef>
              <a:spcAft>
                <a:spcPts val="0"/>
              </a:spcAft>
              <a:buClrTx/>
              <a:buSzTx/>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In order to achieve high-quality multi-source heterogeneous data fusion and avoid fault information loss, in this paper, a unified representation and fusion framework of multi-source heterogeneous data is proposed.</a:t>
            </a:r>
          </a:p>
        </p:txBody>
      </p:sp>
      <p:grpSp>
        <p:nvGrpSpPr>
          <p:cNvPr id="12" name="组合 11">
            <a:extLst>
              <a:ext uri="{FF2B5EF4-FFF2-40B4-BE49-F238E27FC236}">
                <a16:creationId xmlns:a16="http://schemas.microsoft.com/office/drawing/2014/main" id="{214093C0-9E53-A159-CE4C-1DA42D65D9AC}"/>
              </a:ext>
            </a:extLst>
          </p:cNvPr>
          <p:cNvGrpSpPr/>
          <p:nvPr/>
        </p:nvGrpSpPr>
        <p:grpSpPr>
          <a:xfrm>
            <a:off x="-1" y="6553200"/>
            <a:ext cx="12192001" cy="304800"/>
            <a:chOff x="0" y="6569404"/>
            <a:chExt cx="9144000" cy="288000"/>
          </a:xfrm>
        </p:grpSpPr>
        <p:sp>
          <p:nvSpPr>
            <p:cNvPr id="13" name="矩形 12">
              <a:extLst>
                <a:ext uri="{FF2B5EF4-FFF2-40B4-BE49-F238E27FC236}">
                  <a16:creationId xmlns:a16="http://schemas.microsoft.com/office/drawing/2014/main" id="{695FA109-F4B5-BF8D-68B9-BDEBDC19E11D}"/>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4" name="矩形 13">
              <a:extLst>
                <a:ext uri="{FF2B5EF4-FFF2-40B4-BE49-F238E27FC236}">
                  <a16:creationId xmlns:a16="http://schemas.microsoft.com/office/drawing/2014/main" id="{062B27B4-99C3-0F3D-8FEF-B59F4500DD61}"/>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a:extLst>
              <a:ext uri="{FF2B5EF4-FFF2-40B4-BE49-F238E27FC236}">
                <a16:creationId xmlns:a16="http://schemas.microsoft.com/office/drawing/2014/main" id="{D32A4A05-CF76-E575-C943-BFA87AA60802}"/>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94100024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8FB0D72E-457E-9C06-2C62-E71E28E6B686}"/>
              </a:ext>
            </a:extLst>
          </p:cNvPr>
          <p:cNvGrpSpPr/>
          <p:nvPr/>
        </p:nvGrpSpPr>
        <p:grpSpPr>
          <a:xfrm>
            <a:off x="-1" y="6553200"/>
            <a:ext cx="12192001" cy="304800"/>
            <a:chOff x="0" y="6569404"/>
            <a:chExt cx="9144000" cy="288000"/>
          </a:xfrm>
        </p:grpSpPr>
        <p:sp>
          <p:nvSpPr>
            <p:cNvPr id="4" name="矩形 3">
              <a:extLst>
                <a:ext uri="{FF2B5EF4-FFF2-40B4-BE49-F238E27FC236}">
                  <a16:creationId xmlns:a16="http://schemas.microsoft.com/office/drawing/2014/main" id="{CC340ECA-4089-9826-5C91-D07FFEAA5781}"/>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DD9F51C0-1ACD-5028-2033-DAF07B9362C5}"/>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 name="灯片编号占位符 5">
            <a:extLst>
              <a:ext uri="{FF2B5EF4-FFF2-40B4-BE49-F238E27FC236}">
                <a16:creationId xmlns:a16="http://schemas.microsoft.com/office/drawing/2014/main" id="{FC92BE74-AC5C-18C2-3B79-8542FC4C0B20}"/>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22</a:t>
            </a:fld>
            <a:endParaRPr lang="zh-HK" altLang="en-US" sz="1600" dirty="0">
              <a:solidFill>
                <a:schemeClr val="bg1"/>
              </a:solidFill>
            </a:endParaRPr>
          </a:p>
        </p:txBody>
      </p:sp>
      <p:pic>
        <p:nvPicPr>
          <p:cNvPr id="7" name="图片 6">
            <a:extLst>
              <a:ext uri="{FF2B5EF4-FFF2-40B4-BE49-F238E27FC236}">
                <a16:creationId xmlns:a16="http://schemas.microsoft.com/office/drawing/2014/main" id="{98044630-4AFA-1AFF-86C6-56E24AB9DF1E}"/>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55" name="组合 18">
            <a:extLst>
              <a:ext uri="{FF2B5EF4-FFF2-40B4-BE49-F238E27FC236}">
                <a16:creationId xmlns:a16="http://schemas.microsoft.com/office/drawing/2014/main" id="{0F82D52C-F6C0-4AFC-8CAE-ADC1D9BD9817}"/>
              </a:ext>
            </a:extLst>
          </p:cNvPr>
          <p:cNvGrpSpPr/>
          <p:nvPr/>
        </p:nvGrpSpPr>
        <p:grpSpPr bwMode="auto">
          <a:xfrm>
            <a:off x="2409457" y="2650330"/>
            <a:ext cx="1505450" cy="1479472"/>
            <a:chOff x="1709739" y="2636838"/>
            <a:chExt cx="1590160" cy="1584325"/>
          </a:xfrm>
          <a:solidFill>
            <a:srgbClr val="044875"/>
          </a:solidFill>
        </p:grpSpPr>
        <p:sp>
          <p:nvSpPr>
            <p:cNvPr id="59" name="Freeform 6">
              <a:extLst>
                <a:ext uri="{FF2B5EF4-FFF2-40B4-BE49-F238E27FC236}">
                  <a16:creationId xmlns:a16="http://schemas.microsoft.com/office/drawing/2014/main" id="{94F52977-7D3F-4CD8-9020-4BD991209C4E}"/>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3" name="Freeform 7">
              <a:extLst>
                <a:ext uri="{FF2B5EF4-FFF2-40B4-BE49-F238E27FC236}">
                  <a16:creationId xmlns:a16="http://schemas.microsoft.com/office/drawing/2014/main" id="{34C17D31-FC94-4792-8327-91DBC9423172}"/>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6" name="Freeform 8">
              <a:extLst>
                <a:ext uri="{FF2B5EF4-FFF2-40B4-BE49-F238E27FC236}">
                  <a16:creationId xmlns:a16="http://schemas.microsoft.com/office/drawing/2014/main" id="{179AD212-3DC7-4842-8DBF-923E6D177812}"/>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7" name="Freeform 9">
              <a:extLst>
                <a:ext uri="{FF2B5EF4-FFF2-40B4-BE49-F238E27FC236}">
                  <a16:creationId xmlns:a16="http://schemas.microsoft.com/office/drawing/2014/main" id="{28E72CCB-C2A0-4D6C-95E1-84C959FA85F9}"/>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8" name="Freeform 10">
              <a:extLst>
                <a:ext uri="{FF2B5EF4-FFF2-40B4-BE49-F238E27FC236}">
                  <a16:creationId xmlns:a16="http://schemas.microsoft.com/office/drawing/2014/main" id="{C6B47A17-BD05-4A83-A794-3AA5422D5C5A}"/>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11">
              <a:extLst>
                <a:ext uri="{FF2B5EF4-FFF2-40B4-BE49-F238E27FC236}">
                  <a16:creationId xmlns:a16="http://schemas.microsoft.com/office/drawing/2014/main" id="{738B0A14-742B-4272-8684-7C1305260D33}"/>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12">
              <a:extLst>
                <a:ext uri="{FF2B5EF4-FFF2-40B4-BE49-F238E27FC236}">
                  <a16:creationId xmlns:a16="http://schemas.microsoft.com/office/drawing/2014/main" id="{26B9E863-86FF-4894-B20A-28DE94E405CB}"/>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1" name="Freeform 13">
              <a:extLst>
                <a:ext uri="{FF2B5EF4-FFF2-40B4-BE49-F238E27FC236}">
                  <a16:creationId xmlns:a16="http://schemas.microsoft.com/office/drawing/2014/main" id="{5205E6C5-9099-44C2-9517-FA58BCEA094C}"/>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2" name="Freeform 14">
              <a:extLst>
                <a:ext uri="{FF2B5EF4-FFF2-40B4-BE49-F238E27FC236}">
                  <a16:creationId xmlns:a16="http://schemas.microsoft.com/office/drawing/2014/main" id="{991E2DD9-E65F-44BE-A9D1-1D99BA7D9C68}"/>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3" name="文本框 72">
            <a:extLst>
              <a:ext uri="{FF2B5EF4-FFF2-40B4-BE49-F238E27FC236}">
                <a16:creationId xmlns:a16="http://schemas.microsoft.com/office/drawing/2014/main" id="{6C66DD8C-9F98-4D97-AE05-2502D5DD3ECE}"/>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4" name="组合 73">
            <a:extLst>
              <a:ext uri="{FF2B5EF4-FFF2-40B4-BE49-F238E27FC236}">
                <a16:creationId xmlns:a16="http://schemas.microsoft.com/office/drawing/2014/main" id="{B1F6A8BA-4B04-437D-9335-609338409BAC}"/>
              </a:ext>
            </a:extLst>
          </p:cNvPr>
          <p:cNvGrpSpPr/>
          <p:nvPr>
            <p:custDataLst>
              <p:tags r:id="rId1"/>
            </p:custDataLst>
          </p:nvPr>
        </p:nvGrpSpPr>
        <p:grpSpPr>
          <a:xfrm>
            <a:off x="4523741" y="2047924"/>
            <a:ext cx="5370513" cy="534987"/>
            <a:chOff x="3281952" y="1484784"/>
            <a:chExt cx="5370513" cy="534987"/>
          </a:xfrm>
        </p:grpSpPr>
        <p:grpSp>
          <p:nvGrpSpPr>
            <p:cNvPr id="75" name="组合 74">
              <a:extLst>
                <a:ext uri="{FF2B5EF4-FFF2-40B4-BE49-F238E27FC236}">
                  <a16:creationId xmlns:a16="http://schemas.microsoft.com/office/drawing/2014/main" id="{64ED1BB8-4C04-43ED-BB92-AC9ED2CF0C82}"/>
                </a:ext>
              </a:extLst>
            </p:cNvPr>
            <p:cNvGrpSpPr/>
            <p:nvPr/>
          </p:nvGrpSpPr>
          <p:grpSpPr>
            <a:xfrm>
              <a:off x="3943940" y="1484784"/>
              <a:ext cx="4708525" cy="534987"/>
              <a:chOff x="3943940" y="1626760"/>
              <a:chExt cx="4708525" cy="534987"/>
            </a:xfrm>
          </p:grpSpPr>
          <p:sp>
            <p:nvSpPr>
              <p:cNvPr id="79" name="Freeform 74">
                <a:extLst>
                  <a:ext uri="{FF2B5EF4-FFF2-40B4-BE49-F238E27FC236}">
                    <a16:creationId xmlns:a16="http://schemas.microsoft.com/office/drawing/2014/main" id="{CC70BC50-C439-41A4-82F3-198EF492906E}"/>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80" name="文本框 20">
                <a:extLst>
                  <a:ext uri="{FF2B5EF4-FFF2-40B4-BE49-F238E27FC236}">
                    <a16:creationId xmlns:a16="http://schemas.microsoft.com/office/drawing/2014/main" id="{892A6CB2-8E97-43C9-B050-B53E6A327668}"/>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81" name="矩形 80">
                <a:extLst>
                  <a:ext uri="{FF2B5EF4-FFF2-40B4-BE49-F238E27FC236}">
                    <a16:creationId xmlns:a16="http://schemas.microsoft.com/office/drawing/2014/main" id="{1DE279A7-AAF6-412E-85F4-DCBC5E38B09D}"/>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2" name="直接连接符 81">
                <a:extLst>
                  <a:ext uri="{FF2B5EF4-FFF2-40B4-BE49-F238E27FC236}">
                    <a16:creationId xmlns:a16="http://schemas.microsoft.com/office/drawing/2014/main" id="{8E78F919-268B-42DC-8AC4-C19616C11FE4}"/>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6" name="组合 75">
              <a:extLst>
                <a:ext uri="{FF2B5EF4-FFF2-40B4-BE49-F238E27FC236}">
                  <a16:creationId xmlns:a16="http://schemas.microsoft.com/office/drawing/2014/main" id="{15C21C36-0FFF-46DF-8031-21A402A9E0E7}"/>
                </a:ext>
              </a:extLst>
            </p:cNvPr>
            <p:cNvGrpSpPr/>
            <p:nvPr/>
          </p:nvGrpSpPr>
          <p:grpSpPr>
            <a:xfrm>
              <a:off x="3281952" y="1484784"/>
              <a:ext cx="689642" cy="534987"/>
              <a:chOff x="3281952" y="1626760"/>
              <a:chExt cx="689642" cy="534987"/>
            </a:xfrm>
          </p:grpSpPr>
          <p:sp>
            <p:nvSpPr>
              <p:cNvPr id="77" name="矩形 76">
                <a:extLst>
                  <a:ext uri="{FF2B5EF4-FFF2-40B4-BE49-F238E27FC236}">
                    <a16:creationId xmlns:a16="http://schemas.microsoft.com/office/drawing/2014/main" id="{651F61DA-0BFF-413A-853C-342C301F4D9C}"/>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8" name="文本框 18">
                <a:extLst>
                  <a:ext uri="{FF2B5EF4-FFF2-40B4-BE49-F238E27FC236}">
                    <a16:creationId xmlns:a16="http://schemas.microsoft.com/office/drawing/2014/main" id="{C8092928-AB26-4DF3-8F9B-2DBE704919ED}"/>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3" name="组合 82">
            <a:extLst>
              <a:ext uri="{FF2B5EF4-FFF2-40B4-BE49-F238E27FC236}">
                <a16:creationId xmlns:a16="http://schemas.microsoft.com/office/drawing/2014/main" id="{A8300395-0A39-4501-B68A-8E29FA7D4F90}"/>
              </a:ext>
            </a:extLst>
          </p:cNvPr>
          <p:cNvGrpSpPr/>
          <p:nvPr>
            <p:custDataLst>
              <p:tags r:id="rId2"/>
            </p:custDataLst>
          </p:nvPr>
        </p:nvGrpSpPr>
        <p:grpSpPr>
          <a:xfrm>
            <a:off x="4503593" y="3688642"/>
            <a:ext cx="5372100" cy="534987"/>
            <a:chOff x="3261805" y="3188752"/>
            <a:chExt cx="5372100" cy="534987"/>
          </a:xfrm>
        </p:grpSpPr>
        <p:grpSp>
          <p:nvGrpSpPr>
            <p:cNvPr id="84" name="组合 83">
              <a:extLst>
                <a:ext uri="{FF2B5EF4-FFF2-40B4-BE49-F238E27FC236}">
                  <a16:creationId xmlns:a16="http://schemas.microsoft.com/office/drawing/2014/main" id="{B7C17D15-2E7E-449C-81CB-0BBB227347D1}"/>
                </a:ext>
              </a:extLst>
            </p:cNvPr>
            <p:cNvGrpSpPr/>
            <p:nvPr/>
          </p:nvGrpSpPr>
          <p:grpSpPr>
            <a:xfrm>
              <a:off x="3261805" y="3188752"/>
              <a:ext cx="689593" cy="534987"/>
              <a:chOff x="3261805" y="3188752"/>
              <a:chExt cx="689593" cy="534987"/>
            </a:xfrm>
          </p:grpSpPr>
          <p:sp>
            <p:nvSpPr>
              <p:cNvPr id="100" name="矩形 99">
                <a:extLst>
                  <a:ext uri="{FF2B5EF4-FFF2-40B4-BE49-F238E27FC236}">
                    <a16:creationId xmlns:a16="http://schemas.microsoft.com/office/drawing/2014/main" id="{2A7E907C-0CDF-4564-9333-1A24526BA182}"/>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1" name="文本框 86">
                <a:extLst>
                  <a:ext uri="{FF2B5EF4-FFF2-40B4-BE49-F238E27FC236}">
                    <a16:creationId xmlns:a16="http://schemas.microsoft.com/office/drawing/2014/main" id="{EA342509-A657-478D-BC26-C4A279A271BA}"/>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85" name="组合 84">
              <a:extLst>
                <a:ext uri="{FF2B5EF4-FFF2-40B4-BE49-F238E27FC236}">
                  <a16:creationId xmlns:a16="http://schemas.microsoft.com/office/drawing/2014/main" id="{12D48083-A106-4461-A163-D21D6F839D5A}"/>
                </a:ext>
              </a:extLst>
            </p:cNvPr>
            <p:cNvGrpSpPr/>
            <p:nvPr/>
          </p:nvGrpSpPr>
          <p:grpSpPr>
            <a:xfrm>
              <a:off x="3923792" y="3188752"/>
              <a:ext cx="4710113" cy="534987"/>
              <a:chOff x="3923792" y="3188752"/>
              <a:chExt cx="4710113" cy="534987"/>
            </a:xfrm>
          </p:grpSpPr>
          <p:sp>
            <p:nvSpPr>
              <p:cNvPr id="87" name="文本框 81">
                <a:extLst>
                  <a:ext uri="{FF2B5EF4-FFF2-40B4-BE49-F238E27FC236}">
                    <a16:creationId xmlns:a16="http://schemas.microsoft.com/office/drawing/2014/main" id="{A51022DC-A596-42FC-86E1-B4E6970B3FB3}"/>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91" name="矩形 90">
                <a:extLst>
                  <a:ext uri="{FF2B5EF4-FFF2-40B4-BE49-F238E27FC236}">
                    <a16:creationId xmlns:a16="http://schemas.microsoft.com/office/drawing/2014/main" id="{82ECC155-BFBC-4A56-BC57-F53576A95C71}"/>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5" name="直接连接符 94">
                <a:extLst>
                  <a:ext uri="{FF2B5EF4-FFF2-40B4-BE49-F238E27FC236}">
                    <a16:creationId xmlns:a16="http://schemas.microsoft.com/office/drawing/2014/main" id="{473BBAFE-1FFC-420B-9B16-08B4AB5DF28C}"/>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9" name="Freeform 71">
                <a:extLst>
                  <a:ext uri="{FF2B5EF4-FFF2-40B4-BE49-F238E27FC236}">
                    <a16:creationId xmlns:a16="http://schemas.microsoft.com/office/drawing/2014/main" id="{636C5C65-C70F-491E-A7C2-F6BE3CE647D2}"/>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2" name="组合 101">
            <a:extLst>
              <a:ext uri="{FF2B5EF4-FFF2-40B4-BE49-F238E27FC236}">
                <a16:creationId xmlns:a16="http://schemas.microsoft.com/office/drawing/2014/main" id="{BE0A1940-40B4-43B8-9259-555C01927DFF}"/>
              </a:ext>
            </a:extLst>
          </p:cNvPr>
          <p:cNvGrpSpPr/>
          <p:nvPr>
            <p:custDataLst>
              <p:tags r:id="rId3"/>
            </p:custDataLst>
          </p:nvPr>
        </p:nvGrpSpPr>
        <p:grpSpPr>
          <a:xfrm>
            <a:off x="4503593" y="4509001"/>
            <a:ext cx="5372100" cy="534987"/>
            <a:chOff x="3261805" y="4046141"/>
            <a:chExt cx="5372100" cy="534987"/>
          </a:xfrm>
        </p:grpSpPr>
        <p:grpSp>
          <p:nvGrpSpPr>
            <p:cNvPr id="103" name="组合 102">
              <a:extLst>
                <a:ext uri="{FF2B5EF4-FFF2-40B4-BE49-F238E27FC236}">
                  <a16:creationId xmlns:a16="http://schemas.microsoft.com/office/drawing/2014/main" id="{870C656E-BC98-41E1-BFF4-703BC82E4242}"/>
                </a:ext>
              </a:extLst>
            </p:cNvPr>
            <p:cNvGrpSpPr/>
            <p:nvPr/>
          </p:nvGrpSpPr>
          <p:grpSpPr>
            <a:xfrm>
              <a:off x="3261805" y="4046141"/>
              <a:ext cx="689447" cy="534987"/>
              <a:chOff x="3261805" y="3969748"/>
              <a:chExt cx="689447" cy="534987"/>
            </a:xfrm>
          </p:grpSpPr>
          <p:sp>
            <p:nvSpPr>
              <p:cNvPr id="109" name="矩形 108">
                <a:extLst>
                  <a:ext uri="{FF2B5EF4-FFF2-40B4-BE49-F238E27FC236}">
                    <a16:creationId xmlns:a16="http://schemas.microsoft.com/office/drawing/2014/main" id="{50559FF8-EF6D-4589-AC37-434FD4281CF1}"/>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0" name="文本框 131">
                <a:extLst>
                  <a:ext uri="{FF2B5EF4-FFF2-40B4-BE49-F238E27FC236}">
                    <a16:creationId xmlns:a16="http://schemas.microsoft.com/office/drawing/2014/main" id="{DDAD54D4-58CB-49EF-AF8C-E433E9F4E6C4}"/>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04" name="组合 103">
              <a:extLst>
                <a:ext uri="{FF2B5EF4-FFF2-40B4-BE49-F238E27FC236}">
                  <a16:creationId xmlns:a16="http://schemas.microsoft.com/office/drawing/2014/main" id="{33E0C7FE-5B6D-4052-AC17-FF35271D8E2E}"/>
                </a:ext>
              </a:extLst>
            </p:cNvPr>
            <p:cNvGrpSpPr/>
            <p:nvPr/>
          </p:nvGrpSpPr>
          <p:grpSpPr>
            <a:xfrm>
              <a:off x="3923792" y="4046141"/>
              <a:ext cx="4710113" cy="534987"/>
              <a:chOff x="3923792" y="3969748"/>
              <a:chExt cx="4710113" cy="534987"/>
            </a:xfrm>
          </p:grpSpPr>
          <p:sp>
            <p:nvSpPr>
              <p:cNvPr id="105" name="文本框 126">
                <a:extLst>
                  <a:ext uri="{FF2B5EF4-FFF2-40B4-BE49-F238E27FC236}">
                    <a16:creationId xmlns:a16="http://schemas.microsoft.com/office/drawing/2014/main" id="{1917348A-A97A-41CF-8B97-6F1FBDE168D7}"/>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6" name="矩形 105">
                <a:extLst>
                  <a:ext uri="{FF2B5EF4-FFF2-40B4-BE49-F238E27FC236}">
                    <a16:creationId xmlns:a16="http://schemas.microsoft.com/office/drawing/2014/main" id="{7A19C96F-CB9C-4360-A744-B9A1FBC65DAD}"/>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7" name="直接连接符 106">
                <a:extLst>
                  <a:ext uri="{FF2B5EF4-FFF2-40B4-BE49-F238E27FC236}">
                    <a16:creationId xmlns:a16="http://schemas.microsoft.com/office/drawing/2014/main" id="{3255BE2A-76F0-4721-BA27-235057F4C560}"/>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8" name="Freeform 306">
                <a:extLst>
                  <a:ext uri="{FF2B5EF4-FFF2-40B4-BE49-F238E27FC236}">
                    <a16:creationId xmlns:a16="http://schemas.microsoft.com/office/drawing/2014/main" id="{8EBDBB50-E3C9-4548-B7D9-5CD78C2A69A2}"/>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11" name="组合 110">
            <a:extLst>
              <a:ext uri="{FF2B5EF4-FFF2-40B4-BE49-F238E27FC236}">
                <a16:creationId xmlns:a16="http://schemas.microsoft.com/office/drawing/2014/main" id="{6E899286-7F20-47E1-B2ED-E8E0B141682A}"/>
              </a:ext>
            </a:extLst>
          </p:cNvPr>
          <p:cNvGrpSpPr/>
          <p:nvPr>
            <p:custDataLst>
              <p:tags r:id="rId4"/>
            </p:custDataLst>
          </p:nvPr>
        </p:nvGrpSpPr>
        <p:grpSpPr>
          <a:xfrm>
            <a:off x="4517645" y="2868283"/>
            <a:ext cx="5370513" cy="534987"/>
            <a:chOff x="3275856" y="2348880"/>
            <a:chExt cx="5370513" cy="534987"/>
          </a:xfrm>
        </p:grpSpPr>
        <p:grpSp>
          <p:nvGrpSpPr>
            <p:cNvPr id="112" name="组合 111">
              <a:extLst>
                <a:ext uri="{FF2B5EF4-FFF2-40B4-BE49-F238E27FC236}">
                  <a16:creationId xmlns:a16="http://schemas.microsoft.com/office/drawing/2014/main" id="{4BA6BC5C-558D-4F80-BA72-FB2367AE0038}"/>
                </a:ext>
              </a:extLst>
            </p:cNvPr>
            <p:cNvGrpSpPr/>
            <p:nvPr/>
          </p:nvGrpSpPr>
          <p:grpSpPr>
            <a:xfrm>
              <a:off x="3275856" y="2348880"/>
              <a:ext cx="689474" cy="534987"/>
              <a:chOff x="3275856" y="2407756"/>
              <a:chExt cx="689474" cy="534987"/>
            </a:xfrm>
          </p:grpSpPr>
          <p:sp>
            <p:nvSpPr>
              <p:cNvPr id="118" name="矩形 117">
                <a:extLst>
                  <a:ext uri="{FF2B5EF4-FFF2-40B4-BE49-F238E27FC236}">
                    <a16:creationId xmlns:a16="http://schemas.microsoft.com/office/drawing/2014/main" id="{6D94F133-FE71-4B2B-8E63-712AE608DDD1}"/>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9" name="文本框 78">
                <a:extLst>
                  <a:ext uri="{FF2B5EF4-FFF2-40B4-BE49-F238E27FC236}">
                    <a16:creationId xmlns:a16="http://schemas.microsoft.com/office/drawing/2014/main" id="{2097678B-7C73-41B0-AED2-2C55AF0CDC1B}"/>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13" name="组合 112">
              <a:extLst>
                <a:ext uri="{FF2B5EF4-FFF2-40B4-BE49-F238E27FC236}">
                  <a16:creationId xmlns:a16="http://schemas.microsoft.com/office/drawing/2014/main" id="{6BAECBA3-AC93-47BC-A5F5-05BA922182E2}"/>
                </a:ext>
              </a:extLst>
            </p:cNvPr>
            <p:cNvGrpSpPr/>
            <p:nvPr/>
          </p:nvGrpSpPr>
          <p:grpSpPr>
            <a:xfrm>
              <a:off x="3937844" y="2348880"/>
              <a:ext cx="4708525" cy="534987"/>
              <a:chOff x="3937844" y="2407756"/>
              <a:chExt cx="4708525" cy="534987"/>
            </a:xfrm>
          </p:grpSpPr>
          <p:sp>
            <p:nvSpPr>
              <p:cNvPr id="114" name="文本框 73">
                <a:extLst>
                  <a:ext uri="{FF2B5EF4-FFF2-40B4-BE49-F238E27FC236}">
                    <a16:creationId xmlns:a16="http://schemas.microsoft.com/office/drawing/2014/main" id="{807ADF67-B2F6-42E0-87AA-E99944F224EF}"/>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15" name="矩形 114">
                <a:extLst>
                  <a:ext uri="{FF2B5EF4-FFF2-40B4-BE49-F238E27FC236}">
                    <a16:creationId xmlns:a16="http://schemas.microsoft.com/office/drawing/2014/main" id="{6F07D3AE-A3BD-4239-AEB2-2D8959570AA0}"/>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6" name="直接连接符 115">
                <a:extLst>
                  <a:ext uri="{FF2B5EF4-FFF2-40B4-BE49-F238E27FC236}">
                    <a16:creationId xmlns:a16="http://schemas.microsoft.com/office/drawing/2014/main" id="{AAF168DC-43E6-475A-BEA6-4452F6305AEB}"/>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7" name="Freeform 30">
                <a:extLst>
                  <a:ext uri="{FF2B5EF4-FFF2-40B4-BE49-F238E27FC236}">
                    <a16:creationId xmlns:a16="http://schemas.microsoft.com/office/drawing/2014/main" id="{89B56431-8D96-4FED-B784-B50002B0C8EB}"/>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dirty="0">
                  <a:solidFill>
                    <a:prstClr val="black"/>
                  </a:solidFill>
                </a:endParaRPr>
              </a:p>
            </p:txBody>
          </p:sp>
        </p:grpSp>
      </p:grpSp>
    </p:spTree>
    <p:extLst>
      <p:ext uri="{BB962C8B-B14F-4D97-AF65-F5344CB8AC3E}">
        <p14:creationId xmlns:p14="http://schemas.microsoft.com/office/powerpoint/2010/main" val="295820253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59BD8300-F225-A68A-4A9C-C4FBA97243F9}"/>
              </a:ext>
            </a:extLst>
          </p:cNvPr>
          <p:cNvGrpSpPr/>
          <p:nvPr/>
        </p:nvGrpSpPr>
        <p:grpSpPr>
          <a:xfrm>
            <a:off x="-1" y="6553200"/>
            <a:ext cx="12192001" cy="304800"/>
            <a:chOff x="0" y="6569404"/>
            <a:chExt cx="9144000" cy="288000"/>
          </a:xfrm>
        </p:grpSpPr>
        <p:sp>
          <p:nvSpPr>
            <p:cNvPr id="5" name="矩形 4">
              <a:extLst>
                <a:ext uri="{FF2B5EF4-FFF2-40B4-BE49-F238E27FC236}">
                  <a16:creationId xmlns:a16="http://schemas.microsoft.com/office/drawing/2014/main" id="{256434C4-901B-ECC5-F8AE-5DFAABD495D9}"/>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7A4A9C2A-ED34-7200-FA40-851759E3F026}"/>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2" name="灯片编号占位符 5">
            <a:extLst>
              <a:ext uri="{FF2B5EF4-FFF2-40B4-BE49-F238E27FC236}">
                <a16:creationId xmlns:a16="http://schemas.microsoft.com/office/drawing/2014/main" id="{E314B649-6685-B4BF-A82A-F27D7A2347AE}"/>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23</a:t>
            </a:fld>
            <a:endParaRPr lang="zh-HK" altLang="en-US" sz="1600" dirty="0">
              <a:solidFill>
                <a:schemeClr val="bg1"/>
              </a:solidFill>
            </a:endParaRPr>
          </a:p>
        </p:txBody>
      </p:sp>
      <p:sp>
        <p:nvSpPr>
          <p:cNvPr id="27" name="矩形 26">
            <a:extLst>
              <a:ext uri="{FF2B5EF4-FFF2-40B4-BE49-F238E27FC236}">
                <a16:creationId xmlns:a16="http://schemas.microsoft.com/office/drawing/2014/main" id="{A019A076-58F9-6792-D07F-B85162D97DEB}"/>
              </a:ext>
            </a:extLst>
          </p:cNvPr>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28" name="文本框 27">
            <a:extLst>
              <a:ext uri="{FF2B5EF4-FFF2-40B4-BE49-F238E27FC236}">
                <a16:creationId xmlns:a16="http://schemas.microsoft.com/office/drawing/2014/main" id="{2EE7D4ED-8157-687B-E962-F00FAAB3FCFE}"/>
              </a:ext>
            </a:extLst>
          </p:cNvPr>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24" name="文本框 23">
            <a:extLst>
              <a:ext uri="{FF2B5EF4-FFF2-40B4-BE49-F238E27FC236}">
                <a16:creationId xmlns:a16="http://schemas.microsoft.com/office/drawing/2014/main" id="{456FEB44-2401-46D4-9FD6-177085C94FBD}"/>
              </a:ext>
            </a:extLst>
          </p:cNvPr>
          <p:cNvSpPr txBox="1"/>
          <p:nvPr/>
        </p:nvSpPr>
        <p:spPr>
          <a:xfrm>
            <a:off x="-1" y="775940"/>
            <a:ext cx="3288001" cy="369332"/>
          </a:xfrm>
          <a:prstGeom prst="rect">
            <a:avLst/>
          </a:prstGeom>
          <a:noFill/>
        </p:spPr>
        <p:txBody>
          <a:bodyPr wrap="square">
            <a:spAutoFit/>
          </a:bodyPr>
          <a:lstStyle/>
          <a:p>
            <a:r>
              <a:rPr lang="en-US" altLang="zh-CN" sz="1800" b="1" dirty="0">
                <a:latin typeface="Times New Roman" panose="02020603050405020304" pitchFamily="18" charset="0"/>
                <a:cs typeface="Times New Roman" panose="02020603050405020304" pitchFamily="18" charset="0"/>
              </a:rPr>
              <a:t>Overall method framework</a:t>
            </a:r>
            <a:endParaRPr lang="zh-CN" altLang="en-US" sz="1800" b="1"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F1826587-9CDF-5F0F-82F5-095FBF53D3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0000" y="733207"/>
            <a:ext cx="6336000" cy="5776624"/>
          </a:xfrm>
          <a:prstGeom prst="rect">
            <a:avLst/>
          </a:prstGeom>
        </p:spPr>
      </p:pic>
    </p:spTree>
    <p:extLst>
      <p:ext uri="{BB962C8B-B14F-4D97-AF65-F5344CB8AC3E}">
        <p14:creationId xmlns:p14="http://schemas.microsoft.com/office/powerpoint/2010/main" val="100847867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6FC0-64F9-7A1B-7FF1-AC128FE7540A}"/>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CAF852D2-28B5-B0A9-4DC8-CE44C7312568}"/>
              </a:ext>
            </a:extLst>
          </p:cNvPr>
          <p:cNvGrpSpPr/>
          <p:nvPr/>
        </p:nvGrpSpPr>
        <p:grpSpPr>
          <a:xfrm>
            <a:off x="-1" y="6553200"/>
            <a:ext cx="12192001" cy="304800"/>
            <a:chOff x="0" y="6569404"/>
            <a:chExt cx="9144000" cy="288000"/>
          </a:xfrm>
        </p:grpSpPr>
        <p:sp>
          <p:nvSpPr>
            <p:cNvPr id="5" name="矩形 4">
              <a:extLst>
                <a:ext uri="{FF2B5EF4-FFF2-40B4-BE49-F238E27FC236}">
                  <a16:creationId xmlns:a16="http://schemas.microsoft.com/office/drawing/2014/main" id="{A67385AE-14E6-5610-AD23-B1F38CACD721}"/>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31E672C2-B31E-EBF1-F5C3-536835A0E17A}"/>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2" name="灯片编号占位符 5">
            <a:extLst>
              <a:ext uri="{FF2B5EF4-FFF2-40B4-BE49-F238E27FC236}">
                <a16:creationId xmlns:a16="http://schemas.microsoft.com/office/drawing/2014/main" id="{C8F7EA05-594D-19E0-3074-AC7CAB5C77EA}"/>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24</a:t>
            </a:fld>
            <a:endParaRPr lang="zh-HK" altLang="en-US" sz="1600" dirty="0">
              <a:solidFill>
                <a:schemeClr val="bg1"/>
              </a:solidFill>
            </a:endParaRPr>
          </a:p>
        </p:txBody>
      </p:sp>
      <p:sp>
        <p:nvSpPr>
          <p:cNvPr id="27" name="矩形 26">
            <a:extLst>
              <a:ext uri="{FF2B5EF4-FFF2-40B4-BE49-F238E27FC236}">
                <a16:creationId xmlns:a16="http://schemas.microsoft.com/office/drawing/2014/main" id="{96F1E713-68DD-567A-7466-32E10FE7AC78}"/>
              </a:ext>
            </a:extLst>
          </p:cNvPr>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28" name="文本框 27">
            <a:extLst>
              <a:ext uri="{FF2B5EF4-FFF2-40B4-BE49-F238E27FC236}">
                <a16:creationId xmlns:a16="http://schemas.microsoft.com/office/drawing/2014/main" id="{5C03B884-C476-BD52-E023-889CEB25F600}"/>
              </a:ext>
            </a:extLst>
          </p:cNvPr>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pic>
        <p:nvPicPr>
          <p:cNvPr id="2" name="图片 1">
            <a:extLst>
              <a:ext uri="{FF2B5EF4-FFF2-40B4-BE49-F238E27FC236}">
                <a16:creationId xmlns:a16="http://schemas.microsoft.com/office/drawing/2014/main" id="{A291F09F-3F07-C875-4788-10AFFABDD57E}"/>
              </a:ext>
            </a:extLst>
          </p:cNvPr>
          <p:cNvPicPr>
            <a:picLocks noChangeAspect="1"/>
          </p:cNvPicPr>
          <p:nvPr/>
        </p:nvPicPr>
        <p:blipFill>
          <a:blip r:embed="rId3"/>
          <a:stretch>
            <a:fillRect/>
          </a:stretch>
        </p:blipFill>
        <p:spPr>
          <a:xfrm>
            <a:off x="336000" y="749684"/>
            <a:ext cx="5199740" cy="5797412"/>
          </a:xfrm>
          <a:prstGeom prst="rect">
            <a:avLst/>
          </a:prstGeom>
        </p:spPr>
      </p:pic>
      <p:pic>
        <p:nvPicPr>
          <p:cNvPr id="3" name="图片 2">
            <a:extLst>
              <a:ext uri="{FF2B5EF4-FFF2-40B4-BE49-F238E27FC236}">
                <a16:creationId xmlns:a16="http://schemas.microsoft.com/office/drawing/2014/main" id="{6078480C-6035-B77B-AADE-277E9517515E}"/>
              </a:ext>
            </a:extLst>
          </p:cNvPr>
          <p:cNvPicPr>
            <a:picLocks noChangeAspect="1"/>
          </p:cNvPicPr>
          <p:nvPr/>
        </p:nvPicPr>
        <p:blipFill>
          <a:blip r:embed="rId4"/>
          <a:stretch>
            <a:fillRect/>
          </a:stretch>
        </p:blipFill>
        <p:spPr>
          <a:xfrm>
            <a:off x="5904186" y="946200"/>
            <a:ext cx="5761905" cy="460952"/>
          </a:xfrm>
          <a:prstGeom prst="rect">
            <a:avLst/>
          </a:prstGeom>
        </p:spPr>
      </p:pic>
      <p:pic>
        <p:nvPicPr>
          <p:cNvPr id="7" name="图片 6">
            <a:extLst>
              <a:ext uri="{FF2B5EF4-FFF2-40B4-BE49-F238E27FC236}">
                <a16:creationId xmlns:a16="http://schemas.microsoft.com/office/drawing/2014/main" id="{5D59A78E-6485-56AE-F329-B683AF45E8E5}"/>
              </a:ext>
            </a:extLst>
          </p:cNvPr>
          <p:cNvPicPr>
            <a:picLocks noChangeAspect="1"/>
          </p:cNvPicPr>
          <p:nvPr/>
        </p:nvPicPr>
        <p:blipFill>
          <a:blip r:embed="rId5"/>
          <a:stretch>
            <a:fillRect/>
          </a:stretch>
        </p:blipFill>
        <p:spPr>
          <a:xfrm>
            <a:off x="5907662" y="1603190"/>
            <a:ext cx="5761905" cy="4723809"/>
          </a:xfrm>
          <a:prstGeom prst="rect">
            <a:avLst/>
          </a:prstGeom>
        </p:spPr>
      </p:pic>
    </p:spTree>
    <p:extLst>
      <p:ext uri="{BB962C8B-B14F-4D97-AF65-F5344CB8AC3E}">
        <p14:creationId xmlns:p14="http://schemas.microsoft.com/office/powerpoint/2010/main" val="236172088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276DB-D9AB-EB4C-6D2B-BDE6B92AB77A}"/>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287A35C2-A01D-152B-91AB-61B06DE72D96}"/>
              </a:ext>
            </a:extLst>
          </p:cNvPr>
          <p:cNvGrpSpPr/>
          <p:nvPr/>
        </p:nvGrpSpPr>
        <p:grpSpPr>
          <a:xfrm>
            <a:off x="-1" y="6553200"/>
            <a:ext cx="12192001" cy="304800"/>
            <a:chOff x="0" y="6569404"/>
            <a:chExt cx="9144000" cy="288000"/>
          </a:xfrm>
        </p:grpSpPr>
        <p:sp>
          <p:nvSpPr>
            <p:cNvPr id="5" name="矩形 4">
              <a:extLst>
                <a:ext uri="{FF2B5EF4-FFF2-40B4-BE49-F238E27FC236}">
                  <a16:creationId xmlns:a16="http://schemas.microsoft.com/office/drawing/2014/main" id="{A9602B9F-3965-16D6-275B-BEA95EC137A5}"/>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552FA5CF-3A60-82FE-995C-48D2CD1F0B3B}"/>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2" name="灯片编号占位符 5">
            <a:extLst>
              <a:ext uri="{FF2B5EF4-FFF2-40B4-BE49-F238E27FC236}">
                <a16:creationId xmlns:a16="http://schemas.microsoft.com/office/drawing/2014/main" id="{23AA2DA2-E4B4-874B-7BC2-3B07A5667C63}"/>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25</a:t>
            </a:fld>
            <a:endParaRPr lang="zh-HK" altLang="en-US" sz="1600" dirty="0">
              <a:solidFill>
                <a:schemeClr val="bg1"/>
              </a:solidFill>
            </a:endParaRPr>
          </a:p>
        </p:txBody>
      </p:sp>
      <p:sp>
        <p:nvSpPr>
          <p:cNvPr id="27" name="矩形 26">
            <a:extLst>
              <a:ext uri="{FF2B5EF4-FFF2-40B4-BE49-F238E27FC236}">
                <a16:creationId xmlns:a16="http://schemas.microsoft.com/office/drawing/2014/main" id="{03043D11-1B59-9D56-B0B4-AC18F980211D}"/>
              </a:ext>
            </a:extLst>
          </p:cNvPr>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28" name="文本框 27">
            <a:extLst>
              <a:ext uri="{FF2B5EF4-FFF2-40B4-BE49-F238E27FC236}">
                <a16:creationId xmlns:a16="http://schemas.microsoft.com/office/drawing/2014/main" id="{00713087-1C0A-7D67-4FEA-349065E41663}"/>
              </a:ext>
            </a:extLst>
          </p:cNvPr>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pic>
        <p:nvPicPr>
          <p:cNvPr id="7" name="图片 6">
            <a:extLst>
              <a:ext uri="{FF2B5EF4-FFF2-40B4-BE49-F238E27FC236}">
                <a16:creationId xmlns:a16="http://schemas.microsoft.com/office/drawing/2014/main" id="{C92BDDD6-B3DE-C165-A21C-BB6A34E416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9" y="904107"/>
            <a:ext cx="4365845" cy="5428200"/>
          </a:xfrm>
          <a:prstGeom prst="rect">
            <a:avLst/>
          </a:prstGeom>
        </p:spPr>
      </p:pic>
      <p:pic>
        <p:nvPicPr>
          <p:cNvPr id="11" name="图片 10">
            <a:extLst>
              <a:ext uri="{FF2B5EF4-FFF2-40B4-BE49-F238E27FC236}">
                <a16:creationId xmlns:a16="http://schemas.microsoft.com/office/drawing/2014/main" id="{EE80EE97-9585-910E-98C7-42EFD2422D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17366" y="1137097"/>
            <a:ext cx="3591915" cy="1673844"/>
          </a:xfrm>
          <a:prstGeom prst="rect">
            <a:avLst/>
          </a:prstGeom>
        </p:spPr>
      </p:pic>
      <p:pic>
        <p:nvPicPr>
          <p:cNvPr id="14" name="图片 13">
            <a:extLst>
              <a:ext uri="{FF2B5EF4-FFF2-40B4-BE49-F238E27FC236}">
                <a16:creationId xmlns:a16="http://schemas.microsoft.com/office/drawing/2014/main" id="{D3E672FF-B1AF-BA1E-C1DE-78C9A1DDF13B}"/>
              </a:ext>
            </a:extLst>
          </p:cNvPr>
          <p:cNvPicPr>
            <a:picLocks noChangeAspect="1"/>
          </p:cNvPicPr>
          <p:nvPr/>
        </p:nvPicPr>
        <p:blipFill>
          <a:blip r:embed="rId5"/>
          <a:stretch>
            <a:fillRect/>
          </a:stretch>
        </p:blipFill>
        <p:spPr>
          <a:xfrm>
            <a:off x="4383674" y="3163545"/>
            <a:ext cx="3895482" cy="3168762"/>
          </a:xfrm>
          <a:prstGeom prst="rect">
            <a:avLst/>
          </a:prstGeom>
        </p:spPr>
      </p:pic>
      <p:pic>
        <p:nvPicPr>
          <p:cNvPr id="16" name="图片 15">
            <a:extLst>
              <a:ext uri="{FF2B5EF4-FFF2-40B4-BE49-F238E27FC236}">
                <a16:creationId xmlns:a16="http://schemas.microsoft.com/office/drawing/2014/main" id="{18433B38-654C-9757-800A-B144D9C6E46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26191" y="2493000"/>
            <a:ext cx="3847980" cy="3170064"/>
          </a:xfrm>
          <a:prstGeom prst="rect">
            <a:avLst/>
          </a:prstGeom>
        </p:spPr>
      </p:pic>
    </p:spTree>
    <p:extLst>
      <p:ext uri="{BB962C8B-B14F-4D97-AF65-F5344CB8AC3E}">
        <p14:creationId xmlns:p14="http://schemas.microsoft.com/office/powerpoint/2010/main" val="126463870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A12DB193-F8DD-6FCA-B5E9-7121D87439AB}"/>
              </a:ext>
            </a:extLst>
          </p:cNvPr>
          <p:cNvGrpSpPr/>
          <p:nvPr/>
        </p:nvGrpSpPr>
        <p:grpSpPr>
          <a:xfrm>
            <a:off x="-1" y="6553200"/>
            <a:ext cx="12192001" cy="304800"/>
            <a:chOff x="0" y="6569404"/>
            <a:chExt cx="9144000" cy="288000"/>
          </a:xfrm>
        </p:grpSpPr>
        <p:sp>
          <p:nvSpPr>
            <p:cNvPr id="7" name="矩形 6">
              <a:extLst>
                <a:ext uri="{FF2B5EF4-FFF2-40B4-BE49-F238E27FC236}">
                  <a16:creationId xmlns:a16="http://schemas.microsoft.com/office/drawing/2014/main" id="{00980EC1-C6F8-0E50-82B5-760A984290C4}"/>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8" name="矩形 7">
              <a:extLst>
                <a:ext uri="{FF2B5EF4-FFF2-40B4-BE49-F238E27FC236}">
                  <a16:creationId xmlns:a16="http://schemas.microsoft.com/office/drawing/2014/main" id="{8D956A88-734D-3030-DA71-6B1F2DAC6F50}"/>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9" name="灯片编号占位符 5">
            <a:extLst>
              <a:ext uri="{FF2B5EF4-FFF2-40B4-BE49-F238E27FC236}">
                <a16:creationId xmlns:a16="http://schemas.microsoft.com/office/drawing/2014/main" id="{D5816DBB-D797-AED8-3BE7-1DAEC92B0450}"/>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26</a:t>
            </a:fld>
            <a:endParaRPr lang="zh-HK" altLang="en-US" sz="1600" dirty="0">
              <a:solidFill>
                <a:schemeClr val="bg1"/>
              </a:solidFill>
            </a:endParaRPr>
          </a:p>
        </p:txBody>
      </p:sp>
      <p:pic>
        <p:nvPicPr>
          <p:cNvPr id="21" name="图片 20">
            <a:extLst>
              <a:ext uri="{FF2B5EF4-FFF2-40B4-BE49-F238E27FC236}">
                <a16:creationId xmlns:a16="http://schemas.microsoft.com/office/drawing/2014/main" id="{64B072C6-BD53-F038-B3AE-39D5EE3AD758}"/>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55" name="组合 18">
            <a:extLst>
              <a:ext uri="{FF2B5EF4-FFF2-40B4-BE49-F238E27FC236}">
                <a16:creationId xmlns:a16="http://schemas.microsoft.com/office/drawing/2014/main" id="{E32F0986-EAFC-42AC-BAF2-0E44F28EF569}"/>
              </a:ext>
            </a:extLst>
          </p:cNvPr>
          <p:cNvGrpSpPr/>
          <p:nvPr/>
        </p:nvGrpSpPr>
        <p:grpSpPr bwMode="auto">
          <a:xfrm>
            <a:off x="2409457" y="2650330"/>
            <a:ext cx="1505450" cy="1479472"/>
            <a:chOff x="1709739" y="2636838"/>
            <a:chExt cx="1590160" cy="1584325"/>
          </a:xfrm>
          <a:solidFill>
            <a:srgbClr val="044875"/>
          </a:solidFill>
        </p:grpSpPr>
        <p:sp>
          <p:nvSpPr>
            <p:cNvPr id="56" name="Freeform 6">
              <a:extLst>
                <a:ext uri="{FF2B5EF4-FFF2-40B4-BE49-F238E27FC236}">
                  <a16:creationId xmlns:a16="http://schemas.microsoft.com/office/drawing/2014/main" id="{6BC668FF-4F10-4586-ADC4-36BED2D9F29B}"/>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9" name="Freeform 7">
              <a:extLst>
                <a:ext uri="{FF2B5EF4-FFF2-40B4-BE49-F238E27FC236}">
                  <a16:creationId xmlns:a16="http://schemas.microsoft.com/office/drawing/2014/main" id="{FD6CF2D6-7E21-41AC-A49D-1EACB43374B2}"/>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0" name="Freeform 8">
              <a:extLst>
                <a:ext uri="{FF2B5EF4-FFF2-40B4-BE49-F238E27FC236}">
                  <a16:creationId xmlns:a16="http://schemas.microsoft.com/office/drawing/2014/main" id="{5649D085-732C-4910-92D1-EC6327B63455}"/>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3" name="Freeform 9">
              <a:extLst>
                <a:ext uri="{FF2B5EF4-FFF2-40B4-BE49-F238E27FC236}">
                  <a16:creationId xmlns:a16="http://schemas.microsoft.com/office/drawing/2014/main" id="{3B614722-3B3E-439B-8B0F-812039E7B78D}"/>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6" name="Freeform 10">
              <a:extLst>
                <a:ext uri="{FF2B5EF4-FFF2-40B4-BE49-F238E27FC236}">
                  <a16:creationId xmlns:a16="http://schemas.microsoft.com/office/drawing/2014/main" id="{598065AD-DB07-44F3-B049-C24DFCB73558}"/>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7" name="Freeform 11">
              <a:extLst>
                <a:ext uri="{FF2B5EF4-FFF2-40B4-BE49-F238E27FC236}">
                  <a16:creationId xmlns:a16="http://schemas.microsoft.com/office/drawing/2014/main" id="{37FCEFB3-9BFF-470A-83A2-F782D70A1905}"/>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8" name="Freeform 12">
              <a:extLst>
                <a:ext uri="{FF2B5EF4-FFF2-40B4-BE49-F238E27FC236}">
                  <a16:creationId xmlns:a16="http://schemas.microsoft.com/office/drawing/2014/main" id="{D85DB7BE-3FBE-4B92-BC67-1D6589E5B53E}"/>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13">
              <a:extLst>
                <a:ext uri="{FF2B5EF4-FFF2-40B4-BE49-F238E27FC236}">
                  <a16:creationId xmlns:a16="http://schemas.microsoft.com/office/drawing/2014/main" id="{F304822D-4C18-4D70-85FF-0E738FA7C775}"/>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14">
              <a:extLst>
                <a:ext uri="{FF2B5EF4-FFF2-40B4-BE49-F238E27FC236}">
                  <a16:creationId xmlns:a16="http://schemas.microsoft.com/office/drawing/2014/main" id="{F00A4AFA-242A-4BD3-8FEB-47D699EE62B0}"/>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1" name="文本框 70">
            <a:extLst>
              <a:ext uri="{FF2B5EF4-FFF2-40B4-BE49-F238E27FC236}">
                <a16:creationId xmlns:a16="http://schemas.microsoft.com/office/drawing/2014/main" id="{52902BA6-C3BA-4B40-948A-83EBCD156303}"/>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2" name="组合 71">
            <a:extLst>
              <a:ext uri="{FF2B5EF4-FFF2-40B4-BE49-F238E27FC236}">
                <a16:creationId xmlns:a16="http://schemas.microsoft.com/office/drawing/2014/main" id="{68AEDE16-70EB-4628-BBE4-60E215EFAD6B}"/>
              </a:ext>
            </a:extLst>
          </p:cNvPr>
          <p:cNvGrpSpPr/>
          <p:nvPr>
            <p:custDataLst>
              <p:tags r:id="rId1"/>
            </p:custDataLst>
          </p:nvPr>
        </p:nvGrpSpPr>
        <p:grpSpPr>
          <a:xfrm>
            <a:off x="4523741" y="2047924"/>
            <a:ext cx="5370513" cy="534987"/>
            <a:chOff x="3281952" y="1484784"/>
            <a:chExt cx="5370513" cy="534987"/>
          </a:xfrm>
        </p:grpSpPr>
        <p:grpSp>
          <p:nvGrpSpPr>
            <p:cNvPr id="73" name="组合 72">
              <a:extLst>
                <a:ext uri="{FF2B5EF4-FFF2-40B4-BE49-F238E27FC236}">
                  <a16:creationId xmlns:a16="http://schemas.microsoft.com/office/drawing/2014/main" id="{01B9E524-2C2B-48D1-A176-38D4DA3E9C9E}"/>
                </a:ext>
              </a:extLst>
            </p:cNvPr>
            <p:cNvGrpSpPr/>
            <p:nvPr/>
          </p:nvGrpSpPr>
          <p:grpSpPr>
            <a:xfrm>
              <a:off x="3943940" y="1484784"/>
              <a:ext cx="4708525" cy="534987"/>
              <a:chOff x="3943940" y="1626760"/>
              <a:chExt cx="4708525" cy="534987"/>
            </a:xfrm>
          </p:grpSpPr>
          <p:sp>
            <p:nvSpPr>
              <p:cNvPr id="77" name="Freeform 74">
                <a:extLst>
                  <a:ext uri="{FF2B5EF4-FFF2-40B4-BE49-F238E27FC236}">
                    <a16:creationId xmlns:a16="http://schemas.microsoft.com/office/drawing/2014/main" id="{F172DBB6-F293-4E47-BBD5-E9800BD4C7F5}"/>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78" name="文本框 20">
                <a:extLst>
                  <a:ext uri="{FF2B5EF4-FFF2-40B4-BE49-F238E27FC236}">
                    <a16:creationId xmlns:a16="http://schemas.microsoft.com/office/drawing/2014/main" id="{52690CAE-BD52-4ACC-AC77-8610A13EA445}"/>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79" name="矩形 78">
                <a:extLst>
                  <a:ext uri="{FF2B5EF4-FFF2-40B4-BE49-F238E27FC236}">
                    <a16:creationId xmlns:a16="http://schemas.microsoft.com/office/drawing/2014/main" id="{4A5EB640-CFBB-4A2E-BE7D-047779D5100E}"/>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0" name="直接连接符 79">
                <a:extLst>
                  <a:ext uri="{FF2B5EF4-FFF2-40B4-BE49-F238E27FC236}">
                    <a16:creationId xmlns:a16="http://schemas.microsoft.com/office/drawing/2014/main" id="{7B9537FB-B653-464D-AB58-0410D8E93B39}"/>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4" name="组合 73">
              <a:extLst>
                <a:ext uri="{FF2B5EF4-FFF2-40B4-BE49-F238E27FC236}">
                  <a16:creationId xmlns:a16="http://schemas.microsoft.com/office/drawing/2014/main" id="{6D08EDEB-5994-4A0C-91AF-BD15CFEEF026}"/>
                </a:ext>
              </a:extLst>
            </p:cNvPr>
            <p:cNvGrpSpPr/>
            <p:nvPr/>
          </p:nvGrpSpPr>
          <p:grpSpPr>
            <a:xfrm>
              <a:off x="3281952" y="1484784"/>
              <a:ext cx="689642" cy="534987"/>
              <a:chOff x="3281952" y="1626760"/>
              <a:chExt cx="689642" cy="534987"/>
            </a:xfrm>
          </p:grpSpPr>
          <p:sp>
            <p:nvSpPr>
              <p:cNvPr id="75" name="矩形 74">
                <a:extLst>
                  <a:ext uri="{FF2B5EF4-FFF2-40B4-BE49-F238E27FC236}">
                    <a16:creationId xmlns:a16="http://schemas.microsoft.com/office/drawing/2014/main" id="{0F00C43A-D7C4-44D9-A7B4-C822845B6F74}"/>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6" name="文本框 18">
                <a:extLst>
                  <a:ext uri="{FF2B5EF4-FFF2-40B4-BE49-F238E27FC236}">
                    <a16:creationId xmlns:a16="http://schemas.microsoft.com/office/drawing/2014/main" id="{7E1B7378-43CE-4807-853D-F03E4DF42EBC}"/>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1" name="组合 80">
            <a:extLst>
              <a:ext uri="{FF2B5EF4-FFF2-40B4-BE49-F238E27FC236}">
                <a16:creationId xmlns:a16="http://schemas.microsoft.com/office/drawing/2014/main" id="{15421B80-2078-4A16-8A20-8A66F551F862}"/>
              </a:ext>
            </a:extLst>
          </p:cNvPr>
          <p:cNvGrpSpPr/>
          <p:nvPr>
            <p:custDataLst>
              <p:tags r:id="rId2"/>
            </p:custDataLst>
          </p:nvPr>
        </p:nvGrpSpPr>
        <p:grpSpPr>
          <a:xfrm>
            <a:off x="4503593" y="3688642"/>
            <a:ext cx="5372100" cy="534987"/>
            <a:chOff x="3261805" y="3188752"/>
            <a:chExt cx="5372100" cy="534987"/>
          </a:xfrm>
        </p:grpSpPr>
        <p:grpSp>
          <p:nvGrpSpPr>
            <p:cNvPr id="82" name="组合 81">
              <a:extLst>
                <a:ext uri="{FF2B5EF4-FFF2-40B4-BE49-F238E27FC236}">
                  <a16:creationId xmlns:a16="http://schemas.microsoft.com/office/drawing/2014/main" id="{14C26344-E1B8-4938-B9B7-348B29FC2C6D}"/>
                </a:ext>
              </a:extLst>
            </p:cNvPr>
            <p:cNvGrpSpPr/>
            <p:nvPr/>
          </p:nvGrpSpPr>
          <p:grpSpPr>
            <a:xfrm>
              <a:off x="3261805" y="3188752"/>
              <a:ext cx="689593" cy="534987"/>
              <a:chOff x="3261805" y="3188752"/>
              <a:chExt cx="689593" cy="534987"/>
            </a:xfrm>
          </p:grpSpPr>
          <p:sp>
            <p:nvSpPr>
              <p:cNvPr id="91" name="矩形 90">
                <a:extLst>
                  <a:ext uri="{FF2B5EF4-FFF2-40B4-BE49-F238E27FC236}">
                    <a16:creationId xmlns:a16="http://schemas.microsoft.com/office/drawing/2014/main" id="{0E0D74A3-90BD-4C6A-BF14-805B8661BC77}"/>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5" name="文本框 86">
                <a:extLst>
                  <a:ext uri="{FF2B5EF4-FFF2-40B4-BE49-F238E27FC236}">
                    <a16:creationId xmlns:a16="http://schemas.microsoft.com/office/drawing/2014/main" id="{4B242D75-C539-490D-B91C-2BB3C09F57FB}"/>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83" name="组合 82">
              <a:extLst>
                <a:ext uri="{FF2B5EF4-FFF2-40B4-BE49-F238E27FC236}">
                  <a16:creationId xmlns:a16="http://schemas.microsoft.com/office/drawing/2014/main" id="{C0CD5E4A-EC86-4A42-A22A-5C3263F309F2}"/>
                </a:ext>
              </a:extLst>
            </p:cNvPr>
            <p:cNvGrpSpPr/>
            <p:nvPr/>
          </p:nvGrpSpPr>
          <p:grpSpPr>
            <a:xfrm>
              <a:off x="3923792" y="3188752"/>
              <a:ext cx="4710113" cy="534987"/>
              <a:chOff x="3923792" y="3188752"/>
              <a:chExt cx="4710113" cy="534987"/>
            </a:xfrm>
          </p:grpSpPr>
          <p:sp>
            <p:nvSpPr>
              <p:cNvPr id="84" name="文本框 81">
                <a:extLst>
                  <a:ext uri="{FF2B5EF4-FFF2-40B4-BE49-F238E27FC236}">
                    <a16:creationId xmlns:a16="http://schemas.microsoft.com/office/drawing/2014/main" id="{F808113E-2EAF-48C5-BB2D-69D2AED47DD3}"/>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85" name="矩形 84">
                <a:extLst>
                  <a:ext uri="{FF2B5EF4-FFF2-40B4-BE49-F238E27FC236}">
                    <a16:creationId xmlns:a16="http://schemas.microsoft.com/office/drawing/2014/main" id="{E06B6AC1-F989-49FD-8B61-E5F716FBB948}"/>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7" name="直接连接符 86">
                <a:extLst>
                  <a:ext uri="{FF2B5EF4-FFF2-40B4-BE49-F238E27FC236}">
                    <a16:creationId xmlns:a16="http://schemas.microsoft.com/office/drawing/2014/main" id="{B695C450-73F0-43D2-A3DE-88257C1E6FBC}"/>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71">
                <a:extLst>
                  <a:ext uri="{FF2B5EF4-FFF2-40B4-BE49-F238E27FC236}">
                    <a16:creationId xmlns:a16="http://schemas.microsoft.com/office/drawing/2014/main" id="{BD527E85-1200-4867-AA8D-829DEB908AF4}"/>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srgbClr val="044875"/>
                  </a:solidFill>
                </a:endParaRPr>
              </a:p>
            </p:txBody>
          </p:sp>
        </p:grpSp>
      </p:grpSp>
      <p:grpSp>
        <p:nvGrpSpPr>
          <p:cNvPr id="99" name="组合 98">
            <a:extLst>
              <a:ext uri="{FF2B5EF4-FFF2-40B4-BE49-F238E27FC236}">
                <a16:creationId xmlns:a16="http://schemas.microsoft.com/office/drawing/2014/main" id="{A63A5674-B78C-45AE-A8D6-E7B7B6D5CF20}"/>
              </a:ext>
            </a:extLst>
          </p:cNvPr>
          <p:cNvGrpSpPr/>
          <p:nvPr>
            <p:custDataLst>
              <p:tags r:id="rId3"/>
            </p:custDataLst>
          </p:nvPr>
        </p:nvGrpSpPr>
        <p:grpSpPr>
          <a:xfrm>
            <a:off x="4503593" y="4509001"/>
            <a:ext cx="5372100" cy="534987"/>
            <a:chOff x="3261805" y="4046141"/>
            <a:chExt cx="5372100" cy="534987"/>
          </a:xfrm>
        </p:grpSpPr>
        <p:grpSp>
          <p:nvGrpSpPr>
            <p:cNvPr id="100" name="组合 99">
              <a:extLst>
                <a:ext uri="{FF2B5EF4-FFF2-40B4-BE49-F238E27FC236}">
                  <a16:creationId xmlns:a16="http://schemas.microsoft.com/office/drawing/2014/main" id="{EDE6C491-C2D7-41A3-9525-AACBB0298712}"/>
                </a:ext>
              </a:extLst>
            </p:cNvPr>
            <p:cNvGrpSpPr/>
            <p:nvPr/>
          </p:nvGrpSpPr>
          <p:grpSpPr>
            <a:xfrm>
              <a:off x="3261805" y="4046141"/>
              <a:ext cx="689447" cy="534987"/>
              <a:chOff x="3261805" y="3969748"/>
              <a:chExt cx="689447" cy="534987"/>
            </a:xfrm>
          </p:grpSpPr>
          <p:sp>
            <p:nvSpPr>
              <p:cNvPr id="106" name="矩形 105">
                <a:extLst>
                  <a:ext uri="{FF2B5EF4-FFF2-40B4-BE49-F238E27FC236}">
                    <a16:creationId xmlns:a16="http://schemas.microsoft.com/office/drawing/2014/main" id="{0F51E61D-28AF-41B7-855B-9FAD43BCFC3D}"/>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7" name="文本框 131">
                <a:extLst>
                  <a:ext uri="{FF2B5EF4-FFF2-40B4-BE49-F238E27FC236}">
                    <a16:creationId xmlns:a16="http://schemas.microsoft.com/office/drawing/2014/main" id="{B048DE40-4DBF-4716-BD03-A282282B8999}"/>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01" name="组合 100">
              <a:extLst>
                <a:ext uri="{FF2B5EF4-FFF2-40B4-BE49-F238E27FC236}">
                  <a16:creationId xmlns:a16="http://schemas.microsoft.com/office/drawing/2014/main" id="{F19223D8-0841-477F-89CE-054EDA35463B}"/>
                </a:ext>
              </a:extLst>
            </p:cNvPr>
            <p:cNvGrpSpPr/>
            <p:nvPr/>
          </p:nvGrpSpPr>
          <p:grpSpPr>
            <a:xfrm>
              <a:off x="3923792" y="4046141"/>
              <a:ext cx="4710113" cy="534987"/>
              <a:chOff x="3923792" y="3969748"/>
              <a:chExt cx="4710113" cy="534987"/>
            </a:xfrm>
          </p:grpSpPr>
          <p:sp>
            <p:nvSpPr>
              <p:cNvPr id="102" name="文本框 126">
                <a:extLst>
                  <a:ext uri="{FF2B5EF4-FFF2-40B4-BE49-F238E27FC236}">
                    <a16:creationId xmlns:a16="http://schemas.microsoft.com/office/drawing/2014/main" id="{26B380BB-72C1-4CE0-9903-CBDE07089714}"/>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3" name="矩形 102">
                <a:extLst>
                  <a:ext uri="{FF2B5EF4-FFF2-40B4-BE49-F238E27FC236}">
                    <a16:creationId xmlns:a16="http://schemas.microsoft.com/office/drawing/2014/main" id="{A38D2A4B-1834-4430-A642-D4140C17E14E}"/>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4" name="直接连接符 103">
                <a:extLst>
                  <a:ext uri="{FF2B5EF4-FFF2-40B4-BE49-F238E27FC236}">
                    <a16:creationId xmlns:a16="http://schemas.microsoft.com/office/drawing/2014/main" id="{81099C73-A91C-4B1D-9806-029495F65FE1}"/>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5" name="Freeform 306">
                <a:extLst>
                  <a:ext uri="{FF2B5EF4-FFF2-40B4-BE49-F238E27FC236}">
                    <a16:creationId xmlns:a16="http://schemas.microsoft.com/office/drawing/2014/main" id="{49024CD1-4517-4925-8BAE-3C4AE3F25764}"/>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8" name="组合 107">
            <a:extLst>
              <a:ext uri="{FF2B5EF4-FFF2-40B4-BE49-F238E27FC236}">
                <a16:creationId xmlns:a16="http://schemas.microsoft.com/office/drawing/2014/main" id="{F9E3C90D-DB3C-470A-8E04-8A571753BE0D}"/>
              </a:ext>
            </a:extLst>
          </p:cNvPr>
          <p:cNvGrpSpPr/>
          <p:nvPr>
            <p:custDataLst>
              <p:tags r:id="rId4"/>
            </p:custDataLst>
          </p:nvPr>
        </p:nvGrpSpPr>
        <p:grpSpPr>
          <a:xfrm>
            <a:off x="4517645" y="2868283"/>
            <a:ext cx="5370513" cy="534987"/>
            <a:chOff x="3275856" y="2348880"/>
            <a:chExt cx="5370513" cy="534987"/>
          </a:xfrm>
        </p:grpSpPr>
        <p:grpSp>
          <p:nvGrpSpPr>
            <p:cNvPr id="109" name="组合 108">
              <a:extLst>
                <a:ext uri="{FF2B5EF4-FFF2-40B4-BE49-F238E27FC236}">
                  <a16:creationId xmlns:a16="http://schemas.microsoft.com/office/drawing/2014/main" id="{37D2DD6E-6602-41A9-B3DB-DCCAA4E5DFD8}"/>
                </a:ext>
              </a:extLst>
            </p:cNvPr>
            <p:cNvGrpSpPr/>
            <p:nvPr/>
          </p:nvGrpSpPr>
          <p:grpSpPr>
            <a:xfrm>
              <a:off x="3275856" y="2348880"/>
              <a:ext cx="689474" cy="534987"/>
              <a:chOff x="3275856" y="2407756"/>
              <a:chExt cx="689474" cy="534987"/>
            </a:xfrm>
          </p:grpSpPr>
          <p:sp>
            <p:nvSpPr>
              <p:cNvPr id="115" name="矩形 114">
                <a:extLst>
                  <a:ext uri="{FF2B5EF4-FFF2-40B4-BE49-F238E27FC236}">
                    <a16:creationId xmlns:a16="http://schemas.microsoft.com/office/drawing/2014/main" id="{86728190-32D9-4D1A-A7FF-0FC39D0989C2}"/>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6" name="文本框 78">
                <a:extLst>
                  <a:ext uri="{FF2B5EF4-FFF2-40B4-BE49-F238E27FC236}">
                    <a16:creationId xmlns:a16="http://schemas.microsoft.com/office/drawing/2014/main" id="{20C8D3CF-C265-4C8B-82E5-F65D35A29C70}"/>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10" name="组合 109">
              <a:extLst>
                <a:ext uri="{FF2B5EF4-FFF2-40B4-BE49-F238E27FC236}">
                  <a16:creationId xmlns:a16="http://schemas.microsoft.com/office/drawing/2014/main" id="{A603605D-6EE9-46CB-93F5-13C15E9CB57A}"/>
                </a:ext>
              </a:extLst>
            </p:cNvPr>
            <p:cNvGrpSpPr/>
            <p:nvPr/>
          </p:nvGrpSpPr>
          <p:grpSpPr>
            <a:xfrm>
              <a:off x="3937844" y="2348880"/>
              <a:ext cx="4708525" cy="534987"/>
              <a:chOff x="3937844" y="2407756"/>
              <a:chExt cx="4708525" cy="534987"/>
            </a:xfrm>
          </p:grpSpPr>
          <p:sp>
            <p:nvSpPr>
              <p:cNvPr id="111" name="文本框 73">
                <a:extLst>
                  <a:ext uri="{FF2B5EF4-FFF2-40B4-BE49-F238E27FC236}">
                    <a16:creationId xmlns:a16="http://schemas.microsoft.com/office/drawing/2014/main" id="{A6A5D10E-9D49-46CD-8037-38EE4F9BE4B8}"/>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12" name="矩形 111">
                <a:extLst>
                  <a:ext uri="{FF2B5EF4-FFF2-40B4-BE49-F238E27FC236}">
                    <a16:creationId xmlns:a16="http://schemas.microsoft.com/office/drawing/2014/main" id="{09503885-09FC-442E-8A05-CFD25C72C1F1}"/>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3" name="直接连接符 112">
                <a:extLst>
                  <a:ext uri="{FF2B5EF4-FFF2-40B4-BE49-F238E27FC236}">
                    <a16:creationId xmlns:a16="http://schemas.microsoft.com/office/drawing/2014/main" id="{9606E423-0DFD-4F5C-ABF2-C830FF107C98}"/>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4" name="Freeform 30">
                <a:extLst>
                  <a:ext uri="{FF2B5EF4-FFF2-40B4-BE49-F238E27FC236}">
                    <a16:creationId xmlns:a16="http://schemas.microsoft.com/office/drawing/2014/main" id="{79C00B4E-7E08-4080-B379-8587A352960E}"/>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extLst>
      <p:ext uri="{BB962C8B-B14F-4D97-AF65-F5344CB8AC3E}">
        <p14:creationId xmlns:p14="http://schemas.microsoft.com/office/powerpoint/2010/main" val="1365147333"/>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9FF66-17D9-EC8C-3B0B-7D403C9FEA30}"/>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BEF61EE5-7D25-0F88-EB78-118C6EB896A1}"/>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2" name="文本框 71">
            <a:extLst>
              <a:ext uri="{FF2B5EF4-FFF2-40B4-BE49-F238E27FC236}">
                <a16:creationId xmlns:a16="http://schemas.microsoft.com/office/drawing/2014/main" id="{7895AC98-9176-0853-1CA3-0089AE7E5975}"/>
              </a:ext>
            </a:extLst>
          </p:cNvPr>
          <p:cNvSpPr txBox="1"/>
          <p:nvPr>
            <p:custDataLst>
              <p:tags r:id="rId2"/>
            </p:custDataLst>
          </p:nvPr>
        </p:nvSpPr>
        <p:spPr>
          <a:xfrm>
            <a:off x="0" y="66874"/>
            <a:ext cx="4914152" cy="58356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F43875C4-E0D8-6DC5-ADDD-5E478CC8015A}"/>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24F3BCA0-DE71-543D-2932-BAED3697C513}"/>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2" name="矩形 31">
              <a:extLst>
                <a:ext uri="{FF2B5EF4-FFF2-40B4-BE49-F238E27FC236}">
                  <a16:creationId xmlns:a16="http://schemas.microsoft.com/office/drawing/2014/main" id="{1CC95DF8-4578-62F2-CA5E-433F796AE143}"/>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71722B3B-C143-BFD7-DFD2-3DAF386D7678}"/>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6" name="文本框 5">
            <a:extLst>
              <a:ext uri="{FF2B5EF4-FFF2-40B4-BE49-F238E27FC236}">
                <a16:creationId xmlns:a16="http://schemas.microsoft.com/office/drawing/2014/main" id="{A191FEA0-3331-E2F2-3622-AF8DC8497CF6}"/>
              </a:ext>
            </a:extLst>
          </p:cNvPr>
          <p:cNvSpPr txBox="1"/>
          <p:nvPr/>
        </p:nvSpPr>
        <p:spPr>
          <a:xfrm>
            <a:off x="264000" y="909000"/>
            <a:ext cx="675499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dataset</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7C78D305-4AE0-7C64-5D57-55165D89E6B8}"/>
              </a:ext>
            </a:extLst>
          </p:cNvPr>
          <p:cNvSpPr txBox="1"/>
          <p:nvPr/>
        </p:nvSpPr>
        <p:spPr>
          <a:xfrm>
            <a:off x="2352000" y="1309110"/>
            <a:ext cx="8280000" cy="646331"/>
          </a:xfrm>
          <a:prstGeom prst="rect">
            <a:avLst/>
          </a:prstGeom>
          <a:noFill/>
        </p:spPr>
        <p:txBody>
          <a:bodyPr wrap="square">
            <a:spAutoFit/>
          </a:bodyPr>
          <a:lstStyle/>
          <a:p>
            <a:pPr>
              <a:buNone/>
            </a:pPr>
            <a:r>
              <a:rPr lang="en-US" altLang="zh-CN" dirty="0">
                <a:solidFill>
                  <a:srgbClr val="0F1115"/>
                </a:solidFill>
                <a:latin typeface="Times New Roman" panose="02020603050405020304" pitchFamily="18" charset="0"/>
                <a:cs typeface="Times New Roman" panose="02020603050405020304" pitchFamily="18" charset="0"/>
              </a:rPr>
              <a:t>The dataset is constructed using actual data from HRP, and comparative experiments are set up to verify the effectiveness and superiority of the proposed framework.</a:t>
            </a:r>
            <a:endParaRPr lang="zh-CN" altLang="en-US" dirty="0">
              <a:solidFill>
                <a:srgbClr val="0F1115"/>
              </a:solidFill>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55049DBB-BF2B-DD82-707E-7AB34EF025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19809" y="2327723"/>
            <a:ext cx="5752381" cy="2771429"/>
          </a:xfrm>
          <a:prstGeom prst="rect">
            <a:avLst/>
          </a:prstGeom>
        </p:spPr>
      </p:pic>
      <p:sp>
        <p:nvSpPr>
          <p:cNvPr id="8" name="文本框 7">
            <a:extLst>
              <a:ext uri="{FF2B5EF4-FFF2-40B4-BE49-F238E27FC236}">
                <a16:creationId xmlns:a16="http://schemas.microsoft.com/office/drawing/2014/main" id="{5A1826E2-E3E3-287C-E691-34151BCD6B74}"/>
              </a:ext>
            </a:extLst>
          </p:cNvPr>
          <p:cNvSpPr txBox="1"/>
          <p:nvPr/>
        </p:nvSpPr>
        <p:spPr>
          <a:xfrm>
            <a:off x="4907999" y="5302669"/>
            <a:ext cx="2376000" cy="646331"/>
          </a:xfrm>
          <a:prstGeom prst="rect">
            <a:avLst/>
          </a:prstGeom>
          <a:noFill/>
        </p:spPr>
        <p:txBody>
          <a:bodyPr wrap="square">
            <a:spAutoFit/>
          </a:bodyPr>
          <a:lstStyle/>
          <a:p>
            <a:pPr>
              <a:buNone/>
            </a:pPr>
            <a:r>
              <a:rPr lang="en-US" altLang="zh-CN" dirty="0">
                <a:solidFill>
                  <a:srgbClr val="0F1115"/>
                </a:solidFill>
                <a:latin typeface="Times New Roman" panose="02020603050405020304" pitchFamily="18" charset="0"/>
                <a:cs typeface="Times New Roman" panose="02020603050405020304" pitchFamily="18" charset="0"/>
              </a:rPr>
              <a:t>Case 1: 3 classes</a:t>
            </a:r>
          </a:p>
          <a:p>
            <a:pPr>
              <a:buNone/>
            </a:pPr>
            <a:r>
              <a:rPr lang="en-US" altLang="zh-CN" dirty="0">
                <a:solidFill>
                  <a:srgbClr val="0F1115"/>
                </a:solidFill>
                <a:latin typeface="Times New Roman" panose="02020603050405020304" pitchFamily="18" charset="0"/>
                <a:cs typeface="Times New Roman" panose="02020603050405020304" pitchFamily="18" charset="0"/>
              </a:rPr>
              <a:t>Case 2: 4 classes</a:t>
            </a:r>
            <a:endParaRPr lang="zh-CN" altLang="en-US" dirty="0">
              <a:solidFill>
                <a:srgbClr val="0F1115"/>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712553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3AB9A-8135-743B-09D9-11ADC2E13531}"/>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B91F1B11-5E5C-22AB-F0FD-E783A563F411}"/>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2" name="文本框 71">
            <a:extLst>
              <a:ext uri="{FF2B5EF4-FFF2-40B4-BE49-F238E27FC236}">
                <a16:creationId xmlns:a16="http://schemas.microsoft.com/office/drawing/2014/main" id="{7AB9EBDB-01D6-D036-E73C-B5A6016E3A28}"/>
              </a:ext>
            </a:extLst>
          </p:cNvPr>
          <p:cNvSpPr txBox="1"/>
          <p:nvPr>
            <p:custDataLst>
              <p:tags r:id="rId2"/>
            </p:custDataLst>
          </p:nvPr>
        </p:nvSpPr>
        <p:spPr>
          <a:xfrm>
            <a:off x="0" y="66874"/>
            <a:ext cx="4914152" cy="58356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ACEE694A-2E77-4AC1-EADA-3F10454012B9}"/>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83555A73-B098-3FCC-A436-9EEC0C7DC862}"/>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2" name="矩形 31">
              <a:extLst>
                <a:ext uri="{FF2B5EF4-FFF2-40B4-BE49-F238E27FC236}">
                  <a16:creationId xmlns:a16="http://schemas.microsoft.com/office/drawing/2014/main" id="{B36AF888-0EE6-659D-A226-1EA45AB24E4B}"/>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0ACC6CBA-2476-615A-98D6-D61F502A895B}"/>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6" name="文本框 5">
            <a:extLst>
              <a:ext uri="{FF2B5EF4-FFF2-40B4-BE49-F238E27FC236}">
                <a16:creationId xmlns:a16="http://schemas.microsoft.com/office/drawing/2014/main" id="{437DBBC7-16A0-B417-8E28-37DD9AAC4ED1}"/>
              </a:ext>
            </a:extLst>
          </p:cNvPr>
          <p:cNvSpPr txBox="1"/>
          <p:nvPr/>
        </p:nvSpPr>
        <p:spPr>
          <a:xfrm>
            <a:off x="480000" y="909000"/>
            <a:ext cx="9144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Case 1</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B2271F10-061D-9D84-3D18-D56275A0DC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88000" y="1002583"/>
            <a:ext cx="5714286" cy="1952381"/>
          </a:xfrm>
          <a:prstGeom prst="rect">
            <a:avLst/>
          </a:prstGeom>
        </p:spPr>
      </p:pic>
      <p:pic>
        <p:nvPicPr>
          <p:cNvPr id="8" name="图片 7">
            <a:extLst>
              <a:ext uri="{FF2B5EF4-FFF2-40B4-BE49-F238E27FC236}">
                <a16:creationId xmlns:a16="http://schemas.microsoft.com/office/drawing/2014/main" id="{499B18BB-71EE-9B6C-33E0-E89FE867617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83000" y="3615290"/>
            <a:ext cx="4555554" cy="1952380"/>
          </a:xfrm>
          <a:prstGeom prst="rect">
            <a:avLst/>
          </a:prstGeom>
        </p:spPr>
      </p:pic>
      <p:pic>
        <p:nvPicPr>
          <p:cNvPr id="10" name="图片 9">
            <a:extLst>
              <a:ext uri="{FF2B5EF4-FFF2-40B4-BE49-F238E27FC236}">
                <a16:creationId xmlns:a16="http://schemas.microsoft.com/office/drawing/2014/main" id="{E4D89E15-482C-5539-2646-14A546DC84D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00000" y="3390221"/>
            <a:ext cx="4536000" cy="2351718"/>
          </a:xfrm>
          <a:prstGeom prst="rect">
            <a:avLst/>
          </a:prstGeom>
        </p:spPr>
      </p:pic>
    </p:spTree>
    <p:extLst>
      <p:ext uri="{BB962C8B-B14F-4D97-AF65-F5344CB8AC3E}">
        <p14:creationId xmlns:p14="http://schemas.microsoft.com/office/powerpoint/2010/main" val="283976374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97B2F-9BB4-2B9A-EA7F-585BDF891CE1}"/>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D62FAD3C-EFB6-907C-3328-136BE1DBE0B7}"/>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2" name="文本框 71">
            <a:extLst>
              <a:ext uri="{FF2B5EF4-FFF2-40B4-BE49-F238E27FC236}">
                <a16:creationId xmlns:a16="http://schemas.microsoft.com/office/drawing/2014/main" id="{761ADB93-0DF1-3ECF-E04B-772564EEBB82}"/>
              </a:ext>
            </a:extLst>
          </p:cNvPr>
          <p:cNvSpPr txBox="1"/>
          <p:nvPr>
            <p:custDataLst>
              <p:tags r:id="rId2"/>
            </p:custDataLst>
          </p:nvPr>
        </p:nvSpPr>
        <p:spPr>
          <a:xfrm>
            <a:off x="0" y="66874"/>
            <a:ext cx="4914152" cy="58356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14320788-3432-0A7C-BC28-3DA8C98FE687}"/>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6390A967-6C3A-D4D0-4815-71185F9E9576}"/>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2" name="矩形 31">
              <a:extLst>
                <a:ext uri="{FF2B5EF4-FFF2-40B4-BE49-F238E27FC236}">
                  <a16:creationId xmlns:a16="http://schemas.microsoft.com/office/drawing/2014/main" id="{D6DC6EA4-3A63-D7B7-F315-43B31900BD7C}"/>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F0D64394-3A83-A82B-AAFF-F16293F75E6B}"/>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6" name="文本框 5">
            <a:extLst>
              <a:ext uri="{FF2B5EF4-FFF2-40B4-BE49-F238E27FC236}">
                <a16:creationId xmlns:a16="http://schemas.microsoft.com/office/drawing/2014/main" id="{53AEF8AF-BD7F-3379-85A6-53BB469A01F1}"/>
              </a:ext>
            </a:extLst>
          </p:cNvPr>
          <p:cNvSpPr txBox="1"/>
          <p:nvPr/>
        </p:nvSpPr>
        <p:spPr>
          <a:xfrm>
            <a:off x="480000" y="909000"/>
            <a:ext cx="9144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Case 1</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19CC74A8-7DAC-4895-CC13-FCB42D1204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227" y="1250231"/>
            <a:ext cx="5856088" cy="2537638"/>
          </a:xfrm>
          <a:prstGeom prst="rect">
            <a:avLst/>
          </a:prstGeom>
        </p:spPr>
      </p:pic>
      <p:pic>
        <p:nvPicPr>
          <p:cNvPr id="7" name="图片 6">
            <a:extLst>
              <a:ext uri="{FF2B5EF4-FFF2-40B4-BE49-F238E27FC236}">
                <a16:creationId xmlns:a16="http://schemas.microsoft.com/office/drawing/2014/main" id="{E010917F-A947-D487-9129-FDFF80E3243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000" y="3928885"/>
            <a:ext cx="5980227" cy="2596115"/>
          </a:xfrm>
          <a:prstGeom prst="rect">
            <a:avLst/>
          </a:prstGeom>
        </p:spPr>
      </p:pic>
      <p:pic>
        <p:nvPicPr>
          <p:cNvPr id="11" name="图片 10">
            <a:extLst>
              <a:ext uri="{FF2B5EF4-FFF2-40B4-BE49-F238E27FC236}">
                <a16:creationId xmlns:a16="http://schemas.microsoft.com/office/drawing/2014/main" id="{6F14ACC9-0D68-D6EF-29D6-012EE58961B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52000" y="1269000"/>
            <a:ext cx="6218897" cy="2714849"/>
          </a:xfrm>
          <a:prstGeom prst="rect">
            <a:avLst/>
          </a:prstGeom>
        </p:spPr>
      </p:pic>
    </p:spTree>
    <p:extLst>
      <p:ext uri="{BB962C8B-B14F-4D97-AF65-F5344CB8AC3E}">
        <p14:creationId xmlns:p14="http://schemas.microsoft.com/office/powerpoint/2010/main" val="390554020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F99E5-9337-6F07-7DDB-1D3C5A912104}"/>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2C19E68C-2637-2520-F3F5-204DA34AA008}"/>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2" name="文本框 71">
            <a:extLst>
              <a:ext uri="{FF2B5EF4-FFF2-40B4-BE49-F238E27FC236}">
                <a16:creationId xmlns:a16="http://schemas.microsoft.com/office/drawing/2014/main" id="{366AD446-DE56-E3A9-B691-57513031E971}"/>
              </a:ext>
            </a:extLst>
          </p:cNvPr>
          <p:cNvSpPr txBox="1"/>
          <p:nvPr>
            <p:custDataLst>
              <p:tags r:id="rId2"/>
            </p:custDataLst>
          </p:nvPr>
        </p:nvSpPr>
        <p:spPr>
          <a:xfrm>
            <a:off x="0" y="66874"/>
            <a:ext cx="4914152" cy="58356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A39A9A6F-5CE1-8542-AE01-18E5813A3D0F}"/>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0AFEC2DF-D6BF-DA3D-89F3-A1F1D339CFD1}"/>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2" name="矩形 31">
              <a:extLst>
                <a:ext uri="{FF2B5EF4-FFF2-40B4-BE49-F238E27FC236}">
                  <a16:creationId xmlns:a16="http://schemas.microsoft.com/office/drawing/2014/main" id="{5DCFC258-98EF-854C-6D56-337B50F07986}"/>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3B89298B-2FFF-CBA0-D0F1-AF56C5B0BEA9}"/>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6" name="文本框 5">
            <a:extLst>
              <a:ext uri="{FF2B5EF4-FFF2-40B4-BE49-F238E27FC236}">
                <a16:creationId xmlns:a16="http://schemas.microsoft.com/office/drawing/2014/main" id="{E06BFDEF-D182-9015-1FFB-2D187AC27EC5}"/>
              </a:ext>
            </a:extLst>
          </p:cNvPr>
          <p:cNvSpPr txBox="1"/>
          <p:nvPr/>
        </p:nvSpPr>
        <p:spPr>
          <a:xfrm>
            <a:off x="480000" y="909000"/>
            <a:ext cx="9144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Case 2</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30E4E559-35C4-6B80-C1DC-96905E7C4A9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56000" y="1523826"/>
            <a:ext cx="6163431" cy="2156690"/>
          </a:xfrm>
          <a:prstGeom prst="rect">
            <a:avLst/>
          </a:prstGeom>
        </p:spPr>
      </p:pic>
    </p:spTree>
    <p:extLst>
      <p:ext uri="{BB962C8B-B14F-4D97-AF65-F5344CB8AC3E}">
        <p14:creationId xmlns:p14="http://schemas.microsoft.com/office/powerpoint/2010/main" val="22133242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 name="组合 108"/>
          <p:cNvGrpSpPr/>
          <p:nvPr/>
        </p:nvGrpSpPr>
        <p:grpSpPr>
          <a:xfrm>
            <a:off x="1524000" y="6569404"/>
            <a:ext cx="9144000" cy="288596"/>
            <a:chOff x="0" y="6569404"/>
            <a:chExt cx="9144000" cy="288596"/>
          </a:xfrm>
        </p:grpSpPr>
        <p:sp>
          <p:nvSpPr>
            <p:cNvPr id="110"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11"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3"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66"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sp>
        <p:nvSpPr>
          <p:cNvPr id="7" name="灯片编号占位符 6">
            <a:extLst>
              <a:ext uri="{FF2B5EF4-FFF2-40B4-BE49-F238E27FC236}">
                <a16:creationId xmlns:a16="http://schemas.microsoft.com/office/drawing/2014/main" id="{D72DC067-6454-5C44-5478-3C2D99CA6DBC}"/>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31</a:t>
            </a:fld>
            <a:endParaRPr lang="zh-HK" altLang="en-US">
              <a:solidFill>
                <a:prstClr val="black">
                  <a:tint val="75000"/>
                </a:prstClr>
              </a:solidFill>
            </a:endParaRPr>
          </a:p>
        </p:txBody>
      </p:sp>
      <p:grpSp>
        <p:nvGrpSpPr>
          <p:cNvPr id="8" name="组合 7">
            <a:extLst>
              <a:ext uri="{FF2B5EF4-FFF2-40B4-BE49-F238E27FC236}">
                <a16:creationId xmlns:a16="http://schemas.microsoft.com/office/drawing/2014/main" id="{0A1864C7-D576-1BFC-9C32-9970CA7847B7}"/>
              </a:ext>
            </a:extLst>
          </p:cNvPr>
          <p:cNvGrpSpPr/>
          <p:nvPr/>
        </p:nvGrpSpPr>
        <p:grpSpPr>
          <a:xfrm>
            <a:off x="-1" y="6553200"/>
            <a:ext cx="12192001" cy="304800"/>
            <a:chOff x="0" y="6569404"/>
            <a:chExt cx="9144000" cy="288000"/>
          </a:xfrm>
        </p:grpSpPr>
        <p:sp>
          <p:nvSpPr>
            <p:cNvPr id="9" name="矩形 8">
              <a:extLst>
                <a:ext uri="{FF2B5EF4-FFF2-40B4-BE49-F238E27FC236}">
                  <a16:creationId xmlns:a16="http://schemas.microsoft.com/office/drawing/2014/main" id="{AF016458-5FED-AF55-ADAE-409033E334EA}"/>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CC8E0358-54C8-7C0C-D39E-08D973659E64}"/>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a:extLst>
              <a:ext uri="{FF2B5EF4-FFF2-40B4-BE49-F238E27FC236}">
                <a16:creationId xmlns:a16="http://schemas.microsoft.com/office/drawing/2014/main" id="{065D8500-7A0C-7EA1-C76B-C1DF81943882}"/>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31</a:t>
            </a:fld>
            <a:endParaRPr lang="zh-HK" altLang="en-US" sz="1600" dirty="0">
              <a:solidFill>
                <a:schemeClr val="bg1"/>
              </a:solidFill>
            </a:endParaRPr>
          </a:p>
        </p:txBody>
      </p:sp>
      <p:pic>
        <p:nvPicPr>
          <p:cNvPr id="24" name="图片 23">
            <a:extLst>
              <a:ext uri="{FF2B5EF4-FFF2-40B4-BE49-F238E27FC236}">
                <a16:creationId xmlns:a16="http://schemas.microsoft.com/office/drawing/2014/main" id="{2E7D5127-C24F-6A7D-5B34-F0A1F5CA65D7}"/>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67" name="组合 18">
            <a:extLst>
              <a:ext uri="{FF2B5EF4-FFF2-40B4-BE49-F238E27FC236}">
                <a16:creationId xmlns:a16="http://schemas.microsoft.com/office/drawing/2014/main" id="{4F4B3B72-1112-4CE0-9C55-56CA3A0F8C45}"/>
              </a:ext>
            </a:extLst>
          </p:cNvPr>
          <p:cNvGrpSpPr/>
          <p:nvPr/>
        </p:nvGrpSpPr>
        <p:grpSpPr bwMode="auto">
          <a:xfrm>
            <a:off x="2409457" y="2650330"/>
            <a:ext cx="1505450" cy="1479472"/>
            <a:chOff x="1709739" y="2636838"/>
            <a:chExt cx="1590160" cy="1584325"/>
          </a:xfrm>
          <a:solidFill>
            <a:srgbClr val="044875"/>
          </a:solidFill>
        </p:grpSpPr>
        <p:sp>
          <p:nvSpPr>
            <p:cNvPr id="68" name="Freeform 6">
              <a:extLst>
                <a:ext uri="{FF2B5EF4-FFF2-40B4-BE49-F238E27FC236}">
                  <a16:creationId xmlns:a16="http://schemas.microsoft.com/office/drawing/2014/main" id="{6D56F852-A466-426C-8419-DA70488DF3BF}"/>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7">
              <a:extLst>
                <a:ext uri="{FF2B5EF4-FFF2-40B4-BE49-F238E27FC236}">
                  <a16:creationId xmlns:a16="http://schemas.microsoft.com/office/drawing/2014/main" id="{1CAFAF37-C2C2-4B4E-A11F-6688675D38E7}"/>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8">
              <a:extLst>
                <a:ext uri="{FF2B5EF4-FFF2-40B4-BE49-F238E27FC236}">
                  <a16:creationId xmlns:a16="http://schemas.microsoft.com/office/drawing/2014/main" id="{A7E6BDDD-830F-4C38-8C40-869A13E61944}"/>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1" name="Freeform 9">
              <a:extLst>
                <a:ext uri="{FF2B5EF4-FFF2-40B4-BE49-F238E27FC236}">
                  <a16:creationId xmlns:a16="http://schemas.microsoft.com/office/drawing/2014/main" id="{47B9CF8A-402F-44C7-9B6C-3981649071BF}"/>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2" name="Freeform 10">
              <a:extLst>
                <a:ext uri="{FF2B5EF4-FFF2-40B4-BE49-F238E27FC236}">
                  <a16:creationId xmlns:a16="http://schemas.microsoft.com/office/drawing/2014/main" id="{B66EAF6B-0748-472B-943C-1070775E93B1}"/>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3" name="Freeform 11">
              <a:extLst>
                <a:ext uri="{FF2B5EF4-FFF2-40B4-BE49-F238E27FC236}">
                  <a16:creationId xmlns:a16="http://schemas.microsoft.com/office/drawing/2014/main" id="{7D24E581-A7A5-4CDB-BB32-CD61869E6752}"/>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4" name="Freeform 12">
              <a:extLst>
                <a:ext uri="{FF2B5EF4-FFF2-40B4-BE49-F238E27FC236}">
                  <a16:creationId xmlns:a16="http://schemas.microsoft.com/office/drawing/2014/main" id="{FDA1F43C-7CE0-4598-B8BE-744ED67238FD}"/>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5" name="Freeform 13">
              <a:extLst>
                <a:ext uri="{FF2B5EF4-FFF2-40B4-BE49-F238E27FC236}">
                  <a16:creationId xmlns:a16="http://schemas.microsoft.com/office/drawing/2014/main" id="{058DAFF1-766E-48D2-B288-B90CE383D4FC}"/>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6" name="Freeform 14">
              <a:extLst>
                <a:ext uri="{FF2B5EF4-FFF2-40B4-BE49-F238E27FC236}">
                  <a16:creationId xmlns:a16="http://schemas.microsoft.com/office/drawing/2014/main" id="{42CC6597-35D9-43B5-A3ED-63614DD410DA}"/>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7" name="文本框 76">
            <a:extLst>
              <a:ext uri="{FF2B5EF4-FFF2-40B4-BE49-F238E27FC236}">
                <a16:creationId xmlns:a16="http://schemas.microsoft.com/office/drawing/2014/main" id="{57DAAB26-BD15-492B-97E8-B6E4D7B680B6}"/>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8" name="组合 77">
            <a:extLst>
              <a:ext uri="{FF2B5EF4-FFF2-40B4-BE49-F238E27FC236}">
                <a16:creationId xmlns:a16="http://schemas.microsoft.com/office/drawing/2014/main" id="{D2344DC4-9F2C-4ED8-8B17-C227EEA5B48D}"/>
              </a:ext>
            </a:extLst>
          </p:cNvPr>
          <p:cNvGrpSpPr/>
          <p:nvPr>
            <p:custDataLst>
              <p:tags r:id="rId1"/>
            </p:custDataLst>
          </p:nvPr>
        </p:nvGrpSpPr>
        <p:grpSpPr>
          <a:xfrm>
            <a:off x="4523741" y="2047924"/>
            <a:ext cx="5370513" cy="534987"/>
            <a:chOff x="3281952" y="1484784"/>
            <a:chExt cx="5370513" cy="534987"/>
          </a:xfrm>
        </p:grpSpPr>
        <p:grpSp>
          <p:nvGrpSpPr>
            <p:cNvPr id="79" name="组合 78">
              <a:extLst>
                <a:ext uri="{FF2B5EF4-FFF2-40B4-BE49-F238E27FC236}">
                  <a16:creationId xmlns:a16="http://schemas.microsoft.com/office/drawing/2014/main" id="{89972190-B8B9-4CDB-98A6-E09DCD77CDD2}"/>
                </a:ext>
              </a:extLst>
            </p:cNvPr>
            <p:cNvGrpSpPr/>
            <p:nvPr/>
          </p:nvGrpSpPr>
          <p:grpSpPr>
            <a:xfrm>
              <a:off x="3943940" y="1484784"/>
              <a:ext cx="4708525" cy="534987"/>
              <a:chOff x="3943940" y="1626760"/>
              <a:chExt cx="4708525" cy="534987"/>
            </a:xfrm>
          </p:grpSpPr>
          <p:sp>
            <p:nvSpPr>
              <p:cNvPr id="83" name="Freeform 74">
                <a:extLst>
                  <a:ext uri="{FF2B5EF4-FFF2-40B4-BE49-F238E27FC236}">
                    <a16:creationId xmlns:a16="http://schemas.microsoft.com/office/drawing/2014/main" id="{965C614A-78EF-4F5B-8B7B-F2A84706EA05}"/>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84" name="文本框 20">
                <a:extLst>
                  <a:ext uri="{FF2B5EF4-FFF2-40B4-BE49-F238E27FC236}">
                    <a16:creationId xmlns:a16="http://schemas.microsoft.com/office/drawing/2014/main" id="{0AECAA5A-E96F-4BBF-B707-57EA00AE266E}"/>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85" name="矩形 84">
                <a:extLst>
                  <a:ext uri="{FF2B5EF4-FFF2-40B4-BE49-F238E27FC236}">
                    <a16:creationId xmlns:a16="http://schemas.microsoft.com/office/drawing/2014/main" id="{24283366-B30C-441B-888B-3F54623FE6B2}"/>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7" name="直接连接符 86">
                <a:extLst>
                  <a:ext uri="{FF2B5EF4-FFF2-40B4-BE49-F238E27FC236}">
                    <a16:creationId xmlns:a16="http://schemas.microsoft.com/office/drawing/2014/main" id="{1BDB7EE8-BB2D-40E3-AE5F-51E9C9E1C8B1}"/>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80" name="组合 79">
              <a:extLst>
                <a:ext uri="{FF2B5EF4-FFF2-40B4-BE49-F238E27FC236}">
                  <a16:creationId xmlns:a16="http://schemas.microsoft.com/office/drawing/2014/main" id="{B405A948-24DE-4B52-B45E-88718AC2C2A9}"/>
                </a:ext>
              </a:extLst>
            </p:cNvPr>
            <p:cNvGrpSpPr/>
            <p:nvPr/>
          </p:nvGrpSpPr>
          <p:grpSpPr>
            <a:xfrm>
              <a:off x="3281952" y="1484784"/>
              <a:ext cx="689642" cy="534987"/>
              <a:chOff x="3281952" y="1626760"/>
              <a:chExt cx="689642" cy="534987"/>
            </a:xfrm>
          </p:grpSpPr>
          <p:sp>
            <p:nvSpPr>
              <p:cNvPr id="81" name="矩形 80">
                <a:extLst>
                  <a:ext uri="{FF2B5EF4-FFF2-40B4-BE49-F238E27FC236}">
                    <a16:creationId xmlns:a16="http://schemas.microsoft.com/office/drawing/2014/main" id="{20DA4F1E-C999-485D-B24D-50BA390E67EF}"/>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2" name="文本框 18">
                <a:extLst>
                  <a:ext uri="{FF2B5EF4-FFF2-40B4-BE49-F238E27FC236}">
                    <a16:creationId xmlns:a16="http://schemas.microsoft.com/office/drawing/2014/main" id="{C041ABC9-E4EE-42E5-887A-075619736F15}"/>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8" name="组合 87">
            <a:extLst>
              <a:ext uri="{FF2B5EF4-FFF2-40B4-BE49-F238E27FC236}">
                <a16:creationId xmlns:a16="http://schemas.microsoft.com/office/drawing/2014/main" id="{A2C0EBBD-46D7-4207-957B-ED21CEE3930E}"/>
              </a:ext>
            </a:extLst>
          </p:cNvPr>
          <p:cNvGrpSpPr/>
          <p:nvPr>
            <p:custDataLst>
              <p:tags r:id="rId2"/>
            </p:custDataLst>
          </p:nvPr>
        </p:nvGrpSpPr>
        <p:grpSpPr>
          <a:xfrm>
            <a:off x="4503593" y="3688642"/>
            <a:ext cx="5372100" cy="534987"/>
            <a:chOff x="3261805" y="3188752"/>
            <a:chExt cx="5372100" cy="534987"/>
          </a:xfrm>
        </p:grpSpPr>
        <p:grpSp>
          <p:nvGrpSpPr>
            <p:cNvPr id="91" name="组合 90">
              <a:extLst>
                <a:ext uri="{FF2B5EF4-FFF2-40B4-BE49-F238E27FC236}">
                  <a16:creationId xmlns:a16="http://schemas.microsoft.com/office/drawing/2014/main" id="{F92C03BE-65E4-4480-82C0-9DB5A99A3CC7}"/>
                </a:ext>
              </a:extLst>
            </p:cNvPr>
            <p:cNvGrpSpPr/>
            <p:nvPr/>
          </p:nvGrpSpPr>
          <p:grpSpPr>
            <a:xfrm>
              <a:off x="3261805" y="3188752"/>
              <a:ext cx="689593" cy="534987"/>
              <a:chOff x="3261805" y="3188752"/>
              <a:chExt cx="689593" cy="534987"/>
            </a:xfrm>
          </p:grpSpPr>
          <p:sp>
            <p:nvSpPr>
              <p:cNvPr id="103" name="矩形 102">
                <a:extLst>
                  <a:ext uri="{FF2B5EF4-FFF2-40B4-BE49-F238E27FC236}">
                    <a16:creationId xmlns:a16="http://schemas.microsoft.com/office/drawing/2014/main" id="{0088DFEA-7C96-4145-8936-3E750168ED57}"/>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4" name="文本框 86">
                <a:extLst>
                  <a:ext uri="{FF2B5EF4-FFF2-40B4-BE49-F238E27FC236}">
                    <a16:creationId xmlns:a16="http://schemas.microsoft.com/office/drawing/2014/main" id="{20E3A24E-D6F7-49F3-B639-A64E3A6BCF0D}"/>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95" name="组合 94">
              <a:extLst>
                <a:ext uri="{FF2B5EF4-FFF2-40B4-BE49-F238E27FC236}">
                  <a16:creationId xmlns:a16="http://schemas.microsoft.com/office/drawing/2014/main" id="{2C607980-899F-4ED3-AB4F-FF72F2E12BFA}"/>
                </a:ext>
              </a:extLst>
            </p:cNvPr>
            <p:cNvGrpSpPr/>
            <p:nvPr/>
          </p:nvGrpSpPr>
          <p:grpSpPr>
            <a:xfrm>
              <a:off x="3923792" y="3188752"/>
              <a:ext cx="4710113" cy="534987"/>
              <a:chOff x="3923792" y="3188752"/>
              <a:chExt cx="4710113" cy="534987"/>
            </a:xfrm>
          </p:grpSpPr>
          <p:sp>
            <p:nvSpPr>
              <p:cNvPr id="99" name="文本框 81">
                <a:extLst>
                  <a:ext uri="{FF2B5EF4-FFF2-40B4-BE49-F238E27FC236}">
                    <a16:creationId xmlns:a16="http://schemas.microsoft.com/office/drawing/2014/main" id="{3B659916-9D0E-4555-B612-38751A98F437}"/>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0" name="矩形 99">
                <a:extLst>
                  <a:ext uri="{FF2B5EF4-FFF2-40B4-BE49-F238E27FC236}">
                    <a16:creationId xmlns:a16="http://schemas.microsoft.com/office/drawing/2014/main" id="{C8AEA70D-0605-436F-9FAB-4DFAD5EB981E}"/>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1" name="直接连接符 100">
                <a:extLst>
                  <a:ext uri="{FF2B5EF4-FFF2-40B4-BE49-F238E27FC236}">
                    <a16:creationId xmlns:a16="http://schemas.microsoft.com/office/drawing/2014/main" id="{B2F39B48-40EE-4AE9-A60D-F033E79E09BC}"/>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2" name="Freeform 71">
                <a:extLst>
                  <a:ext uri="{FF2B5EF4-FFF2-40B4-BE49-F238E27FC236}">
                    <a16:creationId xmlns:a16="http://schemas.microsoft.com/office/drawing/2014/main" id="{1BD051D1-9D87-42D9-8659-9F6B8796AB83}"/>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5" name="组合 104">
            <a:extLst>
              <a:ext uri="{FF2B5EF4-FFF2-40B4-BE49-F238E27FC236}">
                <a16:creationId xmlns:a16="http://schemas.microsoft.com/office/drawing/2014/main" id="{C611EC0C-7CEC-462C-96FC-1D09093E5D30}"/>
              </a:ext>
            </a:extLst>
          </p:cNvPr>
          <p:cNvGrpSpPr/>
          <p:nvPr>
            <p:custDataLst>
              <p:tags r:id="rId3"/>
            </p:custDataLst>
          </p:nvPr>
        </p:nvGrpSpPr>
        <p:grpSpPr>
          <a:xfrm>
            <a:off x="4503593" y="4509001"/>
            <a:ext cx="5372100" cy="534987"/>
            <a:chOff x="3261805" y="4046141"/>
            <a:chExt cx="5372100" cy="534987"/>
          </a:xfrm>
        </p:grpSpPr>
        <p:grpSp>
          <p:nvGrpSpPr>
            <p:cNvPr id="106" name="组合 105">
              <a:extLst>
                <a:ext uri="{FF2B5EF4-FFF2-40B4-BE49-F238E27FC236}">
                  <a16:creationId xmlns:a16="http://schemas.microsoft.com/office/drawing/2014/main" id="{7BE24A72-8444-4978-A874-447324F54CF3}"/>
                </a:ext>
              </a:extLst>
            </p:cNvPr>
            <p:cNvGrpSpPr/>
            <p:nvPr/>
          </p:nvGrpSpPr>
          <p:grpSpPr>
            <a:xfrm>
              <a:off x="3261805" y="4046141"/>
              <a:ext cx="689447" cy="534987"/>
              <a:chOff x="3261805" y="3969748"/>
              <a:chExt cx="689447" cy="534987"/>
            </a:xfrm>
          </p:grpSpPr>
          <p:sp>
            <p:nvSpPr>
              <p:cNvPr id="115" name="矩形 114">
                <a:extLst>
                  <a:ext uri="{FF2B5EF4-FFF2-40B4-BE49-F238E27FC236}">
                    <a16:creationId xmlns:a16="http://schemas.microsoft.com/office/drawing/2014/main" id="{E8F5DB9C-16BD-4CD5-9CE2-B9CFECD87AF4}"/>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6" name="文本框 131">
                <a:extLst>
                  <a:ext uri="{FF2B5EF4-FFF2-40B4-BE49-F238E27FC236}">
                    <a16:creationId xmlns:a16="http://schemas.microsoft.com/office/drawing/2014/main" id="{7F2523E2-4A08-4AD4-B339-97137A301499}"/>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107" name="组合 106">
              <a:extLst>
                <a:ext uri="{FF2B5EF4-FFF2-40B4-BE49-F238E27FC236}">
                  <a16:creationId xmlns:a16="http://schemas.microsoft.com/office/drawing/2014/main" id="{FA47ACB0-DE5F-48DB-AFD5-10E93E9AAFFD}"/>
                </a:ext>
              </a:extLst>
            </p:cNvPr>
            <p:cNvGrpSpPr/>
            <p:nvPr/>
          </p:nvGrpSpPr>
          <p:grpSpPr>
            <a:xfrm>
              <a:off x="3923792" y="4046141"/>
              <a:ext cx="4710113" cy="534987"/>
              <a:chOff x="3923792" y="3969748"/>
              <a:chExt cx="4710113" cy="534987"/>
            </a:xfrm>
          </p:grpSpPr>
          <p:sp>
            <p:nvSpPr>
              <p:cNvPr id="108" name="文本框 126">
                <a:extLst>
                  <a:ext uri="{FF2B5EF4-FFF2-40B4-BE49-F238E27FC236}">
                    <a16:creationId xmlns:a16="http://schemas.microsoft.com/office/drawing/2014/main" id="{716FD88E-995F-426B-A5C1-F56B657F2788}"/>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12" name="矩形 111">
                <a:extLst>
                  <a:ext uri="{FF2B5EF4-FFF2-40B4-BE49-F238E27FC236}">
                    <a16:creationId xmlns:a16="http://schemas.microsoft.com/office/drawing/2014/main" id="{6D02989E-C02A-4DC4-89A8-1A3FE4067E8B}"/>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3" name="直接连接符 112">
                <a:extLst>
                  <a:ext uri="{FF2B5EF4-FFF2-40B4-BE49-F238E27FC236}">
                    <a16:creationId xmlns:a16="http://schemas.microsoft.com/office/drawing/2014/main" id="{1C90C3CE-0D58-48FA-AE66-1C3EAFB3896C}"/>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4" name="Freeform 306">
                <a:extLst>
                  <a:ext uri="{FF2B5EF4-FFF2-40B4-BE49-F238E27FC236}">
                    <a16:creationId xmlns:a16="http://schemas.microsoft.com/office/drawing/2014/main" id="{E466659E-8FE1-4BA3-919D-2AB4C1CB8B41}"/>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117" name="组合 116">
            <a:extLst>
              <a:ext uri="{FF2B5EF4-FFF2-40B4-BE49-F238E27FC236}">
                <a16:creationId xmlns:a16="http://schemas.microsoft.com/office/drawing/2014/main" id="{072634BD-43B4-4F9C-8BC7-9DA097FCDD50}"/>
              </a:ext>
            </a:extLst>
          </p:cNvPr>
          <p:cNvGrpSpPr/>
          <p:nvPr>
            <p:custDataLst>
              <p:tags r:id="rId4"/>
            </p:custDataLst>
          </p:nvPr>
        </p:nvGrpSpPr>
        <p:grpSpPr>
          <a:xfrm>
            <a:off x="4517645" y="2868283"/>
            <a:ext cx="5370513" cy="534987"/>
            <a:chOff x="3275856" y="2348880"/>
            <a:chExt cx="5370513" cy="534987"/>
          </a:xfrm>
        </p:grpSpPr>
        <p:grpSp>
          <p:nvGrpSpPr>
            <p:cNvPr id="118" name="组合 117">
              <a:extLst>
                <a:ext uri="{FF2B5EF4-FFF2-40B4-BE49-F238E27FC236}">
                  <a16:creationId xmlns:a16="http://schemas.microsoft.com/office/drawing/2014/main" id="{B0F98D02-F491-47E1-A265-8F60B171BCF7}"/>
                </a:ext>
              </a:extLst>
            </p:cNvPr>
            <p:cNvGrpSpPr/>
            <p:nvPr/>
          </p:nvGrpSpPr>
          <p:grpSpPr>
            <a:xfrm>
              <a:off x="3275856" y="2348880"/>
              <a:ext cx="689474" cy="534987"/>
              <a:chOff x="3275856" y="2407756"/>
              <a:chExt cx="689474" cy="534987"/>
            </a:xfrm>
          </p:grpSpPr>
          <p:sp>
            <p:nvSpPr>
              <p:cNvPr id="124" name="矩形 123">
                <a:extLst>
                  <a:ext uri="{FF2B5EF4-FFF2-40B4-BE49-F238E27FC236}">
                    <a16:creationId xmlns:a16="http://schemas.microsoft.com/office/drawing/2014/main" id="{367B2F9B-9FB2-498C-AD93-DAC733D47948}"/>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5" name="文本框 78">
                <a:extLst>
                  <a:ext uri="{FF2B5EF4-FFF2-40B4-BE49-F238E27FC236}">
                    <a16:creationId xmlns:a16="http://schemas.microsoft.com/office/drawing/2014/main" id="{DAD6E879-E510-40FC-87E1-4935F06844FD}"/>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19" name="组合 118">
              <a:extLst>
                <a:ext uri="{FF2B5EF4-FFF2-40B4-BE49-F238E27FC236}">
                  <a16:creationId xmlns:a16="http://schemas.microsoft.com/office/drawing/2014/main" id="{CDF420F0-3708-4C04-934E-AAEAB0788A2E}"/>
                </a:ext>
              </a:extLst>
            </p:cNvPr>
            <p:cNvGrpSpPr/>
            <p:nvPr/>
          </p:nvGrpSpPr>
          <p:grpSpPr>
            <a:xfrm>
              <a:off x="3937844" y="2348880"/>
              <a:ext cx="4708525" cy="534987"/>
              <a:chOff x="3937844" y="2407756"/>
              <a:chExt cx="4708525" cy="534987"/>
            </a:xfrm>
          </p:grpSpPr>
          <p:sp>
            <p:nvSpPr>
              <p:cNvPr id="120" name="文本框 73">
                <a:extLst>
                  <a:ext uri="{FF2B5EF4-FFF2-40B4-BE49-F238E27FC236}">
                    <a16:creationId xmlns:a16="http://schemas.microsoft.com/office/drawing/2014/main" id="{02730070-61B1-49F7-9068-492DABCD78C8}"/>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21" name="矩形 120">
                <a:extLst>
                  <a:ext uri="{FF2B5EF4-FFF2-40B4-BE49-F238E27FC236}">
                    <a16:creationId xmlns:a16="http://schemas.microsoft.com/office/drawing/2014/main" id="{A61893DD-082A-48F3-8F5C-5D39568D1CCB}"/>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22" name="直接连接符 121">
                <a:extLst>
                  <a:ext uri="{FF2B5EF4-FFF2-40B4-BE49-F238E27FC236}">
                    <a16:creationId xmlns:a16="http://schemas.microsoft.com/office/drawing/2014/main" id="{2975DF1B-F386-4182-B0F3-C5E835BCF4C6}"/>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3" name="Freeform 30">
                <a:extLst>
                  <a:ext uri="{FF2B5EF4-FFF2-40B4-BE49-F238E27FC236}">
                    <a16:creationId xmlns:a16="http://schemas.microsoft.com/office/drawing/2014/main" id="{92B711A4-043B-4289-9DCD-651E549DD05B}"/>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extLst>
      <p:ext uri="{BB962C8B-B14F-4D97-AF65-F5344CB8AC3E}">
        <p14:creationId xmlns:p14="http://schemas.microsoft.com/office/powerpoint/2010/main" val="3139003212"/>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2C7C3-11C8-92DC-0CB0-39D75BAE12D4}"/>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A482CF62-BAED-4AB0-9548-3E6A68E801A0}"/>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2" name="文本框 71">
            <a:extLst>
              <a:ext uri="{FF2B5EF4-FFF2-40B4-BE49-F238E27FC236}">
                <a16:creationId xmlns:a16="http://schemas.microsoft.com/office/drawing/2014/main" id="{B7E2FBEB-5F50-4F10-0D0F-AE636391DB2B}"/>
              </a:ext>
            </a:extLst>
          </p:cNvPr>
          <p:cNvSpPr txBox="1"/>
          <p:nvPr/>
        </p:nvSpPr>
        <p:spPr>
          <a:xfrm>
            <a:off x="-8687" y="72603"/>
            <a:ext cx="4914152" cy="58477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2" name="矩形 1">
            <a:extLst>
              <a:ext uri="{FF2B5EF4-FFF2-40B4-BE49-F238E27FC236}">
                <a16:creationId xmlns:a16="http://schemas.microsoft.com/office/drawing/2014/main" id="{8308FA09-E3E5-7405-967C-83A254E73CF0}"/>
              </a:ext>
            </a:extLst>
          </p:cNvPr>
          <p:cNvSpPr/>
          <p:nvPr/>
        </p:nvSpPr>
        <p:spPr>
          <a:xfrm>
            <a:off x="336000" y="1168716"/>
            <a:ext cx="11469725" cy="2236668"/>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3" name="矩形 2">
            <a:extLst>
              <a:ext uri="{FF2B5EF4-FFF2-40B4-BE49-F238E27FC236}">
                <a16:creationId xmlns:a16="http://schemas.microsoft.com/office/drawing/2014/main" id="{87C65450-7076-E069-5920-1322B3624EF5}"/>
              </a:ext>
            </a:extLst>
          </p:cNvPr>
          <p:cNvSpPr/>
          <p:nvPr/>
        </p:nvSpPr>
        <p:spPr>
          <a:xfrm>
            <a:off x="1999212" y="909000"/>
            <a:ext cx="1033145" cy="5041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174AB"/>
                </a:solidFill>
                <a:effectLst/>
                <a:uLnTx/>
                <a:uFillTx/>
                <a:latin typeface="Calibri" panose="020F0502020204030204" pitchFamily="34" charset="0"/>
                <a:ea typeface="Calibri" panose="020F0502020204030204" pitchFamily="34" charset="0"/>
                <a:cs typeface="Calibri" panose="020F0502020204030204" pitchFamily="34" charset="0"/>
              </a:rPr>
              <a:t>①</a:t>
            </a:r>
            <a:endParaRPr kumimoji="0" lang="en-US" altLang="zh-CN" sz="2000" b="1" i="0" u="none" strike="noStrike" kern="1200" cap="none" spc="0" normalizeH="0" baseline="0" noProof="0" dirty="0">
              <a:ln>
                <a:noFill/>
              </a:ln>
              <a:solidFill>
                <a:srgbClr val="0174AB"/>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D21C73FB-91FE-505E-2F46-7394E7585326}"/>
              </a:ext>
            </a:extLst>
          </p:cNvPr>
          <p:cNvSpPr/>
          <p:nvPr/>
        </p:nvSpPr>
        <p:spPr>
          <a:xfrm>
            <a:off x="336000" y="4005001"/>
            <a:ext cx="11469725" cy="1720727"/>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C9D0B1BB-7D19-3C74-5883-BE036DE2F67C}"/>
              </a:ext>
            </a:extLst>
          </p:cNvPr>
          <p:cNvSpPr/>
          <p:nvPr/>
        </p:nvSpPr>
        <p:spPr>
          <a:xfrm>
            <a:off x="2098359" y="3745285"/>
            <a:ext cx="933999" cy="5041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174AB"/>
                </a:solidFill>
                <a:effectLst/>
                <a:uLnTx/>
                <a:uFillTx/>
                <a:latin typeface="Calibri" panose="020F0502020204030204" pitchFamily="34" charset="0"/>
                <a:ea typeface="Calibri" panose="020F0502020204030204" pitchFamily="34" charset="0"/>
                <a:cs typeface="Calibri" panose="020F0502020204030204" pitchFamily="34" charset="0"/>
              </a:rPr>
              <a:t>②</a:t>
            </a:r>
            <a:endParaRPr kumimoji="0" lang="en-US" altLang="zh-CN" sz="2000" b="1" i="0" u="none" strike="noStrike" kern="1200" cap="none" spc="0" normalizeH="0" baseline="0" noProof="0" dirty="0">
              <a:ln>
                <a:noFill/>
              </a:ln>
              <a:solidFill>
                <a:srgbClr val="0174AB"/>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2" name="文本框 11">
            <a:extLst>
              <a:ext uri="{FF2B5EF4-FFF2-40B4-BE49-F238E27FC236}">
                <a16:creationId xmlns:a16="http://schemas.microsoft.com/office/drawing/2014/main" id="{22CB2DC3-5DE2-8E79-8320-8DE159E31B8A}"/>
              </a:ext>
            </a:extLst>
          </p:cNvPr>
          <p:cNvSpPr txBox="1"/>
          <p:nvPr/>
        </p:nvSpPr>
        <p:spPr>
          <a:xfrm>
            <a:off x="479999" y="4227929"/>
            <a:ext cx="11215537" cy="1289071"/>
          </a:xfrm>
          <a:prstGeom prst="rect">
            <a:avLst/>
          </a:prstGeom>
          <a:noFill/>
        </p:spPr>
        <p:txBody>
          <a:bodyPr wrap="square">
            <a:spAutoFit/>
          </a:bodyPr>
          <a:lstStyle>
            <a:defPPr>
              <a:defRPr lang="zh-CN"/>
            </a:defPPr>
            <a:lvl1pPr algn="just">
              <a:lnSpc>
                <a:spcPct val="150000"/>
              </a:lnSpc>
              <a:defRPr>
                <a:latin typeface="Arial" panose="020B0604020202020204" pitchFamily="34" charset="0"/>
                <a:cs typeface="Arial" panose="020B0604020202020204" pitchFamily="34" charset="0"/>
              </a:defRPr>
            </a:lvl1pPr>
          </a:lstStyle>
          <a:p>
            <a:pPr lvl="0">
              <a:defRPr/>
            </a:pPr>
            <a:r>
              <a:rPr lang="en-US" altLang="zh-CN" dirty="0">
                <a:solidFill>
                  <a:prstClr val="black"/>
                </a:solidFill>
                <a:latin typeface="Times New Roman" panose="02020603050405020304" pitchFamily="18" charset="0"/>
                <a:cs typeface="Times New Roman" panose="02020603050405020304" pitchFamily="18" charset="0"/>
              </a:rPr>
              <a:t>In the process of selecting the optimal image regions from fault image data, the proposed method firstly divides the image data into patches by a sliding window, where its size and step length are fixed. It may lead to the repetitive selection of non-fault regions, causing computational redundancy.</a:t>
            </a: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4" name="文本框 13">
            <a:extLst>
              <a:ext uri="{FF2B5EF4-FFF2-40B4-BE49-F238E27FC236}">
                <a16:creationId xmlns:a16="http://schemas.microsoft.com/office/drawing/2014/main" id="{B59AA7B5-31D9-8111-A0F5-EED22B3B6922}"/>
              </a:ext>
            </a:extLst>
          </p:cNvPr>
          <p:cNvSpPr txBox="1"/>
          <p:nvPr/>
        </p:nvSpPr>
        <p:spPr>
          <a:xfrm>
            <a:off x="480000" y="1252451"/>
            <a:ext cx="11215537" cy="2120068"/>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lvl="0" algn="just">
              <a:lnSpc>
                <a:spcPct val="150000"/>
              </a:lnSpc>
              <a:defRPr/>
            </a:pPr>
            <a:r>
              <a:rPr lang="en-US" altLang="zh-CN" dirty="0">
                <a:solidFill>
                  <a:prstClr val="black"/>
                </a:solidFill>
                <a:latin typeface="Times New Roman" panose="02020603050405020304" pitchFamily="18" charset="0"/>
                <a:cs typeface="Times New Roman" panose="02020603050405020304" pitchFamily="18" charset="0"/>
              </a:rPr>
              <a:t>A unified representation and fusion framework of multi-source heterogeneous data is proposed for fault diagnosis.</a:t>
            </a:r>
          </a:p>
          <a:p>
            <a:pPr lvl="0" algn="just">
              <a:lnSpc>
                <a:spcPct val="150000"/>
              </a:lnSpc>
              <a:defRPr/>
            </a:pP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lvl="0" algn="just">
              <a:lnSpc>
                <a:spcPct val="150000"/>
              </a:lnSpc>
              <a:defRPr/>
            </a:pPr>
            <a:r>
              <a:rPr lang="en-US" altLang="zh-CN" dirty="0">
                <a:solidFill>
                  <a:prstClr val="black"/>
                </a:solidFill>
                <a:latin typeface="Times New Roman" panose="02020603050405020304" pitchFamily="18" charset="0"/>
                <a:cs typeface="Times New Roman" panose="02020603050405020304" pitchFamily="18" charset="0"/>
              </a:rPr>
              <a:t>Tensor fusion is performed on the time series data and the selected image data region, and low-rank decomposition is utilized to obtain a low-dimensional unified vector representation, thereby achieving the multi-source heterogeneous data fusion.</a:t>
            </a: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nvGrpSpPr>
          <p:cNvPr id="20" name="组合 19">
            <a:extLst>
              <a:ext uri="{FF2B5EF4-FFF2-40B4-BE49-F238E27FC236}">
                <a16:creationId xmlns:a16="http://schemas.microsoft.com/office/drawing/2014/main" id="{4CC14D66-78CF-BEEA-4E53-82FB5317689A}"/>
              </a:ext>
            </a:extLst>
          </p:cNvPr>
          <p:cNvGrpSpPr/>
          <p:nvPr/>
        </p:nvGrpSpPr>
        <p:grpSpPr>
          <a:xfrm>
            <a:off x="-1" y="6553200"/>
            <a:ext cx="12192001" cy="304800"/>
            <a:chOff x="0" y="6569404"/>
            <a:chExt cx="9144000" cy="288000"/>
          </a:xfrm>
        </p:grpSpPr>
        <p:sp>
          <p:nvSpPr>
            <p:cNvPr id="21" name="矩形 20">
              <a:extLst>
                <a:ext uri="{FF2B5EF4-FFF2-40B4-BE49-F238E27FC236}">
                  <a16:creationId xmlns:a16="http://schemas.microsoft.com/office/drawing/2014/main" id="{324A648E-B956-C9EE-B567-F0266D428353}"/>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2" name="矩形 21">
              <a:extLst>
                <a:ext uri="{FF2B5EF4-FFF2-40B4-BE49-F238E27FC236}">
                  <a16:creationId xmlns:a16="http://schemas.microsoft.com/office/drawing/2014/main" id="{6B71D0D9-56E3-4C80-796D-F60195960921}"/>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3" name="灯片编号占位符 5">
            <a:extLst>
              <a:ext uri="{FF2B5EF4-FFF2-40B4-BE49-F238E27FC236}">
                <a16:creationId xmlns:a16="http://schemas.microsoft.com/office/drawing/2014/main" id="{AC1A4958-8959-691A-0660-30BC82859FD6}"/>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941037410"/>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353B0-CB85-DC82-EF8A-3263A618B636}"/>
            </a:ext>
          </a:extLst>
        </p:cNvPr>
        <p:cNvGrpSpPr/>
        <p:nvPr/>
      </p:nvGrpSpPr>
      <p:grpSpPr>
        <a:xfrm>
          <a:off x="0" y="0"/>
          <a:ext cx="0" cy="0"/>
          <a:chOff x="0" y="0"/>
          <a:chExt cx="0" cy="0"/>
        </a:xfrm>
      </p:grpSpPr>
      <p:pic>
        <p:nvPicPr>
          <p:cNvPr id="21" name="图片 20">
            <a:extLst>
              <a:ext uri="{FF2B5EF4-FFF2-40B4-BE49-F238E27FC236}">
                <a16:creationId xmlns:a16="http://schemas.microsoft.com/office/drawing/2014/main" id="{84AC0FFC-F43D-BCD5-41B0-A7D2765F34C0}"/>
              </a:ext>
            </a:extLst>
          </p:cNvPr>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4" name="组合 3">
            <a:extLst>
              <a:ext uri="{FF2B5EF4-FFF2-40B4-BE49-F238E27FC236}">
                <a16:creationId xmlns:a16="http://schemas.microsoft.com/office/drawing/2014/main" id="{B82589D2-B2FA-4909-665D-3B07241E706E}"/>
              </a:ext>
            </a:extLst>
          </p:cNvPr>
          <p:cNvGrpSpPr/>
          <p:nvPr/>
        </p:nvGrpSpPr>
        <p:grpSpPr>
          <a:xfrm>
            <a:off x="-375" y="1874943"/>
            <a:ext cx="12192375" cy="2130321"/>
            <a:chOff x="1522095" y="1874943"/>
            <a:chExt cx="9147893" cy="2130321"/>
          </a:xfrm>
        </p:grpSpPr>
        <p:sp>
          <p:nvSpPr>
            <p:cNvPr id="8" name="矩形 7">
              <a:extLst>
                <a:ext uri="{FF2B5EF4-FFF2-40B4-BE49-F238E27FC236}">
                  <a16:creationId xmlns:a16="http://schemas.microsoft.com/office/drawing/2014/main" id="{2187B2D6-64AC-BD56-9B79-ECD59CBE66C6}"/>
                </a:ext>
              </a:extLst>
            </p:cNvPr>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9" name="文本框 8">
              <a:extLst>
                <a:ext uri="{FF2B5EF4-FFF2-40B4-BE49-F238E27FC236}">
                  <a16:creationId xmlns:a16="http://schemas.microsoft.com/office/drawing/2014/main" id="{356BFA86-5B67-0B0A-B066-B709DCFE5C66}"/>
                </a:ext>
              </a:extLst>
            </p:cNvPr>
            <p:cNvSpPr txBox="1"/>
            <p:nvPr/>
          </p:nvSpPr>
          <p:spPr>
            <a:xfrm>
              <a:off x="1522095" y="1874943"/>
              <a:ext cx="9147893" cy="1554272"/>
            </a:xfrm>
            <a:prstGeom prst="rect">
              <a:avLst/>
            </a:prstGeom>
            <a:noFill/>
          </p:spPr>
          <p:txBody>
            <a:bodyPr wrap="square" rtlCol="0" anchor="ctr">
              <a:spAutoFit/>
            </a:bodyPr>
            <a:lstStyle/>
            <a:p>
              <a:pPr marL="0" marR="0" lvl="0" indent="0" algn="ctr" defTabSz="914400" rtl="0" eaLnBrk="1" fontAlgn="auto" latinLnBrk="0" hangingPunct="1">
                <a:lnSpc>
                  <a:spcPts val="384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Arial" panose="020B0604020202020204" pitchFamily="34" charset="0"/>
                </a:rPr>
                <a:t>MGTN-DSI: A multi-sensor graph transfer network considering dual</a:t>
              </a:r>
            </a:p>
            <a:p>
              <a:pPr marL="0" marR="0" lvl="0" indent="0" algn="ctr" defTabSz="914400" rtl="0" eaLnBrk="1" fontAlgn="auto" latinLnBrk="0" hangingPunct="1">
                <a:lnSpc>
                  <a:spcPts val="384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Arial" panose="020B0604020202020204" pitchFamily="34" charset="0"/>
                </a:rPr>
                <a:t>structural information for fault diagnosis under varying working conditions</a:t>
              </a:r>
            </a:p>
          </p:txBody>
        </p:sp>
        <p:sp>
          <p:nvSpPr>
            <p:cNvPr id="3" name="文本框 2">
              <a:extLst>
                <a:ext uri="{FF2B5EF4-FFF2-40B4-BE49-F238E27FC236}">
                  <a16:creationId xmlns:a16="http://schemas.microsoft.com/office/drawing/2014/main" id="{19491ECD-6735-7692-B24D-1F28FE91D0CF}"/>
                </a:ext>
              </a:extLst>
            </p:cNvPr>
            <p:cNvSpPr txBox="1"/>
            <p:nvPr/>
          </p:nvSpPr>
          <p:spPr>
            <a:xfrm>
              <a:off x="1703705" y="3500756"/>
              <a:ext cx="693148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err="1">
                  <a:solidFill>
                    <a:prstClr val="white"/>
                  </a:solidFill>
                  <a:latin typeface="Times New Roman" panose="02020603050405020304" pitchFamily="18" charset="0"/>
                  <a:ea typeface="等线" panose="02010600030101010101" pitchFamily="2" charset="-122"/>
                  <a:cs typeface="Times New Roman" panose="02020603050405020304" pitchFamily="18" charset="0"/>
                </a:rPr>
                <a:t>Jianjie</a:t>
              </a:r>
              <a:r>
                <a:rPr lang="en-US" altLang="zh-CN" sz="1600" dirty="0">
                  <a:solidFill>
                    <a:prstClr val="white"/>
                  </a:solidFill>
                  <a:latin typeface="Times New Roman" panose="02020603050405020304" pitchFamily="18" charset="0"/>
                  <a:ea typeface="等线" panose="02010600030101010101" pitchFamily="2" charset="-122"/>
                  <a:cs typeface="Times New Roman" panose="02020603050405020304" pitchFamily="18" charset="0"/>
                </a:rPr>
                <a:t> Liu, Xianfeng Yuan, </a:t>
              </a:r>
              <a:r>
                <a:rPr lang="en-US" altLang="zh-CN" sz="1600" dirty="0" err="1">
                  <a:solidFill>
                    <a:prstClr val="white"/>
                  </a:solidFill>
                  <a:latin typeface="Times New Roman" panose="02020603050405020304" pitchFamily="18" charset="0"/>
                  <a:ea typeface="等线" panose="02010600030101010101" pitchFamily="2" charset="-122"/>
                  <a:cs typeface="Times New Roman" panose="02020603050405020304" pitchFamily="18" charset="0"/>
                </a:rPr>
                <a:t>Xilin</a:t>
              </a:r>
              <a:r>
                <a:rPr lang="en-US" altLang="zh-CN" sz="1600" dirty="0">
                  <a:solidFill>
                    <a:prstClr val="white"/>
                  </a:solidFill>
                  <a:latin typeface="Times New Roman" panose="02020603050405020304" pitchFamily="18" charset="0"/>
                  <a:ea typeface="等线" panose="02010600030101010101" pitchFamily="2" charset="-122"/>
                  <a:cs typeface="Times New Roman" panose="02020603050405020304" pitchFamily="18" charset="0"/>
                </a:rPr>
                <a:t> Yang, </a:t>
              </a:r>
              <a:r>
                <a:rPr lang="en-US" altLang="zh-CN" sz="1600" dirty="0" err="1">
                  <a:solidFill>
                    <a:prstClr val="white"/>
                  </a:solidFill>
                  <a:latin typeface="Times New Roman" panose="02020603050405020304" pitchFamily="18" charset="0"/>
                  <a:ea typeface="等线" panose="02010600030101010101" pitchFamily="2" charset="-122"/>
                  <a:cs typeface="Times New Roman" panose="02020603050405020304" pitchFamily="18" charset="0"/>
                </a:rPr>
                <a:t>Weijie</a:t>
              </a:r>
              <a:r>
                <a:rPr lang="en-US" altLang="zh-CN" sz="1600" dirty="0">
                  <a:solidFill>
                    <a:prstClr val="white"/>
                  </a:solidFill>
                  <a:latin typeface="Times New Roman" panose="02020603050405020304" pitchFamily="18" charset="0"/>
                  <a:ea typeface="等线" panose="02010600030101010101" pitchFamily="2" charset="-122"/>
                  <a:cs typeface="Times New Roman" panose="02020603050405020304" pitchFamily="18" charset="0"/>
                </a:rPr>
                <a:t> Zhu, </a:t>
              </a:r>
              <a:r>
                <a:rPr lang="en-US" altLang="zh-CN" sz="1600" dirty="0" err="1">
                  <a:solidFill>
                    <a:prstClr val="white"/>
                  </a:solidFill>
                  <a:latin typeface="Times New Roman" panose="02020603050405020304" pitchFamily="18" charset="0"/>
                  <a:ea typeface="等线" panose="02010600030101010101" pitchFamily="2" charset="-122"/>
                  <a:cs typeface="Times New Roman" panose="02020603050405020304" pitchFamily="18" charset="0"/>
                </a:rPr>
                <a:t>Yansong</a:t>
              </a:r>
              <a:r>
                <a:rPr lang="en-US" altLang="zh-CN" sz="1600" dirty="0">
                  <a:solidFill>
                    <a:prstClr val="white"/>
                  </a:solidFill>
                  <a:latin typeface="Times New Roman" panose="02020603050405020304" pitchFamily="18" charset="0"/>
                  <a:ea typeface="等线" panose="02010600030101010101" pitchFamily="2" charset="-122"/>
                  <a:cs typeface="Times New Roman" panose="02020603050405020304" pitchFamily="18" charset="0"/>
                </a:rPr>
                <a:t> Zhang, Tianyi Ye, Xinxin Yao, </a:t>
              </a:r>
              <a:r>
                <a:rPr lang="en-US" altLang="zh-CN" sz="1600" dirty="0" err="1">
                  <a:solidFill>
                    <a:prstClr val="white"/>
                  </a:solidFill>
                  <a:latin typeface="Times New Roman" panose="02020603050405020304" pitchFamily="18" charset="0"/>
                  <a:ea typeface="等线" panose="02010600030101010101" pitchFamily="2" charset="-122"/>
                  <a:cs typeface="Times New Roman" panose="02020603050405020304" pitchFamily="18" charset="0"/>
                </a:rPr>
                <a:t>Fengyu</a:t>
              </a:r>
              <a:r>
                <a:rPr lang="en-US" altLang="zh-CN" sz="1600" dirty="0">
                  <a:solidFill>
                    <a:prstClr val="white"/>
                  </a:solidFill>
                  <a:latin typeface="Times New Roman" panose="02020603050405020304" pitchFamily="18" charset="0"/>
                  <a:ea typeface="等线" panose="02010600030101010101" pitchFamily="2" charset="-122"/>
                  <a:cs typeface="Times New Roman" panose="02020603050405020304" pitchFamily="18" charset="0"/>
                </a:rPr>
                <a:t> Zhou</a:t>
              </a:r>
            </a:p>
          </p:txBody>
        </p:sp>
      </p:grpSp>
      <p:grpSp>
        <p:nvGrpSpPr>
          <p:cNvPr id="11" name="组合 10">
            <a:extLst>
              <a:ext uri="{FF2B5EF4-FFF2-40B4-BE49-F238E27FC236}">
                <a16:creationId xmlns:a16="http://schemas.microsoft.com/office/drawing/2014/main" id="{6D495A2B-D96D-0D57-C99A-24A2A6AD0D7D}"/>
              </a:ext>
            </a:extLst>
          </p:cNvPr>
          <p:cNvGrpSpPr/>
          <p:nvPr/>
        </p:nvGrpSpPr>
        <p:grpSpPr>
          <a:xfrm>
            <a:off x="387776" y="4549747"/>
            <a:ext cx="11036224" cy="872490"/>
            <a:chOff x="623" y="7327"/>
            <a:chExt cx="9488" cy="1374"/>
          </a:xfrm>
        </p:grpSpPr>
        <p:sp>
          <p:nvSpPr>
            <p:cNvPr id="5" name="文本框 4">
              <a:extLst>
                <a:ext uri="{FF2B5EF4-FFF2-40B4-BE49-F238E27FC236}">
                  <a16:creationId xmlns:a16="http://schemas.microsoft.com/office/drawing/2014/main" id="{6DBA0522-2828-44A9-3108-790255D16F7A}"/>
                </a:ext>
              </a:extLst>
            </p:cNvPr>
            <p:cNvSpPr txBox="1"/>
            <p:nvPr/>
          </p:nvSpPr>
          <p:spPr>
            <a:xfrm>
              <a:off x="623" y="7327"/>
              <a:ext cx="9488" cy="582"/>
            </a:xfrm>
            <a:prstGeom prst="rect">
              <a:avLst/>
            </a:prstGeom>
            <a:noFill/>
          </p:spPr>
          <p:txBody>
            <a:bodyPr wrap="square" rtlCol="0">
              <a:spAutoFit/>
            </a:bodyPr>
            <a:lstStyle/>
            <a:p>
              <a:pPr lvl="0"/>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Published in:</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Advanced Engineering Informatics</a:t>
              </a: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8AD71282-E9BA-AD72-8057-16246DD0AEAE}"/>
                </a:ext>
              </a:extLst>
            </p:cNvPr>
            <p:cNvSpPr txBox="1"/>
            <p:nvPr/>
          </p:nvSpPr>
          <p:spPr>
            <a:xfrm>
              <a:off x="623" y="8121"/>
              <a:ext cx="2431" cy="5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Published Time:</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2025</a:t>
              </a:r>
            </a:p>
          </p:txBody>
        </p:sp>
      </p:grpSp>
      <p:sp>
        <p:nvSpPr>
          <p:cNvPr id="2" name="文本框 1">
            <a:extLst>
              <a:ext uri="{FF2B5EF4-FFF2-40B4-BE49-F238E27FC236}">
                <a16:creationId xmlns:a16="http://schemas.microsoft.com/office/drawing/2014/main" id="{79374659-DA96-08DC-4411-EF16BDFC5CE2}"/>
              </a:ext>
            </a:extLst>
          </p:cNvPr>
          <p:cNvSpPr txBox="1"/>
          <p:nvPr/>
        </p:nvSpPr>
        <p:spPr bwMode="auto">
          <a:xfrm>
            <a:off x="351876" y="165152"/>
            <a:ext cx="2054225" cy="646331"/>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1">
                <a:ln>
                  <a:noFill/>
                </a:ln>
                <a:solidFill>
                  <a:srgbClr val="044875"/>
                </a:solidFill>
                <a:effectLst/>
                <a:uLnTx/>
                <a:uFillTx/>
                <a:latin typeface="Times New Roman" panose="02020603050405020304" pitchFamily="18" charset="0"/>
                <a:ea typeface="微软雅黑" panose="020B0503020204020204" charset="-122"/>
                <a:cs typeface="Times New Roman" panose="02020603050405020304" pitchFamily="18" charset="0"/>
              </a:rPr>
              <a:t>Paper </a:t>
            </a:r>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3</a:t>
            </a:r>
            <a:endParaRPr kumimoji="0" lang="zh-HK" altLang="en-US" sz="3600" b="1" i="0" u="none" strike="noStrike" kern="1200" cap="none" spc="0" normalizeH="0" baseline="0" noProof="1">
              <a:ln>
                <a:noFill/>
              </a:ln>
              <a:solidFill>
                <a:srgbClr val="044875"/>
              </a:solidFill>
              <a:effectLst/>
              <a:uLnTx/>
              <a:uFillTx/>
              <a:latin typeface="Times New Roman" panose="02020603050405020304" pitchFamily="18" charset="0"/>
              <a:ea typeface="微软雅黑" panose="020B0503020204020204" charset="-122"/>
              <a:cs typeface="Times New Roman" panose="02020603050405020304" pitchFamily="18" charset="0"/>
            </a:endParaRPr>
          </a:p>
        </p:txBody>
      </p:sp>
      <p:grpSp>
        <p:nvGrpSpPr>
          <p:cNvPr id="16" name="组合 15">
            <a:extLst>
              <a:ext uri="{FF2B5EF4-FFF2-40B4-BE49-F238E27FC236}">
                <a16:creationId xmlns:a16="http://schemas.microsoft.com/office/drawing/2014/main" id="{A88169C2-33A1-059C-6BB5-62C503D1A642}"/>
              </a:ext>
            </a:extLst>
          </p:cNvPr>
          <p:cNvGrpSpPr/>
          <p:nvPr/>
        </p:nvGrpSpPr>
        <p:grpSpPr>
          <a:xfrm>
            <a:off x="-1" y="6553200"/>
            <a:ext cx="12192001" cy="304800"/>
            <a:chOff x="0" y="6569404"/>
            <a:chExt cx="9144000" cy="288000"/>
          </a:xfrm>
        </p:grpSpPr>
        <p:sp>
          <p:nvSpPr>
            <p:cNvPr id="17" name="矩形 16">
              <a:extLst>
                <a:ext uri="{FF2B5EF4-FFF2-40B4-BE49-F238E27FC236}">
                  <a16:creationId xmlns:a16="http://schemas.microsoft.com/office/drawing/2014/main" id="{9EEAFDC6-DD31-B1CC-013F-3130C254F53D}"/>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8" name="矩形 17">
              <a:extLst>
                <a:ext uri="{FF2B5EF4-FFF2-40B4-BE49-F238E27FC236}">
                  <a16:creationId xmlns:a16="http://schemas.microsoft.com/office/drawing/2014/main" id="{8840F8A4-2A86-54AF-10E1-278F03BFD249}"/>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9" name="灯片编号占位符 5">
            <a:extLst>
              <a:ext uri="{FF2B5EF4-FFF2-40B4-BE49-F238E27FC236}">
                <a16:creationId xmlns:a16="http://schemas.microsoft.com/office/drawing/2014/main" id="{E86A3F69-A0AF-BCB3-BFE0-F4EDA3BD1504}"/>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558351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0078C-70C8-1BCE-386B-70DC42902694}"/>
            </a:ext>
          </a:extLst>
        </p:cNvPr>
        <p:cNvGrpSpPr/>
        <p:nvPr/>
      </p:nvGrpSpPr>
      <p:grpSpPr>
        <a:xfrm>
          <a:off x="0" y="0"/>
          <a:ext cx="0" cy="0"/>
          <a:chOff x="0" y="0"/>
          <a:chExt cx="0" cy="0"/>
        </a:xfrm>
      </p:grpSpPr>
      <p:grpSp>
        <p:nvGrpSpPr>
          <p:cNvPr id="27" name="组合 18">
            <a:extLst>
              <a:ext uri="{FF2B5EF4-FFF2-40B4-BE49-F238E27FC236}">
                <a16:creationId xmlns:a16="http://schemas.microsoft.com/office/drawing/2014/main" id="{EDF5B600-6D8A-623A-82E8-FB8B60BA968E}"/>
              </a:ext>
            </a:extLst>
          </p:cNvPr>
          <p:cNvGrpSpPr/>
          <p:nvPr/>
        </p:nvGrpSpPr>
        <p:grpSpPr bwMode="auto">
          <a:xfrm>
            <a:off x="2409457" y="2650330"/>
            <a:ext cx="1505450" cy="1479472"/>
            <a:chOff x="1709739" y="2636838"/>
            <a:chExt cx="1590160" cy="1584325"/>
          </a:xfrm>
          <a:solidFill>
            <a:srgbClr val="044875"/>
          </a:solidFill>
        </p:grpSpPr>
        <p:sp>
          <p:nvSpPr>
            <p:cNvPr id="35" name="Freeform 6">
              <a:extLst>
                <a:ext uri="{FF2B5EF4-FFF2-40B4-BE49-F238E27FC236}">
                  <a16:creationId xmlns:a16="http://schemas.microsoft.com/office/drawing/2014/main" id="{8DD87D3E-A9BA-E7EF-B72C-DE453DB0660A}"/>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37" name="Freeform 7">
              <a:extLst>
                <a:ext uri="{FF2B5EF4-FFF2-40B4-BE49-F238E27FC236}">
                  <a16:creationId xmlns:a16="http://schemas.microsoft.com/office/drawing/2014/main" id="{67FBA562-BE74-25A0-32B0-37FD6C4496D9}"/>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38" name="Freeform 8">
              <a:extLst>
                <a:ext uri="{FF2B5EF4-FFF2-40B4-BE49-F238E27FC236}">
                  <a16:creationId xmlns:a16="http://schemas.microsoft.com/office/drawing/2014/main" id="{39926832-C472-AD6B-9BD1-1A6F86F12CD8}"/>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39" name="Freeform 9">
              <a:extLst>
                <a:ext uri="{FF2B5EF4-FFF2-40B4-BE49-F238E27FC236}">
                  <a16:creationId xmlns:a16="http://schemas.microsoft.com/office/drawing/2014/main" id="{14AAB975-885C-F8FC-52A5-BB899B9F8F8B}"/>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40" name="Freeform 10">
              <a:extLst>
                <a:ext uri="{FF2B5EF4-FFF2-40B4-BE49-F238E27FC236}">
                  <a16:creationId xmlns:a16="http://schemas.microsoft.com/office/drawing/2014/main" id="{5ED8873D-397F-FF4C-DB42-0D62A80257D0}"/>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41" name="Freeform 11">
              <a:extLst>
                <a:ext uri="{FF2B5EF4-FFF2-40B4-BE49-F238E27FC236}">
                  <a16:creationId xmlns:a16="http://schemas.microsoft.com/office/drawing/2014/main" id="{4663C2EF-E52E-907A-0FA5-3CF0144AD3E0}"/>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42" name="Freeform 12">
              <a:extLst>
                <a:ext uri="{FF2B5EF4-FFF2-40B4-BE49-F238E27FC236}">
                  <a16:creationId xmlns:a16="http://schemas.microsoft.com/office/drawing/2014/main" id="{515F7F21-F6FA-303B-ED5E-86217CBE04F1}"/>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43" name="Freeform 13">
              <a:extLst>
                <a:ext uri="{FF2B5EF4-FFF2-40B4-BE49-F238E27FC236}">
                  <a16:creationId xmlns:a16="http://schemas.microsoft.com/office/drawing/2014/main" id="{ADA081F9-A9FD-8AAC-B0B5-823FEA3207B0}"/>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sp>
          <p:nvSpPr>
            <p:cNvPr id="44" name="Freeform 14">
              <a:extLst>
                <a:ext uri="{FF2B5EF4-FFF2-40B4-BE49-F238E27FC236}">
                  <a16:creationId xmlns:a16="http://schemas.microsoft.com/office/drawing/2014/main" id="{79A97C6F-A06E-5953-AB6C-176CDE8BD040}"/>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HK" altLang="en-US" sz="1800" b="0" i="0" u="none" strike="noStrike" kern="1200" cap="none" spc="0" normalizeH="0" baseline="0" noProof="0">
                <a:ln>
                  <a:noFill/>
                </a:ln>
                <a:solidFill>
                  <a:prstClr val="black"/>
                </a:solidFill>
                <a:effectLst/>
                <a:uLnTx/>
                <a:uFillTx/>
                <a:latin typeface="Calibri" panose="020F0502020204030204"/>
                <a:ea typeface="PMingLiU-ExtB" panose="02020500000000000000" charset="-120"/>
                <a:cs typeface="+mn-cs"/>
              </a:endParaRPr>
            </a:p>
          </p:txBody>
        </p:sp>
      </p:grpSp>
      <p:sp>
        <p:nvSpPr>
          <p:cNvPr id="31" name="文本框 30">
            <a:extLst>
              <a:ext uri="{FF2B5EF4-FFF2-40B4-BE49-F238E27FC236}">
                <a16:creationId xmlns:a16="http://schemas.microsoft.com/office/drawing/2014/main" id="{831D7DD4-9130-32A8-F7A5-26F5EC473E0D}"/>
              </a:ext>
            </a:extLst>
          </p:cNvPr>
          <p:cNvSpPr txBox="1"/>
          <p:nvPr/>
        </p:nvSpPr>
        <p:spPr bwMode="auto">
          <a:xfrm>
            <a:off x="2135561" y="4129802"/>
            <a:ext cx="2054225" cy="523334"/>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1">
                <a:ln>
                  <a:noFill/>
                </a:ln>
                <a:solidFill>
                  <a:srgbClr val="044875"/>
                </a:solidFill>
                <a:effectLst/>
                <a:uLnTx/>
                <a:uFillTx/>
                <a:latin typeface="Times New Roman" panose="02020603050405020304" pitchFamily="18" charset="0"/>
                <a:ea typeface="微软雅黑" panose="020B0503020204020204" charset="-122"/>
                <a:cs typeface="Times New Roman" panose="02020603050405020304" pitchFamily="18" charset="0"/>
              </a:rPr>
              <a:t>Contents</a:t>
            </a:r>
            <a:endParaRPr kumimoji="0" lang="zh-HK" altLang="en-US" sz="2800" b="1" i="0" u="none" strike="noStrike" kern="1200" cap="none" spc="0" normalizeH="0" baseline="0" noProof="1">
              <a:ln>
                <a:noFill/>
              </a:ln>
              <a:solidFill>
                <a:srgbClr val="044875"/>
              </a:solidFill>
              <a:effectLst/>
              <a:uLnTx/>
              <a:uFillTx/>
              <a:latin typeface="Times New Roman" panose="02020603050405020304" pitchFamily="18" charset="0"/>
              <a:ea typeface="微软雅黑" panose="020B0503020204020204" charset="-122"/>
              <a:cs typeface="Times New Roman" panose="02020603050405020304" pitchFamily="18" charset="0"/>
            </a:endParaRPr>
          </a:p>
        </p:txBody>
      </p:sp>
      <p:grpSp>
        <p:nvGrpSpPr>
          <p:cNvPr id="19" name="组合 18">
            <a:extLst>
              <a:ext uri="{FF2B5EF4-FFF2-40B4-BE49-F238E27FC236}">
                <a16:creationId xmlns:a16="http://schemas.microsoft.com/office/drawing/2014/main" id="{42204A66-1471-7DA4-21B7-844A26E775A4}"/>
              </a:ext>
            </a:extLst>
          </p:cNvPr>
          <p:cNvGrpSpPr/>
          <p:nvPr>
            <p:custDataLst>
              <p:tags r:id="rId1"/>
            </p:custDataLst>
          </p:nvPr>
        </p:nvGrpSpPr>
        <p:grpSpPr>
          <a:xfrm>
            <a:off x="4523741" y="2047924"/>
            <a:ext cx="5370513" cy="534987"/>
            <a:chOff x="3281952" y="1484784"/>
            <a:chExt cx="5370513" cy="534987"/>
          </a:xfrm>
        </p:grpSpPr>
        <p:grpSp>
          <p:nvGrpSpPr>
            <p:cNvPr id="14" name="组合 13">
              <a:extLst>
                <a:ext uri="{FF2B5EF4-FFF2-40B4-BE49-F238E27FC236}">
                  <a16:creationId xmlns:a16="http://schemas.microsoft.com/office/drawing/2014/main" id="{9051F9F4-4843-0197-B6B2-48A271D3B599}"/>
                </a:ext>
              </a:extLst>
            </p:cNvPr>
            <p:cNvGrpSpPr/>
            <p:nvPr/>
          </p:nvGrpSpPr>
          <p:grpSpPr>
            <a:xfrm>
              <a:off x="3943940" y="1484784"/>
              <a:ext cx="4708525" cy="534987"/>
              <a:chOff x="3943940" y="1626760"/>
              <a:chExt cx="4708525" cy="534987"/>
            </a:xfrm>
          </p:grpSpPr>
          <p:sp>
            <p:nvSpPr>
              <p:cNvPr id="49" name="Freeform 74">
                <a:extLst>
                  <a:ext uri="{FF2B5EF4-FFF2-40B4-BE49-F238E27FC236}">
                    <a16:creationId xmlns:a16="http://schemas.microsoft.com/office/drawing/2014/main" id="{CEF870AD-E3DD-96E8-77C2-BF3A0A0F0783}"/>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50" name="文本框 20">
                <a:extLst>
                  <a:ext uri="{FF2B5EF4-FFF2-40B4-BE49-F238E27FC236}">
                    <a16:creationId xmlns:a16="http://schemas.microsoft.com/office/drawing/2014/main" id="{0A1742FE-E4E5-7CBC-BA86-458DB2F8680A}"/>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44875"/>
                    </a:solidFill>
                    <a:effectLst/>
                    <a:uLnTx/>
                    <a:uFillTx/>
                    <a:latin typeface="Times New Roman" panose="02020603050405020304" pitchFamily="18" charset="0"/>
                    <a:ea typeface="微软雅黑" panose="020B0503020204020204" charset="-122"/>
                    <a:cs typeface="+mn-cs"/>
                  </a:rPr>
                  <a:t>Problem Description</a:t>
                </a:r>
                <a:endParaRPr kumimoji="0" lang="zh-CN" altLang="en-US" sz="2400" b="1" i="0" u="none" strike="noStrike" kern="1200" cap="none" spc="0" normalizeH="0" baseline="0" noProof="0" dirty="0">
                  <a:ln>
                    <a:noFill/>
                  </a:ln>
                  <a:solidFill>
                    <a:srgbClr val="044875"/>
                  </a:solidFill>
                  <a:effectLst/>
                  <a:uLnTx/>
                  <a:uFillTx/>
                  <a:latin typeface="Times New Roman" panose="02020603050405020304" pitchFamily="18" charset="0"/>
                  <a:ea typeface="微软雅黑" panose="020B0503020204020204" charset="-122"/>
                  <a:cs typeface="+mn-cs"/>
                </a:endParaRPr>
              </a:p>
            </p:txBody>
          </p:sp>
          <p:sp>
            <p:nvSpPr>
              <p:cNvPr id="51" name="矩形 50">
                <a:extLst>
                  <a:ext uri="{FF2B5EF4-FFF2-40B4-BE49-F238E27FC236}">
                    <a16:creationId xmlns:a16="http://schemas.microsoft.com/office/drawing/2014/main" id="{25FBD9B7-A8E0-0C5D-901C-040A865D9A70}"/>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cxnSp>
            <p:nvCxnSpPr>
              <p:cNvPr id="52" name="直接连接符 51">
                <a:extLst>
                  <a:ext uri="{FF2B5EF4-FFF2-40B4-BE49-F238E27FC236}">
                    <a16:creationId xmlns:a16="http://schemas.microsoft.com/office/drawing/2014/main" id="{33AC0061-05BE-F63F-ACA1-7CFF58B4CB4D}"/>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43EA8061-77DC-814B-E88F-1728BA677A84}"/>
                </a:ext>
              </a:extLst>
            </p:cNvPr>
            <p:cNvGrpSpPr/>
            <p:nvPr/>
          </p:nvGrpSpPr>
          <p:grpSpPr>
            <a:xfrm>
              <a:off x="3281952" y="1484784"/>
              <a:ext cx="689642" cy="534987"/>
              <a:chOff x="3281952" y="1626760"/>
              <a:chExt cx="689642" cy="534987"/>
            </a:xfrm>
          </p:grpSpPr>
          <p:sp>
            <p:nvSpPr>
              <p:cNvPr id="53" name="矩形 52">
                <a:extLst>
                  <a:ext uri="{FF2B5EF4-FFF2-40B4-BE49-F238E27FC236}">
                    <a16:creationId xmlns:a16="http://schemas.microsoft.com/office/drawing/2014/main" id="{509CEC30-E37F-8653-C4E3-B2E4D7D1E81B}"/>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4" name="文本框 18">
                <a:extLst>
                  <a:ext uri="{FF2B5EF4-FFF2-40B4-BE49-F238E27FC236}">
                    <a16:creationId xmlns:a16="http://schemas.microsoft.com/office/drawing/2014/main" id="{1D128128-155F-975B-0ED2-C1B3B6B2E54D}"/>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700" b="0" i="0" u="none" strike="noStrike" kern="1200" cap="none" spc="0" normalizeH="0" baseline="0" noProof="0" dirty="0">
                    <a:ln>
                      <a:noFill/>
                    </a:ln>
                    <a:solidFill>
                      <a:srgbClr val="044875"/>
                    </a:solidFill>
                    <a:effectLst/>
                    <a:uLnTx/>
                    <a:uFillTx/>
                    <a:latin typeface="Impact" panose="020B0806030902050204" pitchFamily="34" charset="0"/>
                    <a:ea typeface="宋体" panose="02010600030101010101" pitchFamily="2" charset="-122"/>
                    <a:cs typeface="+mn-cs"/>
                  </a:rPr>
                  <a:t>01</a:t>
                </a:r>
                <a:endParaRPr kumimoji="0" lang="zh-CN" altLang="en-US" sz="2700" b="0" i="0" u="none" strike="noStrike" kern="1200" cap="none" spc="0" normalizeH="0" baseline="0" noProof="0" dirty="0">
                  <a:ln>
                    <a:noFill/>
                  </a:ln>
                  <a:solidFill>
                    <a:srgbClr val="044875"/>
                  </a:solidFill>
                  <a:effectLst/>
                  <a:uLnTx/>
                  <a:uFillTx/>
                  <a:latin typeface="Impact" panose="020B0806030902050204" pitchFamily="34" charset="0"/>
                  <a:ea typeface="宋体" panose="02010600030101010101" pitchFamily="2" charset="-122"/>
                  <a:cs typeface="+mn-cs"/>
                </a:endParaRPr>
              </a:p>
            </p:txBody>
          </p:sp>
        </p:grpSp>
      </p:grpSp>
      <p:grpSp>
        <p:nvGrpSpPr>
          <p:cNvPr id="22" name="组合 21">
            <a:extLst>
              <a:ext uri="{FF2B5EF4-FFF2-40B4-BE49-F238E27FC236}">
                <a16:creationId xmlns:a16="http://schemas.microsoft.com/office/drawing/2014/main" id="{2447E515-6735-47BC-4B03-56795D200AE5}"/>
              </a:ext>
            </a:extLst>
          </p:cNvPr>
          <p:cNvGrpSpPr/>
          <p:nvPr>
            <p:custDataLst>
              <p:tags r:id="rId2"/>
            </p:custDataLst>
          </p:nvPr>
        </p:nvGrpSpPr>
        <p:grpSpPr>
          <a:xfrm>
            <a:off x="4503593" y="3688642"/>
            <a:ext cx="5372100" cy="534987"/>
            <a:chOff x="3261805" y="3188752"/>
            <a:chExt cx="5372100" cy="534987"/>
          </a:xfrm>
        </p:grpSpPr>
        <p:grpSp>
          <p:nvGrpSpPr>
            <p:cNvPr id="12" name="组合 11">
              <a:extLst>
                <a:ext uri="{FF2B5EF4-FFF2-40B4-BE49-F238E27FC236}">
                  <a16:creationId xmlns:a16="http://schemas.microsoft.com/office/drawing/2014/main" id="{FCCC888A-C201-3FC9-9029-7525FE307B8C}"/>
                </a:ext>
              </a:extLst>
            </p:cNvPr>
            <p:cNvGrpSpPr/>
            <p:nvPr/>
          </p:nvGrpSpPr>
          <p:grpSpPr>
            <a:xfrm>
              <a:off x="3261805" y="3188752"/>
              <a:ext cx="689593" cy="534987"/>
              <a:chOff x="3261805" y="3188752"/>
              <a:chExt cx="689593" cy="534987"/>
            </a:xfrm>
          </p:grpSpPr>
          <p:sp>
            <p:nvSpPr>
              <p:cNvPr id="61" name="矩形 60">
                <a:extLst>
                  <a:ext uri="{FF2B5EF4-FFF2-40B4-BE49-F238E27FC236}">
                    <a16:creationId xmlns:a16="http://schemas.microsoft.com/office/drawing/2014/main" id="{ED81D0A1-97B7-7514-C905-E72A811997B1}"/>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2" name="文本框 86">
                <a:extLst>
                  <a:ext uri="{FF2B5EF4-FFF2-40B4-BE49-F238E27FC236}">
                    <a16:creationId xmlns:a16="http://schemas.microsoft.com/office/drawing/2014/main" id="{33360A75-8B12-DEF1-636A-F9EA1DA13668}"/>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700" b="0" i="0" u="none" strike="noStrike" kern="1200" cap="none" spc="0" normalizeH="0" baseline="0" noProof="0">
                    <a:ln>
                      <a:noFill/>
                    </a:ln>
                    <a:solidFill>
                      <a:srgbClr val="044875"/>
                    </a:solidFill>
                    <a:effectLst/>
                    <a:uLnTx/>
                    <a:uFillTx/>
                    <a:latin typeface="Impact" panose="020B0806030902050204" pitchFamily="34" charset="0"/>
                    <a:ea typeface="宋体" panose="02010600030101010101" pitchFamily="2" charset="-122"/>
                    <a:cs typeface="+mn-cs"/>
                  </a:rPr>
                  <a:t>03</a:t>
                </a:r>
                <a:endParaRPr kumimoji="0" lang="zh-CN" altLang="en-US" sz="2700" b="0" i="0" u="none" strike="noStrike" kern="1200" cap="none" spc="0" normalizeH="0" baseline="0" noProof="0">
                  <a:ln>
                    <a:noFill/>
                  </a:ln>
                  <a:solidFill>
                    <a:srgbClr val="044875"/>
                  </a:solidFill>
                  <a:effectLst/>
                  <a:uLnTx/>
                  <a:uFillTx/>
                  <a:latin typeface="Impact" panose="020B0806030902050204" pitchFamily="34" charset="0"/>
                  <a:ea typeface="宋体" panose="02010600030101010101" pitchFamily="2" charset="-122"/>
                  <a:cs typeface="+mn-cs"/>
                </a:endParaRPr>
              </a:p>
            </p:txBody>
          </p:sp>
        </p:grpSp>
        <p:grpSp>
          <p:nvGrpSpPr>
            <p:cNvPr id="16" name="组合 15">
              <a:extLst>
                <a:ext uri="{FF2B5EF4-FFF2-40B4-BE49-F238E27FC236}">
                  <a16:creationId xmlns:a16="http://schemas.microsoft.com/office/drawing/2014/main" id="{380FDEE6-67CE-6E0A-7C17-75728A332DF6}"/>
                </a:ext>
              </a:extLst>
            </p:cNvPr>
            <p:cNvGrpSpPr/>
            <p:nvPr/>
          </p:nvGrpSpPr>
          <p:grpSpPr>
            <a:xfrm>
              <a:off x="3923792" y="3188752"/>
              <a:ext cx="4710113" cy="534987"/>
              <a:chOff x="3923792" y="3188752"/>
              <a:chExt cx="4710113" cy="534987"/>
            </a:xfrm>
          </p:grpSpPr>
          <p:sp>
            <p:nvSpPr>
              <p:cNvPr id="56" name="文本框 81">
                <a:extLst>
                  <a:ext uri="{FF2B5EF4-FFF2-40B4-BE49-F238E27FC236}">
                    <a16:creationId xmlns:a16="http://schemas.microsoft.com/office/drawing/2014/main" id="{A8B0D847-2E29-834A-9D3E-9E2C90CCBC39}"/>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44875"/>
                    </a:solidFill>
                    <a:effectLst/>
                    <a:uLnTx/>
                    <a:uFillTx/>
                    <a:latin typeface="Times New Roman" panose="02020603050405020304" pitchFamily="18" charset="0"/>
                    <a:ea typeface="微软雅黑" panose="020B0503020204020204" charset="-122"/>
                    <a:cs typeface="+mn-cs"/>
                    <a:sym typeface="+mn-ea"/>
                  </a:rPr>
                  <a:t>Experiment Results</a:t>
                </a:r>
                <a:endParaRPr kumimoji="0" lang="en-US" altLang="zh-CN" sz="2400" b="1" i="0" u="none" strike="noStrike" kern="1200" cap="none" spc="0" normalizeH="0" baseline="0" noProof="0" dirty="0">
                  <a:ln>
                    <a:noFill/>
                  </a:ln>
                  <a:solidFill>
                    <a:srgbClr val="044875"/>
                  </a:solidFill>
                  <a:effectLst/>
                  <a:uLnTx/>
                  <a:uFillTx/>
                  <a:latin typeface="Times New Roman" panose="02020603050405020304" pitchFamily="18" charset="0"/>
                  <a:ea typeface="微软雅黑" panose="020B0503020204020204" charset="-122"/>
                  <a:cs typeface="+mn-cs"/>
                </a:endParaRPr>
              </a:p>
            </p:txBody>
          </p:sp>
          <p:sp>
            <p:nvSpPr>
              <p:cNvPr id="57" name="矩形 56">
                <a:extLst>
                  <a:ext uri="{FF2B5EF4-FFF2-40B4-BE49-F238E27FC236}">
                    <a16:creationId xmlns:a16="http://schemas.microsoft.com/office/drawing/2014/main" id="{8F7ECA49-BFD1-3976-7830-1DD721CB61F9}"/>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cxnSp>
            <p:nvCxnSpPr>
              <p:cNvPr id="58" name="直接连接符 57">
                <a:extLst>
                  <a:ext uri="{FF2B5EF4-FFF2-40B4-BE49-F238E27FC236}">
                    <a16:creationId xmlns:a16="http://schemas.microsoft.com/office/drawing/2014/main" id="{5D787E9F-0F4E-3D0F-0C18-CB229A4D234A}"/>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a:extLst>
                  <a:ext uri="{FF2B5EF4-FFF2-40B4-BE49-F238E27FC236}">
                    <a16:creationId xmlns:a16="http://schemas.microsoft.com/office/drawing/2014/main" id="{FE3485A1-DBE1-2C21-D517-3A1D6F26D582}"/>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grpSp>
      </p:grpSp>
      <p:grpSp>
        <p:nvGrpSpPr>
          <p:cNvPr id="23" name="组合 22">
            <a:extLst>
              <a:ext uri="{FF2B5EF4-FFF2-40B4-BE49-F238E27FC236}">
                <a16:creationId xmlns:a16="http://schemas.microsoft.com/office/drawing/2014/main" id="{E3012FF4-3146-6F2B-C295-F6BAE9C7B1DD}"/>
              </a:ext>
            </a:extLst>
          </p:cNvPr>
          <p:cNvGrpSpPr/>
          <p:nvPr>
            <p:custDataLst>
              <p:tags r:id="rId3"/>
            </p:custDataLst>
          </p:nvPr>
        </p:nvGrpSpPr>
        <p:grpSpPr>
          <a:xfrm>
            <a:off x="4503593" y="4509001"/>
            <a:ext cx="5372100" cy="534987"/>
            <a:chOff x="3261805" y="4046141"/>
            <a:chExt cx="5372100" cy="534987"/>
          </a:xfrm>
        </p:grpSpPr>
        <p:grpSp>
          <p:nvGrpSpPr>
            <p:cNvPr id="13" name="组合 12">
              <a:extLst>
                <a:ext uri="{FF2B5EF4-FFF2-40B4-BE49-F238E27FC236}">
                  <a16:creationId xmlns:a16="http://schemas.microsoft.com/office/drawing/2014/main" id="{695A14BD-FF8B-5E4E-C7E9-986F4BDA6A07}"/>
                </a:ext>
              </a:extLst>
            </p:cNvPr>
            <p:cNvGrpSpPr/>
            <p:nvPr/>
          </p:nvGrpSpPr>
          <p:grpSpPr>
            <a:xfrm>
              <a:off x="3261805" y="4046141"/>
              <a:ext cx="689447" cy="534987"/>
              <a:chOff x="3261805" y="3969748"/>
              <a:chExt cx="689447" cy="534987"/>
            </a:xfrm>
          </p:grpSpPr>
          <p:sp>
            <p:nvSpPr>
              <p:cNvPr id="89" name="矩形 88">
                <a:extLst>
                  <a:ext uri="{FF2B5EF4-FFF2-40B4-BE49-F238E27FC236}">
                    <a16:creationId xmlns:a16="http://schemas.microsoft.com/office/drawing/2014/main" id="{96F932AC-EF47-50AF-D210-F12E0A0D40D2}"/>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90" name="文本框 131">
                <a:extLst>
                  <a:ext uri="{FF2B5EF4-FFF2-40B4-BE49-F238E27FC236}">
                    <a16:creationId xmlns:a16="http://schemas.microsoft.com/office/drawing/2014/main" id="{AA5078AD-49A1-1E8F-7E9B-2B0061446465}"/>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700" b="0" i="0" u="none" strike="noStrike" kern="1200" cap="none" spc="0" normalizeH="0" baseline="0" noProof="0">
                    <a:ln>
                      <a:noFill/>
                    </a:ln>
                    <a:solidFill>
                      <a:srgbClr val="044875"/>
                    </a:solidFill>
                    <a:effectLst/>
                    <a:uLnTx/>
                    <a:uFillTx/>
                    <a:latin typeface="Impact" panose="020B0806030902050204" pitchFamily="34" charset="0"/>
                    <a:ea typeface="宋体" panose="02010600030101010101" pitchFamily="2" charset="-122"/>
                    <a:cs typeface="+mn-cs"/>
                  </a:rPr>
                  <a:t>04</a:t>
                </a:r>
                <a:endParaRPr kumimoji="0" lang="zh-CN" altLang="en-US" sz="2700" b="0" i="0" u="none" strike="noStrike" kern="1200" cap="none" spc="0" normalizeH="0" baseline="0" noProof="0">
                  <a:ln>
                    <a:noFill/>
                  </a:ln>
                  <a:solidFill>
                    <a:srgbClr val="044875"/>
                  </a:solidFill>
                  <a:effectLst/>
                  <a:uLnTx/>
                  <a:uFillTx/>
                  <a:latin typeface="Impact" panose="020B0806030902050204" pitchFamily="34" charset="0"/>
                  <a:ea typeface="宋体" panose="02010600030101010101" pitchFamily="2" charset="-122"/>
                  <a:cs typeface="+mn-cs"/>
                </a:endParaRPr>
              </a:p>
            </p:txBody>
          </p:sp>
        </p:grpSp>
        <p:grpSp>
          <p:nvGrpSpPr>
            <p:cNvPr id="17" name="组合 16">
              <a:extLst>
                <a:ext uri="{FF2B5EF4-FFF2-40B4-BE49-F238E27FC236}">
                  <a16:creationId xmlns:a16="http://schemas.microsoft.com/office/drawing/2014/main" id="{35E02DAB-67EA-1B5C-AB30-201F20A1BDC2}"/>
                </a:ext>
              </a:extLst>
            </p:cNvPr>
            <p:cNvGrpSpPr/>
            <p:nvPr/>
          </p:nvGrpSpPr>
          <p:grpSpPr>
            <a:xfrm>
              <a:off x="3923792" y="4046141"/>
              <a:ext cx="4710113" cy="534987"/>
              <a:chOff x="3923792" y="3969748"/>
              <a:chExt cx="4710113" cy="534987"/>
            </a:xfrm>
          </p:grpSpPr>
          <p:sp>
            <p:nvSpPr>
              <p:cNvPr id="64" name="文本框 126">
                <a:extLst>
                  <a:ext uri="{FF2B5EF4-FFF2-40B4-BE49-F238E27FC236}">
                    <a16:creationId xmlns:a16="http://schemas.microsoft.com/office/drawing/2014/main" id="{CCFA40C7-1D05-B2B0-516C-9A4507834FE9}"/>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44875"/>
                    </a:solidFill>
                    <a:effectLst/>
                    <a:uLnTx/>
                    <a:uFillTx/>
                    <a:latin typeface="Times New Roman" panose="02020603050405020304" pitchFamily="18" charset="0"/>
                    <a:ea typeface="微软雅黑" panose="020B0503020204020204" charset="-122"/>
                    <a:cs typeface="+mn-cs"/>
                  </a:rPr>
                  <a:t>Conclusion</a:t>
                </a:r>
              </a:p>
            </p:txBody>
          </p:sp>
          <p:sp>
            <p:nvSpPr>
              <p:cNvPr id="65" name="矩形 64">
                <a:extLst>
                  <a:ext uri="{FF2B5EF4-FFF2-40B4-BE49-F238E27FC236}">
                    <a16:creationId xmlns:a16="http://schemas.microsoft.com/office/drawing/2014/main" id="{B814DA3B-CBEC-6A4E-F1F4-3AE02401DA05}"/>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cxnSp>
            <p:nvCxnSpPr>
              <p:cNvPr id="86" name="直接连接符 85">
                <a:extLst>
                  <a:ext uri="{FF2B5EF4-FFF2-40B4-BE49-F238E27FC236}">
                    <a16:creationId xmlns:a16="http://schemas.microsoft.com/office/drawing/2014/main" id="{8F9C6D99-CB39-A395-50EE-665B6DACD175}"/>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a:extLst>
                  <a:ext uri="{FF2B5EF4-FFF2-40B4-BE49-F238E27FC236}">
                    <a16:creationId xmlns:a16="http://schemas.microsoft.com/office/drawing/2014/main" id="{B6979788-54D0-11CB-ADA1-61B512A546A9}"/>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grpSp>
      </p:grpSp>
      <p:grpSp>
        <p:nvGrpSpPr>
          <p:cNvPr id="20" name="组合 19">
            <a:extLst>
              <a:ext uri="{FF2B5EF4-FFF2-40B4-BE49-F238E27FC236}">
                <a16:creationId xmlns:a16="http://schemas.microsoft.com/office/drawing/2014/main" id="{95ECE01B-5128-7696-7337-EF5BA87514FF}"/>
              </a:ext>
            </a:extLst>
          </p:cNvPr>
          <p:cNvGrpSpPr/>
          <p:nvPr>
            <p:custDataLst>
              <p:tags r:id="rId4"/>
            </p:custDataLst>
          </p:nvPr>
        </p:nvGrpSpPr>
        <p:grpSpPr>
          <a:xfrm>
            <a:off x="4517645" y="2868283"/>
            <a:ext cx="5370513" cy="534987"/>
            <a:chOff x="3275856" y="2348880"/>
            <a:chExt cx="5370513" cy="534987"/>
          </a:xfrm>
        </p:grpSpPr>
        <p:grpSp>
          <p:nvGrpSpPr>
            <p:cNvPr id="11" name="组合 10">
              <a:extLst>
                <a:ext uri="{FF2B5EF4-FFF2-40B4-BE49-F238E27FC236}">
                  <a16:creationId xmlns:a16="http://schemas.microsoft.com/office/drawing/2014/main" id="{63F38BA6-5C8B-519E-ADA3-FF27948A592F}"/>
                </a:ext>
              </a:extLst>
            </p:cNvPr>
            <p:cNvGrpSpPr/>
            <p:nvPr/>
          </p:nvGrpSpPr>
          <p:grpSpPr>
            <a:xfrm>
              <a:off x="3275856" y="2348880"/>
              <a:ext cx="689474" cy="534987"/>
              <a:chOff x="3275856" y="2407756"/>
              <a:chExt cx="689474" cy="534987"/>
            </a:xfrm>
          </p:grpSpPr>
          <p:sp>
            <p:nvSpPr>
              <p:cNvPr id="97" name="矩形 96">
                <a:extLst>
                  <a:ext uri="{FF2B5EF4-FFF2-40B4-BE49-F238E27FC236}">
                    <a16:creationId xmlns:a16="http://schemas.microsoft.com/office/drawing/2014/main" id="{3D06420F-BC6A-0C17-7920-49ECB98C319C}"/>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98" name="文本框 78">
                <a:extLst>
                  <a:ext uri="{FF2B5EF4-FFF2-40B4-BE49-F238E27FC236}">
                    <a16:creationId xmlns:a16="http://schemas.microsoft.com/office/drawing/2014/main" id="{5896704A-EE8F-5769-3AE2-F6FA90483FF4}"/>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700" b="0" i="0" u="none" strike="noStrike" kern="1200" cap="none" spc="0" normalizeH="0" baseline="0" noProof="0" dirty="0">
                    <a:ln>
                      <a:noFill/>
                    </a:ln>
                    <a:solidFill>
                      <a:srgbClr val="044875"/>
                    </a:solidFill>
                    <a:effectLst/>
                    <a:uLnTx/>
                    <a:uFillTx/>
                    <a:latin typeface="Impact" panose="020B0806030902050204" pitchFamily="34" charset="0"/>
                    <a:ea typeface="宋体" panose="02010600030101010101" pitchFamily="2" charset="-122"/>
                    <a:cs typeface="+mn-cs"/>
                  </a:rPr>
                  <a:t>02</a:t>
                </a:r>
                <a:endParaRPr kumimoji="0" lang="zh-CN" altLang="en-US" sz="2700" b="0" i="0" u="none" strike="noStrike" kern="1200" cap="none" spc="0" normalizeH="0" baseline="0" noProof="0" dirty="0">
                  <a:ln>
                    <a:noFill/>
                  </a:ln>
                  <a:solidFill>
                    <a:srgbClr val="044875"/>
                  </a:solidFill>
                  <a:effectLst/>
                  <a:uLnTx/>
                  <a:uFillTx/>
                  <a:latin typeface="Impact" panose="020B0806030902050204" pitchFamily="34" charset="0"/>
                  <a:ea typeface="宋体" panose="02010600030101010101" pitchFamily="2" charset="-122"/>
                  <a:cs typeface="+mn-cs"/>
                </a:endParaRPr>
              </a:p>
            </p:txBody>
          </p:sp>
        </p:grpSp>
        <p:grpSp>
          <p:nvGrpSpPr>
            <p:cNvPr id="15" name="组合 14">
              <a:extLst>
                <a:ext uri="{FF2B5EF4-FFF2-40B4-BE49-F238E27FC236}">
                  <a16:creationId xmlns:a16="http://schemas.microsoft.com/office/drawing/2014/main" id="{CB1A1BDC-8FDB-BF07-43F6-A2B1E7C9A7DA}"/>
                </a:ext>
              </a:extLst>
            </p:cNvPr>
            <p:cNvGrpSpPr/>
            <p:nvPr/>
          </p:nvGrpSpPr>
          <p:grpSpPr>
            <a:xfrm>
              <a:off x="3937844" y="2348880"/>
              <a:ext cx="4708525" cy="534987"/>
              <a:chOff x="3937844" y="2407756"/>
              <a:chExt cx="4708525" cy="534987"/>
            </a:xfrm>
          </p:grpSpPr>
          <p:sp>
            <p:nvSpPr>
              <p:cNvPr id="92" name="文本框 73">
                <a:extLst>
                  <a:ext uri="{FF2B5EF4-FFF2-40B4-BE49-F238E27FC236}">
                    <a16:creationId xmlns:a16="http://schemas.microsoft.com/office/drawing/2014/main" id="{50997F68-5E66-3C03-86FA-6FA00C4D1BD3}"/>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44875"/>
                    </a:solidFill>
                    <a:effectLst/>
                    <a:uLnTx/>
                    <a:uFillTx/>
                    <a:latin typeface="Times New Roman" panose="02020603050405020304" pitchFamily="18" charset="0"/>
                    <a:ea typeface="微软雅黑" panose="020B0503020204020204" charset="-122"/>
                    <a:cs typeface="+mn-cs"/>
                    <a:sym typeface="+mn-ea"/>
                  </a:rPr>
                  <a:t>Method Design</a:t>
                </a:r>
                <a:endParaRPr kumimoji="0" lang="en-US" altLang="zh-CN" sz="2400" b="1" i="0" u="none" strike="noStrike" kern="1200" cap="none" spc="0" normalizeH="0" baseline="0" noProof="0" dirty="0">
                  <a:ln>
                    <a:noFill/>
                  </a:ln>
                  <a:solidFill>
                    <a:srgbClr val="044875"/>
                  </a:solidFill>
                  <a:effectLst/>
                  <a:uLnTx/>
                  <a:uFillTx/>
                  <a:latin typeface="Times New Roman" panose="02020603050405020304" pitchFamily="18" charset="0"/>
                  <a:ea typeface="微软雅黑" panose="020B0503020204020204" charset="-122"/>
                  <a:cs typeface="+mn-cs"/>
                </a:endParaRPr>
              </a:p>
            </p:txBody>
          </p:sp>
          <p:sp>
            <p:nvSpPr>
              <p:cNvPr id="93" name="矩形 92">
                <a:extLst>
                  <a:ext uri="{FF2B5EF4-FFF2-40B4-BE49-F238E27FC236}">
                    <a16:creationId xmlns:a16="http://schemas.microsoft.com/office/drawing/2014/main" id="{95C1E773-EFA6-0C1F-F8D4-510314FAC9C0}"/>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cxnSp>
            <p:nvCxnSpPr>
              <p:cNvPr id="94" name="直接连接符 93">
                <a:extLst>
                  <a:ext uri="{FF2B5EF4-FFF2-40B4-BE49-F238E27FC236}">
                    <a16:creationId xmlns:a16="http://schemas.microsoft.com/office/drawing/2014/main" id="{8C6567FD-4B48-1CF2-0B89-E9B4314B5A64}"/>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a:extLst>
                  <a:ext uri="{FF2B5EF4-FFF2-40B4-BE49-F238E27FC236}">
                    <a16:creationId xmlns:a16="http://schemas.microsoft.com/office/drawing/2014/main" id="{462BE670-BC07-7B87-3E4B-4355DDEEEB85}"/>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grpSp>
      </p:grpSp>
      <p:grpSp>
        <p:nvGrpSpPr>
          <p:cNvPr id="7" name="组合 6">
            <a:extLst>
              <a:ext uri="{FF2B5EF4-FFF2-40B4-BE49-F238E27FC236}">
                <a16:creationId xmlns:a16="http://schemas.microsoft.com/office/drawing/2014/main" id="{8F742BE0-73E4-70EB-4A6C-35696C62C7E5}"/>
              </a:ext>
            </a:extLst>
          </p:cNvPr>
          <p:cNvGrpSpPr/>
          <p:nvPr/>
        </p:nvGrpSpPr>
        <p:grpSpPr>
          <a:xfrm>
            <a:off x="-1" y="6553200"/>
            <a:ext cx="12192001" cy="304800"/>
            <a:chOff x="0" y="6569404"/>
            <a:chExt cx="9144000" cy="288000"/>
          </a:xfrm>
        </p:grpSpPr>
        <p:sp>
          <p:nvSpPr>
            <p:cNvPr id="8" name="矩形 7">
              <a:extLst>
                <a:ext uri="{FF2B5EF4-FFF2-40B4-BE49-F238E27FC236}">
                  <a16:creationId xmlns:a16="http://schemas.microsoft.com/office/drawing/2014/main" id="{7B345E92-9EA4-AED5-6D65-8CD3374A9319}"/>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9" name="矩形 8">
              <a:extLst>
                <a:ext uri="{FF2B5EF4-FFF2-40B4-BE49-F238E27FC236}">
                  <a16:creationId xmlns:a16="http://schemas.microsoft.com/office/drawing/2014/main" id="{5F927726-BD44-2C06-A999-D4E05C4D47B1}"/>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a:extLst>
              <a:ext uri="{FF2B5EF4-FFF2-40B4-BE49-F238E27FC236}">
                <a16:creationId xmlns:a16="http://schemas.microsoft.com/office/drawing/2014/main" id="{D467B14D-22BB-B364-A851-CD3C237649C5}"/>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pic>
        <p:nvPicPr>
          <p:cNvPr id="25" name="图片 24">
            <a:extLst>
              <a:ext uri="{FF2B5EF4-FFF2-40B4-BE49-F238E27FC236}">
                <a16:creationId xmlns:a16="http://schemas.microsoft.com/office/drawing/2014/main" id="{F94778FB-DE9E-0843-F47E-E7059E2CC2E9}"/>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extLst>
      <p:ext uri="{BB962C8B-B14F-4D97-AF65-F5344CB8AC3E}">
        <p14:creationId xmlns:p14="http://schemas.microsoft.com/office/powerpoint/2010/main" val="189611128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77A46353-A232-0E71-0097-136BC0172C9F}"/>
              </a:ext>
            </a:extLst>
          </p:cNvPr>
          <p:cNvGrpSpPr/>
          <p:nvPr/>
        </p:nvGrpSpPr>
        <p:grpSpPr>
          <a:xfrm>
            <a:off x="-1" y="6553200"/>
            <a:ext cx="12192001" cy="304800"/>
            <a:chOff x="0" y="6569404"/>
            <a:chExt cx="9144000" cy="288000"/>
          </a:xfrm>
        </p:grpSpPr>
        <p:sp>
          <p:nvSpPr>
            <p:cNvPr id="8" name="矩形 7">
              <a:extLst>
                <a:ext uri="{FF2B5EF4-FFF2-40B4-BE49-F238E27FC236}">
                  <a16:creationId xmlns:a16="http://schemas.microsoft.com/office/drawing/2014/main" id="{C736AE62-8F6D-9AFA-06E6-ECD72B955DE3}"/>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964C272F-1841-C57F-DC15-D2BD90A5377A}"/>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a:extLst>
              <a:ext uri="{FF2B5EF4-FFF2-40B4-BE49-F238E27FC236}">
                <a16:creationId xmlns:a16="http://schemas.microsoft.com/office/drawing/2014/main" id="{F5B60254-3F94-ACC4-54C2-28D1691F371D}"/>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35</a:t>
            </a:fld>
            <a:endParaRPr lang="zh-HK" altLang="en-US" sz="1600" dirty="0">
              <a:solidFill>
                <a:schemeClr val="bg1"/>
              </a:solidFill>
            </a:endParaRPr>
          </a:p>
        </p:txBody>
      </p:sp>
      <p:pic>
        <p:nvPicPr>
          <p:cNvPr id="25" name="图片 24">
            <a:extLst>
              <a:ext uri="{FF2B5EF4-FFF2-40B4-BE49-F238E27FC236}">
                <a16:creationId xmlns:a16="http://schemas.microsoft.com/office/drawing/2014/main" id="{A3018AC7-0553-43E2-B350-F76141839A8A}"/>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496" name="组合 18">
            <a:extLst>
              <a:ext uri="{FF2B5EF4-FFF2-40B4-BE49-F238E27FC236}">
                <a16:creationId xmlns:a16="http://schemas.microsoft.com/office/drawing/2014/main" id="{854B8CB7-1A4B-42D3-8E48-76F185ACDD9B}"/>
              </a:ext>
            </a:extLst>
          </p:cNvPr>
          <p:cNvGrpSpPr/>
          <p:nvPr/>
        </p:nvGrpSpPr>
        <p:grpSpPr bwMode="auto">
          <a:xfrm>
            <a:off x="2409457" y="2650330"/>
            <a:ext cx="1505450" cy="1479472"/>
            <a:chOff x="1709739" y="2636838"/>
            <a:chExt cx="1590160" cy="1584325"/>
          </a:xfrm>
          <a:solidFill>
            <a:srgbClr val="044875"/>
          </a:solidFill>
        </p:grpSpPr>
        <p:sp>
          <p:nvSpPr>
            <p:cNvPr id="497" name="Freeform 6">
              <a:extLst>
                <a:ext uri="{FF2B5EF4-FFF2-40B4-BE49-F238E27FC236}">
                  <a16:creationId xmlns:a16="http://schemas.microsoft.com/office/drawing/2014/main" id="{C39E0309-EB67-4EAC-9531-B1D4B30CB162}"/>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98" name="Freeform 7">
              <a:extLst>
                <a:ext uri="{FF2B5EF4-FFF2-40B4-BE49-F238E27FC236}">
                  <a16:creationId xmlns:a16="http://schemas.microsoft.com/office/drawing/2014/main" id="{0AA0A214-FCF0-4EE7-BE06-5CE2BEF86F5F}"/>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99" name="Freeform 8">
              <a:extLst>
                <a:ext uri="{FF2B5EF4-FFF2-40B4-BE49-F238E27FC236}">
                  <a16:creationId xmlns:a16="http://schemas.microsoft.com/office/drawing/2014/main" id="{39B1141A-2D04-4370-B98B-2B86BD8F614E}"/>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0" name="Freeform 9">
              <a:extLst>
                <a:ext uri="{FF2B5EF4-FFF2-40B4-BE49-F238E27FC236}">
                  <a16:creationId xmlns:a16="http://schemas.microsoft.com/office/drawing/2014/main" id="{4FC49958-F150-4EEF-AA46-9D6603396EB1}"/>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1" name="Freeform 10">
              <a:extLst>
                <a:ext uri="{FF2B5EF4-FFF2-40B4-BE49-F238E27FC236}">
                  <a16:creationId xmlns:a16="http://schemas.microsoft.com/office/drawing/2014/main" id="{C1D6D8F0-2D62-4DAF-B424-B8632A2EACD1}"/>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2" name="Freeform 11">
              <a:extLst>
                <a:ext uri="{FF2B5EF4-FFF2-40B4-BE49-F238E27FC236}">
                  <a16:creationId xmlns:a16="http://schemas.microsoft.com/office/drawing/2014/main" id="{426A6134-3ACE-48CA-8A8B-647FD5342B10}"/>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3" name="Freeform 12">
              <a:extLst>
                <a:ext uri="{FF2B5EF4-FFF2-40B4-BE49-F238E27FC236}">
                  <a16:creationId xmlns:a16="http://schemas.microsoft.com/office/drawing/2014/main" id="{51608EB7-8C24-4021-B07D-BCBA2182EB77}"/>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4" name="Freeform 13">
              <a:extLst>
                <a:ext uri="{FF2B5EF4-FFF2-40B4-BE49-F238E27FC236}">
                  <a16:creationId xmlns:a16="http://schemas.microsoft.com/office/drawing/2014/main" id="{826E87AD-0AC4-47F9-AE91-D8215BE92B5F}"/>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5" name="Freeform 14">
              <a:extLst>
                <a:ext uri="{FF2B5EF4-FFF2-40B4-BE49-F238E27FC236}">
                  <a16:creationId xmlns:a16="http://schemas.microsoft.com/office/drawing/2014/main" id="{E0EB99D6-33E0-442C-BD90-B33985A01CA3}"/>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506" name="文本框 505">
            <a:extLst>
              <a:ext uri="{FF2B5EF4-FFF2-40B4-BE49-F238E27FC236}">
                <a16:creationId xmlns:a16="http://schemas.microsoft.com/office/drawing/2014/main" id="{AFBCCE6B-C21A-4359-9525-E41661851CE6}"/>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507" name="组合 506">
            <a:extLst>
              <a:ext uri="{FF2B5EF4-FFF2-40B4-BE49-F238E27FC236}">
                <a16:creationId xmlns:a16="http://schemas.microsoft.com/office/drawing/2014/main" id="{C4F8B5E0-3A9E-43DC-9750-04C5C01D969D}"/>
              </a:ext>
            </a:extLst>
          </p:cNvPr>
          <p:cNvGrpSpPr/>
          <p:nvPr>
            <p:custDataLst>
              <p:tags r:id="rId1"/>
            </p:custDataLst>
          </p:nvPr>
        </p:nvGrpSpPr>
        <p:grpSpPr>
          <a:xfrm>
            <a:off x="4523741" y="2047924"/>
            <a:ext cx="5370513" cy="534987"/>
            <a:chOff x="3281952" y="1484784"/>
            <a:chExt cx="5370513" cy="534987"/>
          </a:xfrm>
        </p:grpSpPr>
        <p:grpSp>
          <p:nvGrpSpPr>
            <p:cNvPr id="508" name="组合 507">
              <a:extLst>
                <a:ext uri="{FF2B5EF4-FFF2-40B4-BE49-F238E27FC236}">
                  <a16:creationId xmlns:a16="http://schemas.microsoft.com/office/drawing/2014/main" id="{D0CD1FD4-E30B-4C04-ADA0-E00A723092D8}"/>
                </a:ext>
              </a:extLst>
            </p:cNvPr>
            <p:cNvGrpSpPr/>
            <p:nvPr/>
          </p:nvGrpSpPr>
          <p:grpSpPr>
            <a:xfrm>
              <a:off x="3943940" y="1484784"/>
              <a:ext cx="4708525" cy="534987"/>
              <a:chOff x="3943940" y="1626760"/>
              <a:chExt cx="4708525" cy="534987"/>
            </a:xfrm>
          </p:grpSpPr>
          <p:sp>
            <p:nvSpPr>
              <p:cNvPr id="512" name="Freeform 74">
                <a:extLst>
                  <a:ext uri="{FF2B5EF4-FFF2-40B4-BE49-F238E27FC236}">
                    <a16:creationId xmlns:a16="http://schemas.microsoft.com/office/drawing/2014/main" id="{134D63FA-7F97-4DC5-A1CC-DE424B1B768C}"/>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13" name="文本框 20">
                <a:extLst>
                  <a:ext uri="{FF2B5EF4-FFF2-40B4-BE49-F238E27FC236}">
                    <a16:creationId xmlns:a16="http://schemas.microsoft.com/office/drawing/2014/main" id="{F52D626D-9F1F-491D-86BE-C25C64971066}"/>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514" name="矩形 513">
                <a:extLst>
                  <a:ext uri="{FF2B5EF4-FFF2-40B4-BE49-F238E27FC236}">
                    <a16:creationId xmlns:a16="http://schemas.microsoft.com/office/drawing/2014/main" id="{3D285A3A-933C-4B17-9A33-1D437AF90F1B}"/>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15" name="直接连接符 514">
                <a:extLst>
                  <a:ext uri="{FF2B5EF4-FFF2-40B4-BE49-F238E27FC236}">
                    <a16:creationId xmlns:a16="http://schemas.microsoft.com/office/drawing/2014/main" id="{EF5D593A-ADFC-455F-8AAB-003B9E42C3C3}"/>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09" name="组合 508">
              <a:extLst>
                <a:ext uri="{FF2B5EF4-FFF2-40B4-BE49-F238E27FC236}">
                  <a16:creationId xmlns:a16="http://schemas.microsoft.com/office/drawing/2014/main" id="{1864DC6D-5AEC-4949-90DC-7620EC854008}"/>
                </a:ext>
              </a:extLst>
            </p:cNvPr>
            <p:cNvGrpSpPr/>
            <p:nvPr/>
          </p:nvGrpSpPr>
          <p:grpSpPr>
            <a:xfrm>
              <a:off x="3281952" y="1484784"/>
              <a:ext cx="689642" cy="534987"/>
              <a:chOff x="3281952" y="1626760"/>
              <a:chExt cx="689642" cy="534987"/>
            </a:xfrm>
          </p:grpSpPr>
          <p:sp>
            <p:nvSpPr>
              <p:cNvPr id="510" name="矩形 509">
                <a:extLst>
                  <a:ext uri="{FF2B5EF4-FFF2-40B4-BE49-F238E27FC236}">
                    <a16:creationId xmlns:a16="http://schemas.microsoft.com/office/drawing/2014/main" id="{02CA0AF2-F206-4FEB-A585-FAC07E799030}"/>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11" name="文本框 18">
                <a:extLst>
                  <a:ext uri="{FF2B5EF4-FFF2-40B4-BE49-F238E27FC236}">
                    <a16:creationId xmlns:a16="http://schemas.microsoft.com/office/drawing/2014/main" id="{B9FF2992-AC1D-4401-AAE7-A69E646B3D2F}"/>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516" name="组合 515">
            <a:extLst>
              <a:ext uri="{FF2B5EF4-FFF2-40B4-BE49-F238E27FC236}">
                <a16:creationId xmlns:a16="http://schemas.microsoft.com/office/drawing/2014/main" id="{84A838AD-CD74-4AE7-BA04-F6DBB95CCD2A}"/>
              </a:ext>
            </a:extLst>
          </p:cNvPr>
          <p:cNvGrpSpPr/>
          <p:nvPr>
            <p:custDataLst>
              <p:tags r:id="rId2"/>
            </p:custDataLst>
          </p:nvPr>
        </p:nvGrpSpPr>
        <p:grpSpPr>
          <a:xfrm>
            <a:off x="4503593" y="3688642"/>
            <a:ext cx="5372100" cy="534987"/>
            <a:chOff x="3261805" y="3188752"/>
            <a:chExt cx="5372100" cy="534987"/>
          </a:xfrm>
        </p:grpSpPr>
        <p:grpSp>
          <p:nvGrpSpPr>
            <p:cNvPr id="517" name="组合 516">
              <a:extLst>
                <a:ext uri="{FF2B5EF4-FFF2-40B4-BE49-F238E27FC236}">
                  <a16:creationId xmlns:a16="http://schemas.microsoft.com/office/drawing/2014/main" id="{DD2A4271-CF3A-4BF3-A9AC-D12549973C04}"/>
                </a:ext>
              </a:extLst>
            </p:cNvPr>
            <p:cNvGrpSpPr/>
            <p:nvPr/>
          </p:nvGrpSpPr>
          <p:grpSpPr>
            <a:xfrm>
              <a:off x="3261805" y="3188752"/>
              <a:ext cx="689593" cy="534987"/>
              <a:chOff x="3261805" y="3188752"/>
              <a:chExt cx="689593" cy="534987"/>
            </a:xfrm>
          </p:grpSpPr>
          <p:sp>
            <p:nvSpPr>
              <p:cNvPr id="523" name="矩形 522">
                <a:extLst>
                  <a:ext uri="{FF2B5EF4-FFF2-40B4-BE49-F238E27FC236}">
                    <a16:creationId xmlns:a16="http://schemas.microsoft.com/office/drawing/2014/main" id="{4EE51B82-A563-4EE6-BE8A-8040A42E59E7}"/>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24" name="文本框 86">
                <a:extLst>
                  <a:ext uri="{FF2B5EF4-FFF2-40B4-BE49-F238E27FC236}">
                    <a16:creationId xmlns:a16="http://schemas.microsoft.com/office/drawing/2014/main" id="{5ED9416D-199A-4636-8C28-E61818D0EB56}"/>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518" name="组合 517">
              <a:extLst>
                <a:ext uri="{FF2B5EF4-FFF2-40B4-BE49-F238E27FC236}">
                  <a16:creationId xmlns:a16="http://schemas.microsoft.com/office/drawing/2014/main" id="{C4AF836E-E7BE-4563-9AAA-2D60E7FA6DC1}"/>
                </a:ext>
              </a:extLst>
            </p:cNvPr>
            <p:cNvGrpSpPr/>
            <p:nvPr/>
          </p:nvGrpSpPr>
          <p:grpSpPr>
            <a:xfrm>
              <a:off x="3923792" y="3188752"/>
              <a:ext cx="4710113" cy="534987"/>
              <a:chOff x="3923792" y="3188752"/>
              <a:chExt cx="4710113" cy="534987"/>
            </a:xfrm>
          </p:grpSpPr>
          <p:sp>
            <p:nvSpPr>
              <p:cNvPr id="519" name="文本框 81">
                <a:extLst>
                  <a:ext uri="{FF2B5EF4-FFF2-40B4-BE49-F238E27FC236}">
                    <a16:creationId xmlns:a16="http://schemas.microsoft.com/office/drawing/2014/main" id="{2B3C1DB6-A8FF-42D6-AE3B-655420AE68FF}"/>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520" name="矩形 519">
                <a:extLst>
                  <a:ext uri="{FF2B5EF4-FFF2-40B4-BE49-F238E27FC236}">
                    <a16:creationId xmlns:a16="http://schemas.microsoft.com/office/drawing/2014/main" id="{39BA8051-DF84-4EB2-90D2-1E281C3262A4}"/>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1" name="直接连接符 520">
                <a:extLst>
                  <a:ext uri="{FF2B5EF4-FFF2-40B4-BE49-F238E27FC236}">
                    <a16:creationId xmlns:a16="http://schemas.microsoft.com/office/drawing/2014/main" id="{16C251FC-7268-4403-A8AE-D4894BF5926D}"/>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22" name="Freeform 71">
                <a:extLst>
                  <a:ext uri="{FF2B5EF4-FFF2-40B4-BE49-F238E27FC236}">
                    <a16:creationId xmlns:a16="http://schemas.microsoft.com/office/drawing/2014/main" id="{ED583CC2-5D27-4094-8CC5-ECE2010769B5}"/>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525" name="组合 524">
            <a:extLst>
              <a:ext uri="{FF2B5EF4-FFF2-40B4-BE49-F238E27FC236}">
                <a16:creationId xmlns:a16="http://schemas.microsoft.com/office/drawing/2014/main" id="{9F51C812-CC6C-4FD9-99FC-4348BA8C74AD}"/>
              </a:ext>
            </a:extLst>
          </p:cNvPr>
          <p:cNvGrpSpPr/>
          <p:nvPr>
            <p:custDataLst>
              <p:tags r:id="rId3"/>
            </p:custDataLst>
          </p:nvPr>
        </p:nvGrpSpPr>
        <p:grpSpPr>
          <a:xfrm>
            <a:off x="4503593" y="4509001"/>
            <a:ext cx="5372100" cy="534987"/>
            <a:chOff x="3261805" y="4046141"/>
            <a:chExt cx="5372100" cy="534987"/>
          </a:xfrm>
        </p:grpSpPr>
        <p:grpSp>
          <p:nvGrpSpPr>
            <p:cNvPr id="526" name="组合 525">
              <a:extLst>
                <a:ext uri="{FF2B5EF4-FFF2-40B4-BE49-F238E27FC236}">
                  <a16:creationId xmlns:a16="http://schemas.microsoft.com/office/drawing/2014/main" id="{4EBAED5E-AFC8-49A4-867D-E61816C657E7}"/>
                </a:ext>
              </a:extLst>
            </p:cNvPr>
            <p:cNvGrpSpPr/>
            <p:nvPr/>
          </p:nvGrpSpPr>
          <p:grpSpPr>
            <a:xfrm>
              <a:off x="3261805" y="4046141"/>
              <a:ext cx="689447" cy="534987"/>
              <a:chOff x="3261805" y="3969748"/>
              <a:chExt cx="689447" cy="534987"/>
            </a:xfrm>
          </p:grpSpPr>
          <p:sp>
            <p:nvSpPr>
              <p:cNvPr id="532" name="矩形 531">
                <a:extLst>
                  <a:ext uri="{FF2B5EF4-FFF2-40B4-BE49-F238E27FC236}">
                    <a16:creationId xmlns:a16="http://schemas.microsoft.com/office/drawing/2014/main" id="{0AD37FD8-2FE5-4443-9158-0641FECA672D}"/>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33" name="文本框 131">
                <a:extLst>
                  <a:ext uri="{FF2B5EF4-FFF2-40B4-BE49-F238E27FC236}">
                    <a16:creationId xmlns:a16="http://schemas.microsoft.com/office/drawing/2014/main" id="{45471F71-351E-4432-87C7-A08283FFDAF5}"/>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527" name="组合 526">
              <a:extLst>
                <a:ext uri="{FF2B5EF4-FFF2-40B4-BE49-F238E27FC236}">
                  <a16:creationId xmlns:a16="http://schemas.microsoft.com/office/drawing/2014/main" id="{04B8DA8C-88CE-4F66-A26A-BCB41C318861}"/>
                </a:ext>
              </a:extLst>
            </p:cNvPr>
            <p:cNvGrpSpPr/>
            <p:nvPr/>
          </p:nvGrpSpPr>
          <p:grpSpPr>
            <a:xfrm>
              <a:off x="3923792" y="4046141"/>
              <a:ext cx="4710113" cy="534987"/>
              <a:chOff x="3923792" y="3969748"/>
              <a:chExt cx="4710113" cy="534987"/>
            </a:xfrm>
          </p:grpSpPr>
          <p:sp>
            <p:nvSpPr>
              <p:cNvPr id="528" name="文本框 126">
                <a:extLst>
                  <a:ext uri="{FF2B5EF4-FFF2-40B4-BE49-F238E27FC236}">
                    <a16:creationId xmlns:a16="http://schemas.microsoft.com/office/drawing/2014/main" id="{AC4111AA-D3B0-4B5B-88D2-9F02478D3137}"/>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529" name="矩形 528">
                <a:extLst>
                  <a:ext uri="{FF2B5EF4-FFF2-40B4-BE49-F238E27FC236}">
                    <a16:creationId xmlns:a16="http://schemas.microsoft.com/office/drawing/2014/main" id="{22B8483A-1D6E-4779-B1D3-F24E06B0E491}"/>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30" name="直接连接符 529">
                <a:extLst>
                  <a:ext uri="{FF2B5EF4-FFF2-40B4-BE49-F238E27FC236}">
                    <a16:creationId xmlns:a16="http://schemas.microsoft.com/office/drawing/2014/main" id="{DBFB00E9-F273-402D-A99F-D71B8AB1FEB1}"/>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1" name="Freeform 306">
                <a:extLst>
                  <a:ext uri="{FF2B5EF4-FFF2-40B4-BE49-F238E27FC236}">
                    <a16:creationId xmlns:a16="http://schemas.microsoft.com/office/drawing/2014/main" id="{298BC56F-2B34-4573-B9AA-8E7FD94246C3}"/>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534" name="组合 533">
            <a:extLst>
              <a:ext uri="{FF2B5EF4-FFF2-40B4-BE49-F238E27FC236}">
                <a16:creationId xmlns:a16="http://schemas.microsoft.com/office/drawing/2014/main" id="{0175A34B-BDC0-4B2F-9161-49DF63DE2C3E}"/>
              </a:ext>
            </a:extLst>
          </p:cNvPr>
          <p:cNvGrpSpPr/>
          <p:nvPr>
            <p:custDataLst>
              <p:tags r:id="rId4"/>
            </p:custDataLst>
          </p:nvPr>
        </p:nvGrpSpPr>
        <p:grpSpPr>
          <a:xfrm>
            <a:off x="4517645" y="2868283"/>
            <a:ext cx="5370513" cy="534987"/>
            <a:chOff x="3275856" y="2348880"/>
            <a:chExt cx="5370513" cy="534987"/>
          </a:xfrm>
        </p:grpSpPr>
        <p:grpSp>
          <p:nvGrpSpPr>
            <p:cNvPr id="535" name="组合 534">
              <a:extLst>
                <a:ext uri="{FF2B5EF4-FFF2-40B4-BE49-F238E27FC236}">
                  <a16:creationId xmlns:a16="http://schemas.microsoft.com/office/drawing/2014/main" id="{B1BD14E7-09FB-415A-8106-72A17E16AD8C}"/>
                </a:ext>
              </a:extLst>
            </p:cNvPr>
            <p:cNvGrpSpPr/>
            <p:nvPr/>
          </p:nvGrpSpPr>
          <p:grpSpPr>
            <a:xfrm>
              <a:off x="3275856" y="2348880"/>
              <a:ext cx="689474" cy="534987"/>
              <a:chOff x="3275856" y="2407756"/>
              <a:chExt cx="689474" cy="534987"/>
            </a:xfrm>
          </p:grpSpPr>
          <p:sp>
            <p:nvSpPr>
              <p:cNvPr id="541" name="矩形 540">
                <a:extLst>
                  <a:ext uri="{FF2B5EF4-FFF2-40B4-BE49-F238E27FC236}">
                    <a16:creationId xmlns:a16="http://schemas.microsoft.com/office/drawing/2014/main" id="{79B45DDA-D399-4C5D-88A9-21BE3E793D65}"/>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2" name="文本框 78">
                <a:extLst>
                  <a:ext uri="{FF2B5EF4-FFF2-40B4-BE49-F238E27FC236}">
                    <a16:creationId xmlns:a16="http://schemas.microsoft.com/office/drawing/2014/main" id="{188CC224-E380-4AA3-97AF-10667293B89F}"/>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536" name="组合 535">
              <a:extLst>
                <a:ext uri="{FF2B5EF4-FFF2-40B4-BE49-F238E27FC236}">
                  <a16:creationId xmlns:a16="http://schemas.microsoft.com/office/drawing/2014/main" id="{1BA57E98-FEDB-43F7-A470-C072DCA8281F}"/>
                </a:ext>
              </a:extLst>
            </p:cNvPr>
            <p:cNvGrpSpPr/>
            <p:nvPr/>
          </p:nvGrpSpPr>
          <p:grpSpPr>
            <a:xfrm>
              <a:off x="3937844" y="2348880"/>
              <a:ext cx="4708525" cy="534987"/>
              <a:chOff x="3937844" y="2407756"/>
              <a:chExt cx="4708525" cy="534987"/>
            </a:xfrm>
          </p:grpSpPr>
          <p:sp>
            <p:nvSpPr>
              <p:cNvPr id="537" name="文本框 73">
                <a:extLst>
                  <a:ext uri="{FF2B5EF4-FFF2-40B4-BE49-F238E27FC236}">
                    <a16:creationId xmlns:a16="http://schemas.microsoft.com/office/drawing/2014/main" id="{B0D290E4-AE9D-4DDE-9883-0EADCD066FFE}"/>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538" name="矩形 537">
                <a:extLst>
                  <a:ext uri="{FF2B5EF4-FFF2-40B4-BE49-F238E27FC236}">
                    <a16:creationId xmlns:a16="http://schemas.microsoft.com/office/drawing/2014/main" id="{7098D5A6-8EA7-45F2-BAEC-EE8F975AD253}"/>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39" name="直接连接符 538">
                <a:extLst>
                  <a:ext uri="{FF2B5EF4-FFF2-40B4-BE49-F238E27FC236}">
                    <a16:creationId xmlns:a16="http://schemas.microsoft.com/office/drawing/2014/main" id="{BBA5EAED-0674-419A-89C1-679D1D85F1EA}"/>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40" name="Freeform 30">
                <a:extLst>
                  <a:ext uri="{FF2B5EF4-FFF2-40B4-BE49-F238E27FC236}">
                    <a16:creationId xmlns:a16="http://schemas.microsoft.com/office/drawing/2014/main" id="{6E71CFC7-C54A-4EE2-931F-62EBB9B6BE18}"/>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extLst>
      <p:ext uri="{BB962C8B-B14F-4D97-AF65-F5344CB8AC3E}">
        <p14:creationId xmlns:p14="http://schemas.microsoft.com/office/powerpoint/2010/main" val="23173012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4DD96-385D-5D53-220E-AD38E15785F4}"/>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CE77B192-D884-0FFC-E14E-09142E43F5CC}"/>
              </a:ext>
            </a:extLst>
          </p:cNvPr>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2" name="文本框 71">
            <a:extLst>
              <a:ext uri="{FF2B5EF4-FFF2-40B4-BE49-F238E27FC236}">
                <a16:creationId xmlns:a16="http://schemas.microsoft.com/office/drawing/2014/main" id="{299C40BF-DB2A-CE6D-7D5C-5BB1158CE2AF}"/>
              </a:ext>
            </a:extLst>
          </p:cNvPr>
          <p:cNvSpPr txBox="1"/>
          <p:nvPr/>
        </p:nvSpPr>
        <p:spPr>
          <a:xfrm>
            <a:off x="120000" y="31704"/>
            <a:ext cx="4914152" cy="58477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Problem Description </a:t>
            </a:r>
          </a:p>
        </p:txBody>
      </p:sp>
      <p:sp>
        <p:nvSpPr>
          <p:cNvPr id="8" name="文本框 7">
            <a:extLst>
              <a:ext uri="{FF2B5EF4-FFF2-40B4-BE49-F238E27FC236}">
                <a16:creationId xmlns:a16="http://schemas.microsoft.com/office/drawing/2014/main" id="{6A0D40E7-14FF-94A6-D687-0D6F40E573F5}"/>
              </a:ext>
            </a:extLst>
          </p:cNvPr>
          <p:cNvSpPr txBox="1"/>
          <p:nvPr/>
        </p:nvSpPr>
        <p:spPr>
          <a:xfrm>
            <a:off x="300000" y="909000"/>
            <a:ext cx="11592000" cy="3416320"/>
          </a:xfrm>
          <a:prstGeom prst="rect">
            <a:avLst/>
          </a:prstGeom>
          <a:noFill/>
          <a:ln>
            <a:solidFill>
              <a:srgbClr val="0174AB"/>
            </a:solidFill>
          </a:ln>
        </p:spPr>
        <p:txBody>
          <a:bodyPr wrap="square" rtlCol="0">
            <a:spAutoFit/>
          </a:bodyPr>
          <a:lstStyle/>
          <a:p>
            <a:r>
              <a:rPr lang="en-US" altLang="zh-CN" dirty="0">
                <a:solidFill>
                  <a:prstClr val="black"/>
                </a:solidFill>
                <a:latin typeface="Times New Roman" panose="02020603050405020304" pitchFamily="18" charset="0"/>
                <a:ea typeface="微软雅黑" panose="020B0503020204020204" charset="-122"/>
                <a:cs typeface="Times New Roman" panose="02020603050405020304" pitchFamily="18" charset="0"/>
              </a:rPr>
              <a:t>In recent years, mechanical systems have increasingly integrated </a:t>
            </a:r>
            <a:r>
              <a:rPr lang="en-US" altLang="zh-CN" b="1" dirty="0">
                <a:solidFill>
                  <a:prstClr val="black"/>
                </a:solidFill>
                <a:latin typeface="Times New Roman" panose="02020603050405020304" pitchFamily="18" charset="0"/>
                <a:ea typeface="微软雅黑" panose="020B0503020204020204" charset="-122"/>
                <a:cs typeface="Times New Roman" panose="02020603050405020304" pitchFamily="18" charset="0"/>
              </a:rPr>
              <a:t>multiple sensors</a:t>
            </a:r>
            <a:r>
              <a:rPr lang="en-US" altLang="zh-CN" dirty="0">
                <a:solidFill>
                  <a:prstClr val="black"/>
                </a:solidFill>
                <a:latin typeface="Times New Roman" panose="02020603050405020304" pitchFamily="18" charset="0"/>
                <a:ea typeface="微软雅黑" panose="020B0503020204020204" charset="-122"/>
                <a:cs typeface="Times New Roman" panose="02020603050405020304" pitchFamily="18" charset="0"/>
              </a:rPr>
              <a:t> to monitor equipment </a:t>
            </a:r>
          </a:p>
          <a:p>
            <a:r>
              <a:rPr lang="en-US" altLang="zh-CN" dirty="0">
                <a:solidFill>
                  <a:prstClr val="black"/>
                </a:solidFill>
                <a:latin typeface="Times New Roman" panose="02020603050405020304" pitchFamily="18" charset="0"/>
                <a:ea typeface="微软雅黑" panose="020B0503020204020204" charset="-122"/>
                <a:cs typeface="Times New Roman" panose="02020603050405020304" pitchFamily="18" charset="0"/>
              </a:rPr>
              <a:t>status more effectively.</a:t>
            </a:r>
          </a:p>
          <a:p>
            <a:endParaRPr lang="en-US" altLang="zh-CN" dirty="0">
              <a:solidFill>
                <a:prstClr val="black"/>
              </a:solidFill>
              <a:latin typeface="Times New Roman" panose="02020603050405020304" pitchFamily="18" charset="0"/>
              <a:ea typeface="微软雅黑" panose="020B0503020204020204" charset="-122"/>
              <a:cs typeface="Times New Roman" panose="02020603050405020304" pitchFamily="18" charset="0"/>
            </a:endParaRPr>
          </a:p>
          <a:p>
            <a:r>
              <a:rPr lang="en-US" altLang="zh-CN" dirty="0">
                <a:solidFill>
                  <a:prstClr val="black"/>
                </a:solidFill>
                <a:latin typeface="Times New Roman" panose="02020603050405020304" pitchFamily="18" charset="0"/>
                <a:ea typeface="微软雅黑" panose="020B0503020204020204" charset="-122"/>
                <a:cs typeface="Times New Roman" panose="02020603050405020304" pitchFamily="18" charset="0"/>
              </a:rPr>
              <a:t>There exist topological relationships among multi-sensors at both the data level and the feature level.</a:t>
            </a:r>
          </a:p>
          <a:p>
            <a:endParaRPr lang="en-US" altLang="zh-CN" dirty="0">
              <a:solidFill>
                <a:prstClr val="black"/>
              </a:solidFill>
              <a:latin typeface="Times New Roman" panose="02020603050405020304" pitchFamily="18" charset="0"/>
              <a:ea typeface="微软雅黑" panose="020B0503020204020204" charset="-122"/>
              <a:cs typeface="Times New Roman" panose="02020603050405020304" pitchFamily="18" charset="0"/>
            </a:endParaRPr>
          </a:p>
          <a:p>
            <a:r>
              <a:rPr lang="en-US" altLang="zh-CN" dirty="0">
                <a:solidFill>
                  <a:prstClr val="black"/>
                </a:solidFill>
                <a:latin typeface="Times New Roman" panose="02020603050405020304" pitchFamily="18" charset="0"/>
                <a:ea typeface="微软雅黑" panose="020B0503020204020204" charset="-122"/>
                <a:cs typeface="Times New Roman" panose="02020603050405020304" pitchFamily="18" charset="0"/>
              </a:rPr>
              <a:t>Different sensors yield diverse representations of the same fault. This variability exacerbates the complexity of high-dimensional features in multi-sensor data, complicating both model training and domain alignment.</a:t>
            </a:r>
          </a:p>
          <a:p>
            <a:endParaRPr lang="en-US" altLang="zh-CN" dirty="0">
              <a:solidFill>
                <a:prstClr val="black"/>
              </a:solidFill>
              <a:latin typeface="Times New Roman" panose="02020603050405020304" pitchFamily="18" charset="0"/>
              <a:ea typeface="微软雅黑" panose="020B0503020204020204" charset="-122"/>
              <a:cs typeface="Times New Roman" panose="02020603050405020304" pitchFamily="18" charset="0"/>
            </a:endParaRPr>
          </a:p>
          <a:p>
            <a:r>
              <a:rPr lang="en-US" altLang="zh-CN" dirty="0">
                <a:solidFill>
                  <a:prstClr val="black"/>
                </a:solidFill>
                <a:latin typeface="Times New Roman" panose="02020603050405020304" pitchFamily="18" charset="0"/>
                <a:ea typeface="微软雅黑" panose="020B0503020204020204" charset="-122"/>
                <a:cs typeface="Times New Roman" panose="02020603050405020304" pitchFamily="18" charset="0"/>
              </a:rPr>
              <a:t>There exist topological relationships among multi-sensors at both the data level and the feature level.</a:t>
            </a:r>
          </a:p>
          <a:p>
            <a:endParaRPr lang="en-US" altLang="zh-CN" dirty="0">
              <a:solidFill>
                <a:prstClr val="black"/>
              </a:solidFill>
              <a:latin typeface="Times New Roman" panose="02020603050405020304" pitchFamily="18" charset="0"/>
              <a:ea typeface="微软雅黑" panose="020B0503020204020204" charset="-122"/>
              <a:cs typeface="Times New Roman" panose="02020603050405020304" pitchFamily="18" charset="0"/>
            </a:endParaRPr>
          </a:p>
          <a:p>
            <a:r>
              <a:rPr lang="en-US" altLang="zh-CN" dirty="0">
                <a:solidFill>
                  <a:prstClr val="black"/>
                </a:solidFill>
                <a:latin typeface="Times New Roman" panose="02020603050405020304" pitchFamily="18" charset="0"/>
                <a:ea typeface="微软雅黑" panose="020B0503020204020204" charset="-122"/>
                <a:cs typeface="Times New Roman" panose="02020603050405020304" pitchFamily="18" charset="0"/>
              </a:rPr>
              <a:t>The objective of the proposed MGNT-DSI is to learn the domain-invariant features from the SD, which is enabled to achieve satisfactory diagnostic results in TD tasks.</a:t>
            </a:r>
          </a:p>
        </p:txBody>
      </p:sp>
      <p:grpSp>
        <p:nvGrpSpPr>
          <p:cNvPr id="12" name="组合 11">
            <a:extLst>
              <a:ext uri="{FF2B5EF4-FFF2-40B4-BE49-F238E27FC236}">
                <a16:creationId xmlns:a16="http://schemas.microsoft.com/office/drawing/2014/main" id="{15DFB478-8ED0-2AF5-8A01-714A929C7E38}"/>
              </a:ext>
            </a:extLst>
          </p:cNvPr>
          <p:cNvGrpSpPr/>
          <p:nvPr/>
        </p:nvGrpSpPr>
        <p:grpSpPr>
          <a:xfrm>
            <a:off x="-1" y="6553200"/>
            <a:ext cx="12192001" cy="304800"/>
            <a:chOff x="0" y="6569404"/>
            <a:chExt cx="9144000" cy="288000"/>
          </a:xfrm>
        </p:grpSpPr>
        <p:sp>
          <p:nvSpPr>
            <p:cNvPr id="13" name="矩形 12">
              <a:extLst>
                <a:ext uri="{FF2B5EF4-FFF2-40B4-BE49-F238E27FC236}">
                  <a16:creationId xmlns:a16="http://schemas.microsoft.com/office/drawing/2014/main" id="{D286BACD-EFAE-21C6-082A-3332EBDE32A5}"/>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4" name="矩形 13">
              <a:extLst>
                <a:ext uri="{FF2B5EF4-FFF2-40B4-BE49-F238E27FC236}">
                  <a16:creationId xmlns:a16="http://schemas.microsoft.com/office/drawing/2014/main" id="{1ACAAAA4-1673-8F54-8140-2FDB5CB418E1}"/>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a:extLst>
              <a:ext uri="{FF2B5EF4-FFF2-40B4-BE49-F238E27FC236}">
                <a16:creationId xmlns:a16="http://schemas.microsoft.com/office/drawing/2014/main" id="{DA986A26-2108-FF3D-5099-28E041B25B8B}"/>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654293220"/>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8FB0D72E-457E-9C06-2C62-E71E28E6B686}"/>
              </a:ext>
            </a:extLst>
          </p:cNvPr>
          <p:cNvGrpSpPr/>
          <p:nvPr/>
        </p:nvGrpSpPr>
        <p:grpSpPr>
          <a:xfrm>
            <a:off x="-1" y="6553200"/>
            <a:ext cx="12192001" cy="304800"/>
            <a:chOff x="0" y="6569404"/>
            <a:chExt cx="9144000" cy="288000"/>
          </a:xfrm>
        </p:grpSpPr>
        <p:sp>
          <p:nvSpPr>
            <p:cNvPr id="4" name="矩形 3">
              <a:extLst>
                <a:ext uri="{FF2B5EF4-FFF2-40B4-BE49-F238E27FC236}">
                  <a16:creationId xmlns:a16="http://schemas.microsoft.com/office/drawing/2014/main" id="{CC340ECA-4089-9826-5C91-D07FFEAA5781}"/>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DD9F51C0-1ACD-5028-2033-DAF07B9362C5}"/>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 name="灯片编号占位符 5">
            <a:extLst>
              <a:ext uri="{FF2B5EF4-FFF2-40B4-BE49-F238E27FC236}">
                <a16:creationId xmlns:a16="http://schemas.microsoft.com/office/drawing/2014/main" id="{FC92BE74-AC5C-18C2-3B79-8542FC4C0B20}"/>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37</a:t>
            </a:fld>
            <a:endParaRPr lang="zh-HK" altLang="en-US" sz="1600" dirty="0">
              <a:solidFill>
                <a:schemeClr val="bg1"/>
              </a:solidFill>
            </a:endParaRPr>
          </a:p>
        </p:txBody>
      </p:sp>
      <p:pic>
        <p:nvPicPr>
          <p:cNvPr id="7" name="图片 6">
            <a:extLst>
              <a:ext uri="{FF2B5EF4-FFF2-40B4-BE49-F238E27FC236}">
                <a16:creationId xmlns:a16="http://schemas.microsoft.com/office/drawing/2014/main" id="{98044630-4AFA-1AFF-86C6-56E24AB9DF1E}"/>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55" name="组合 18">
            <a:extLst>
              <a:ext uri="{FF2B5EF4-FFF2-40B4-BE49-F238E27FC236}">
                <a16:creationId xmlns:a16="http://schemas.microsoft.com/office/drawing/2014/main" id="{0F82D52C-F6C0-4AFC-8CAE-ADC1D9BD9817}"/>
              </a:ext>
            </a:extLst>
          </p:cNvPr>
          <p:cNvGrpSpPr/>
          <p:nvPr/>
        </p:nvGrpSpPr>
        <p:grpSpPr bwMode="auto">
          <a:xfrm>
            <a:off x="2409457" y="2650330"/>
            <a:ext cx="1505450" cy="1479472"/>
            <a:chOff x="1709739" y="2636838"/>
            <a:chExt cx="1590160" cy="1584325"/>
          </a:xfrm>
          <a:solidFill>
            <a:srgbClr val="044875"/>
          </a:solidFill>
        </p:grpSpPr>
        <p:sp>
          <p:nvSpPr>
            <p:cNvPr id="59" name="Freeform 6">
              <a:extLst>
                <a:ext uri="{FF2B5EF4-FFF2-40B4-BE49-F238E27FC236}">
                  <a16:creationId xmlns:a16="http://schemas.microsoft.com/office/drawing/2014/main" id="{94F52977-7D3F-4CD8-9020-4BD991209C4E}"/>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3" name="Freeform 7">
              <a:extLst>
                <a:ext uri="{FF2B5EF4-FFF2-40B4-BE49-F238E27FC236}">
                  <a16:creationId xmlns:a16="http://schemas.microsoft.com/office/drawing/2014/main" id="{34C17D31-FC94-4792-8327-91DBC9423172}"/>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6" name="Freeform 8">
              <a:extLst>
                <a:ext uri="{FF2B5EF4-FFF2-40B4-BE49-F238E27FC236}">
                  <a16:creationId xmlns:a16="http://schemas.microsoft.com/office/drawing/2014/main" id="{179AD212-3DC7-4842-8DBF-923E6D177812}"/>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7" name="Freeform 9">
              <a:extLst>
                <a:ext uri="{FF2B5EF4-FFF2-40B4-BE49-F238E27FC236}">
                  <a16:creationId xmlns:a16="http://schemas.microsoft.com/office/drawing/2014/main" id="{28E72CCB-C2A0-4D6C-95E1-84C959FA85F9}"/>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8" name="Freeform 10">
              <a:extLst>
                <a:ext uri="{FF2B5EF4-FFF2-40B4-BE49-F238E27FC236}">
                  <a16:creationId xmlns:a16="http://schemas.microsoft.com/office/drawing/2014/main" id="{C6B47A17-BD05-4A83-A794-3AA5422D5C5A}"/>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11">
              <a:extLst>
                <a:ext uri="{FF2B5EF4-FFF2-40B4-BE49-F238E27FC236}">
                  <a16:creationId xmlns:a16="http://schemas.microsoft.com/office/drawing/2014/main" id="{738B0A14-742B-4272-8684-7C1305260D33}"/>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12">
              <a:extLst>
                <a:ext uri="{FF2B5EF4-FFF2-40B4-BE49-F238E27FC236}">
                  <a16:creationId xmlns:a16="http://schemas.microsoft.com/office/drawing/2014/main" id="{26B9E863-86FF-4894-B20A-28DE94E405CB}"/>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1" name="Freeform 13">
              <a:extLst>
                <a:ext uri="{FF2B5EF4-FFF2-40B4-BE49-F238E27FC236}">
                  <a16:creationId xmlns:a16="http://schemas.microsoft.com/office/drawing/2014/main" id="{5205E6C5-9099-44C2-9517-FA58BCEA094C}"/>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2" name="Freeform 14">
              <a:extLst>
                <a:ext uri="{FF2B5EF4-FFF2-40B4-BE49-F238E27FC236}">
                  <a16:creationId xmlns:a16="http://schemas.microsoft.com/office/drawing/2014/main" id="{991E2DD9-E65F-44BE-A9D1-1D99BA7D9C68}"/>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3" name="文本框 72">
            <a:extLst>
              <a:ext uri="{FF2B5EF4-FFF2-40B4-BE49-F238E27FC236}">
                <a16:creationId xmlns:a16="http://schemas.microsoft.com/office/drawing/2014/main" id="{6C66DD8C-9F98-4D97-AE05-2502D5DD3ECE}"/>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4" name="组合 73">
            <a:extLst>
              <a:ext uri="{FF2B5EF4-FFF2-40B4-BE49-F238E27FC236}">
                <a16:creationId xmlns:a16="http://schemas.microsoft.com/office/drawing/2014/main" id="{B1F6A8BA-4B04-437D-9335-609338409BAC}"/>
              </a:ext>
            </a:extLst>
          </p:cNvPr>
          <p:cNvGrpSpPr/>
          <p:nvPr>
            <p:custDataLst>
              <p:tags r:id="rId1"/>
            </p:custDataLst>
          </p:nvPr>
        </p:nvGrpSpPr>
        <p:grpSpPr>
          <a:xfrm>
            <a:off x="4523741" y="2047924"/>
            <a:ext cx="5370513" cy="534987"/>
            <a:chOff x="3281952" y="1484784"/>
            <a:chExt cx="5370513" cy="534987"/>
          </a:xfrm>
        </p:grpSpPr>
        <p:grpSp>
          <p:nvGrpSpPr>
            <p:cNvPr id="75" name="组合 74">
              <a:extLst>
                <a:ext uri="{FF2B5EF4-FFF2-40B4-BE49-F238E27FC236}">
                  <a16:creationId xmlns:a16="http://schemas.microsoft.com/office/drawing/2014/main" id="{64ED1BB8-4C04-43ED-BB92-AC9ED2CF0C82}"/>
                </a:ext>
              </a:extLst>
            </p:cNvPr>
            <p:cNvGrpSpPr/>
            <p:nvPr/>
          </p:nvGrpSpPr>
          <p:grpSpPr>
            <a:xfrm>
              <a:off x="3943940" y="1484784"/>
              <a:ext cx="4708525" cy="534987"/>
              <a:chOff x="3943940" y="1626760"/>
              <a:chExt cx="4708525" cy="534987"/>
            </a:xfrm>
          </p:grpSpPr>
          <p:sp>
            <p:nvSpPr>
              <p:cNvPr id="79" name="Freeform 74">
                <a:extLst>
                  <a:ext uri="{FF2B5EF4-FFF2-40B4-BE49-F238E27FC236}">
                    <a16:creationId xmlns:a16="http://schemas.microsoft.com/office/drawing/2014/main" id="{CC70BC50-C439-41A4-82F3-198EF492906E}"/>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80" name="文本框 20">
                <a:extLst>
                  <a:ext uri="{FF2B5EF4-FFF2-40B4-BE49-F238E27FC236}">
                    <a16:creationId xmlns:a16="http://schemas.microsoft.com/office/drawing/2014/main" id="{892A6CB2-8E97-43C9-B050-B53E6A327668}"/>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81" name="矩形 80">
                <a:extLst>
                  <a:ext uri="{FF2B5EF4-FFF2-40B4-BE49-F238E27FC236}">
                    <a16:creationId xmlns:a16="http://schemas.microsoft.com/office/drawing/2014/main" id="{1DE279A7-AAF6-412E-85F4-DCBC5E38B09D}"/>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2" name="直接连接符 81">
                <a:extLst>
                  <a:ext uri="{FF2B5EF4-FFF2-40B4-BE49-F238E27FC236}">
                    <a16:creationId xmlns:a16="http://schemas.microsoft.com/office/drawing/2014/main" id="{8E78F919-268B-42DC-8AC4-C19616C11FE4}"/>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6" name="组合 75">
              <a:extLst>
                <a:ext uri="{FF2B5EF4-FFF2-40B4-BE49-F238E27FC236}">
                  <a16:creationId xmlns:a16="http://schemas.microsoft.com/office/drawing/2014/main" id="{15C21C36-0FFF-46DF-8031-21A402A9E0E7}"/>
                </a:ext>
              </a:extLst>
            </p:cNvPr>
            <p:cNvGrpSpPr/>
            <p:nvPr/>
          </p:nvGrpSpPr>
          <p:grpSpPr>
            <a:xfrm>
              <a:off x="3281952" y="1484784"/>
              <a:ext cx="689642" cy="534987"/>
              <a:chOff x="3281952" y="1626760"/>
              <a:chExt cx="689642" cy="534987"/>
            </a:xfrm>
          </p:grpSpPr>
          <p:sp>
            <p:nvSpPr>
              <p:cNvPr id="77" name="矩形 76">
                <a:extLst>
                  <a:ext uri="{FF2B5EF4-FFF2-40B4-BE49-F238E27FC236}">
                    <a16:creationId xmlns:a16="http://schemas.microsoft.com/office/drawing/2014/main" id="{651F61DA-0BFF-413A-853C-342C301F4D9C}"/>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8" name="文本框 18">
                <a:extLst>
                  <a:ext uri="{FF2B5EF4-FFF2-40B4-BE49-F238E27FC236}">
                    <a16:creationId xmlns:a16="http://schemas.microsoft.com/office/drawing/2014/main" id="{C8092928-AB26-4DF3-8F9B-2DBE704919ED}"/>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3" name="组合 82">
            <a:extLst>
              <a:ext uri="{FF2B5EF4-FFF2-40B4-BE49-F238E27FC236}">
                <a16:creationId xmlns:a16="http://schemas.microsoft.com/office/drawing/2014/main" id="{A8300395-0A39-4501-B68A-8E29FA7D4F90}"/>
              </a:ext>
            </a:extLst>
          </p:cNvPr>
          <p:cNvGrpSpPr/>
          <p:nvPr>
            <p:custDataLst>
              <p:tags r:id="rId2"/>
            </p:custDataLst>
          </p:nvPr>
        </p:nvGrpSpPr>
        <p:grpSpPr>
          <a:xfrm>
            <a:off x="4503593" y="3688642"/>
            <a:ext cx="5372100" cy="534987"/>
            <a:chOff x="3261805" y="3188752"/>
            <a:chExt cx="5372100" cy="534987"/>
          </a:xfrm>
        </p:grpSpPr>
        <p:grpSp>
          <p:nvGrpSpPr>
            <p:cNvPr id="84" name="组合 83">
              <a:extLst>
                <a:ext uri="{FF2B5EF4-FFF2-40B4-BE49-F238E27FC236}">
                  <a16:creationId xmlns:a16="http://schemas.microsoft.com/office/drawing/2014/main" id="{B7C17D15-2E7E-449C-81CB-0BBB227347D1}"/>
                </a:ext>
              </a:extLst>
            </p:cNvPr>
            <p:cNvGrpSpPr/>
            <p:nvPr/>
          </p:nvGrpSpPr>
          <p:grpSpPr>
            <a:xfrm>
              <a:off x="3261805" y="3188752"/>
              <a:ext cx="689593" cy="534987"/>
              <a:chOff x="3261805" y="3188752"/>
              <a:chExt cx="689593" cy="534987"/>
            </a:xfrm>
          </p:grpSpPr>
          <p:sp>
            <p:nvSpPr>
              <p:cNvPr id="100" name="矩形 99">
                <a:extLst>
                  <a:ext uri="{FF2B5EF4-FFF2-40B4-BE49-F238E27FC236}">
                    <a16:creationId xmlns:a16="http://schemas.microsoft.com/office/drawing/2014/main" id="{2A7E907C-0CDF-4564-9333-1A24526BA182}"/>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1" name="文本框 86">
                <a:extLst>
                  <a:ext uri="{FF2B5EF4-FFF2-40B4-BE49-F238E27FC236}">
                    <a16:creationId xmlns:a16="http://schemas.microsoft.com/office/drawing/2014/main" id="{EA342509-A657-478D-BC26-C4A279A271BA}"/>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85" name="组合 84">
              <a:extLst>
                <a:ext uri="{FF2B5EF4-FFF2-40B4-BE49-F238E27FC236}">
                  <a16:creationId xmlns:a16="http://schemas.microsoft.com/office/drawing/2014/main" id="{12D48083-A106-4461-A163-D21D6F839D5A}"/>
                </a:ext>
              </a:extLst>
            </p:cNvPr>
            <p:cNvGrpSpPr/>
            <p:nvPr/>
          </p:nvGrpSpPr>
          <p:grpSpPr>
            <a:xfrm>
              <a:off x="3923792" y="3188752"/>
              <a:ext cx="4710113" cy="534987"/>
              <a:chOff x="3923792" y="3188752"/>
              <a:chExt cx="4710113" cy="534987"/>
            </a:xfrm>
          </p:grpSpPr>
          <p:sp>
            <p:nvSpPr>
              <p:cNvPr id="87" name="文本框 81">
                <a:extLst>
                  <a:ext uri="{FF2B5EF4-FFF2-40B4-BE49-F238E27FC236}">
                    <a16:creationId xmlns:a16="http://schemas.microsoft.com/office/drawing/2014/main" id="{A51022DC-A596-42FC-86E1-B4E6970B3FB3}"/>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91" name="矩形 90">
                <a:extLst>
                  <a:ext uri="{FF2B5EF4-FFF2-40B4-BE49-F238E27FC236}">
                    <a16:creationId xmlns:a16="http://schemas.microsoft.com/office/drawing/2014/main" id="{82ECC155-BFBC-4A56-BC57-F53576A95C71}"/>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5" name="直接连接符 94">
                <a:extLst>
                  <a:ext uri="{FF2B5EF4-FFF2-40B4-BE49-F238E27FC236}">
                    <a16:creationId xmlns:a16="http://schemas.microsoft.com/office/drawing/2014/main" id="{473BBAFE-1FFC-420B-9B16-08B4AB5DF28C}"/>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9" name="Freeform 71">
                <a:extLst>
                  <a:ext uri="{FF2B5EF4-FFF2-40B4-BE49-F238E27FC236}">
                    <a16:creationId xmlns:a16="http://schemas.microsoft.com/office/drawing/2014/main" id="{636C5C65-C70F-491E-A7C2-F6BE3CE647D2}"/>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2" name="组合 101">
            <a:extLst>
              <a:ext uri="{FF2B5EF4-FFF2-40B4-BE49-F238E27FC236}">
                <a16:creationId xmlns:a16="http://schemas.microsoft.com/office/drawing/2014/main" id="{BE0A1940-40B4-43B8-9259-555C01927DFF}"/>
              </a:ext>
            </a:extLst>
          </p:cNvPr>
          <p:cNvGrpSpPr/>
          <p:nvPr>
            <p:custDataLst>
              <p:tags r:id="rId3"/>
            </p:custDataLst>
          </p:nvPr>
        </p:nvGrpSpPr>
        <p:grpSpPr>
          <a:xfrm>
            <a:off x="4503593" y="4509001"/>
            <a:ext cx="5372100" cy="534987"/>
            <a:chOff x="3261805" y="4046141"/>
            <a:chExt cx="5372100" cy="534987"/>
          </a:xfrm>
        </p:grpSpPr>
        <p:grpSp>
          <p:nvGrpSpPr>
            <p:cNvPr id="103" name="组合 102">
              <a:extLst>
                <a:ext uri="{FF2B5EF4-FFF2-40B4-BE49-F238E27FC236}">
                  <a16:creationId xmlns:a16="http://schemas.microsoft.com/office/drawing/2014/main" id="{870C656E-BC98-41E1-BFF4-703BC82E4242}"/>
                </a:ext>
              </a:extLst>
            </p:cNvPr>
            <p:cNvGrpSpPr/>
            <p:nvPr/>
          </p:nvGrpSpPr>
          <p:grpSpPr>
            <a:xfrm>
              <a:off x="3261805" y="4046141"/>
              <a:ext cx="689447" cy="534987"/>
              <a:chOff x="3261805" y="3969748"/>
              <a:chExt cx="689447" cy="534987"/>
            </a:xfrm>
          </p:grpSpPr>
          <p:sp>
            <p:nvSpPr>
              <p:cNvPr id="109" name="矩形 108">
                <a:extLst>
                  <a:ext uri="{FF2B5EF4-FFF2-40B4-BE49-F238E27FC236}">
                    <a16:creationId xmlns:a16="http://schemas.microsoft.com/office/drawing/2014/main" id="{50559FF8-EF6D-4589-AC37-434FD4281CF1}"/>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0" name="文本框 131">
                <a:extLst>
                  <a:ext uri="{FF2B5EF4-FFF2-40B4-BE49-F238E27FC236}">
                    <a16:creationId xmlns:a16="http://schemas.microsoft.com/office/drawing/2014/main" id="{DDAD54D4-58CB-49EF-AF8C-E433E9F4E6C4}"/>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04" name="组合 103">
              <a:extLst>
                <a:ext uri="{FF2B5EF4-FFF2-40B4-BE49-F238E27FC236}">
                  <a16:creationId xmlns:a16="http://schemas.microsoft.com/office/drawing/2014/main" id="{33E0C7FE-5B6D-4052-AC17-FF35271D8E2E}"/>
                </a:ext>
              </a:extLst>
            </p:cNvPr>
            <p:cNvGrpSpPr/>
            <p:nvPr/>
          </p:nvGrpSpPr>
          <p:grpSpPr>
            <a:xfrm>
              <a:off x="3923792" y="4046141"/>
              <a:ext cx="4710113" cy="534987"/>
              <a:chOff x="3923792" y="3969748"/>
              <a:chExt cx="4710113" cy="534987"/>
            </a:xfrm>
          </p:grpSpPr>
          <p:sp>
            <p:nvSpPr>
              <p:cNvPr id="105" name="文本框 126">
                <a:extLst>
                  <a:ext uri="{FF2B5EF4-FFF2-40B4-BE49-F238E27FC236}">
                    <a16:creationId xmlns:a16="http://schemas.microsoft.com/office/drawing/2014/main" id="{1917348A-A97A-41CF-8B97-6F1FBDE168D7}"/>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6" name="矩形 105">
                <a:extLst>
                  <a:ext uri="{FF2B5EF4-FFF2-40B4-BE49-F238E27FC236}">
                    <a16:creationId xmlns:a16="http://schemas.microsoft.com/office/drawing/2014/main" id="{7A19C96F-CB9C-4360-A744-B9A1FBC65DAD}"/>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7" name="直接连接符 106">
                <a:extLst>
                  <a:ext uri="{FF2B5EF4-FFF2-40B4-BE49-F238E27FC236}">
                    <a16:creationId xmlns:a16="http://schemas.microsoft.com/office/drawing/2014/main" id="{3255BE2A-76F0-4721-BA27-235057F4C560}"/>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8" name="Freeform 306">
                <a:extLst>
                  <a:ext uri="{FF2B5EF4-FFF2-40B4-BE49-F238E27FC236}">
                    <a16:creationId xmlns:a16="http://schemas.microsoft.com/office/drawing/2014/main" id="{8EBDBB50-E3C9-4548-B7D9-5CD78C2A69A2}"/>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11" name="组合 110">
            <a:extLst>
              <a:ext uri="{FF2B5EF4-FFF2-40B4-BE49-F238E27FC236}">
                <a16:creationId xmlns:a16="http://schemas.microsoft.com/office/drawing/2014/main" id="{6E899286-7F20-47E1-B2ED-E8E0B141682A}"/>
              </a:ext>
            </a:extLst>
          </p:cNvPr>
          <p:cNvGrpSpPr/>
          <p:nvPr>
            <p:custDataLst>
              <p:tags r:id="rId4"/>
            </p:custDataLst>
          </p:nvPr>
        </p:nvGrpSpPr>
        <p:grpSpPr>
          <a:xfrm>
            <a:off x="4517645" y="2868283"/>
            <a:ext cx="5370513" cy="534987"/>
            <a:chOff x="3275856" y="2348880"/>
            <a:chExt cx="5370513" cy="534987"/>
          </a:xfrm>
        </p:grpSpPr>
        <p:grpSp>
          <p:nvGrpSpPr>
            <p:cNvPr id="112" name="组合 111">
              <a:extLst>
                <a:ext uri="{FF2B5EF4-FFF2-40B4-BE49-F238E27FC236}">
                  <a16:creationId xmlns:a16="http://schemas.microsoft.com/office/drawing/2014/main" id="{4BA6BC5C-558D-4F80-BA72-FB2367AE0038}"/>
                </a:ext>
              </a:extLst>
            </p:cNvPr>
            <p:cNvGrpSpPr/>
            <p:nvPr/>
          </p:nvGrpSpPr>
          <p:grpSpPr>
            <a:xfrm>
              <a:off x="3275856" y="2348880"/>
              <a:ext cx="689474" cy="534987"/>
              <a:chOff x="3275856" y="2407756"/>
              <a:chExt cx="689474" cy="534987"/>
            </a:xfrm>
          </p:grpSpPr>
          <p:sp>
            <p:nvSpPr>
              <p:cNvPr id="118" name="矩形 117">
                <a:extLst>
                  <a:ext uri="{FF2B5EF4-FFF2-40B4-BE49-F238E27FC236}">
                    <a16:creationId xmlns:a16="http://schemas.microsoft.com/office/drawing/2014/main" id="{6D94F133-FE71-4B2B-8E63-712AE608DDD1}"/>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9" name="文本框 78">
                <a:extLst>
                  <a:ext uri="{FF2B5EF4-FFF2-40B4-BE49-F238E27FC236}">
                    <a16:creationId xmlns:a16="http://schemas.microsoft.com/office/drawing/2014/main" id="{2097678B-7C73-41B0-AED2-2C55AF0CDC1B}"/>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13" name="组合 112">
              <a:extLst>
                <a:ext uri="{FF2B5EF4-FFF2-40B4-BE49-F238E27FC236}">
                  <a16:creationId xmlns:a16="http://schemas.microsoft.com/office/drawing/2014/main" id="{6BAECBA3-AC93-47BC-A5F5-05BA922182E2}"/>
                </a:ext>
              </a:extLst>
            </p:cNvPr>
            <p:cNvGrpSpPr/>
            <p:nvPr/>
          </p:nvGrpSpPr>
          <p:grpSpPr>
            <a:xfrm>
              <a:off x="3937844" y="2348880"/>
              <a:ext cx="4708525" cy="534987"/>
              <a:chOff x="3937844" y="2407756"/>
              <a:chExt cx="4708525" cy="534987"/>
            </a:xfrm>
          </p:grpSpPr>
          <p:sp>
            <p:nvSpPr>
              <p:cNvPr id="114" name="文本框 73">
                <a:extLst>
                  <a:ext uri="{FF2B5EF4-FFF2-40B4-BE49-F238E27FC236}">
                    <a16:creationId xmlns:a16="http://schemas.microsoft.com/office/drawing/2014/main" id="{807ADF67-B2F6-42E0-87AA-E99944F224EF}"/>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15" name="矩形 114">
                <a:extLst>
                  <a:ext uri="{FF2B5EF4-FFF2-40B4-BE49-F238E27FC236}">
                    <a16:creationId xmlns:a16="http://schemas.microsoft.com/office/drawing/2014/main" id="{6F07D3AE-A3BD-4239-AEB2-2D8959570AA0}"/>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6" name="直接连接符 115">
                <a:extLst>
                  <a:ext uri="{FF2B5EF4-FFF2-40B4-BE49-F238E27FC236}">
                    <a16:creationId xmlns:a16="http://schemas.microsoft.com/office/drawing/2014/main" id="{AAF168DC-43E6-475A-BEA6-4452F6305AEB}"/>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7" name="Freeform 30">
                <a:extLst>
                  <a:ext uri="{FF2B5EF4-FFF2-40B4-BE49-F238E27FC236}">
                    <a16:creationId xmlns:a16="http://schemas.microsoft.com/office/drawing/2014/main" id="{89B56431-8D96-4FED-B784-B50002B0C8EB}"/>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dirty="0">
                  <a:solidFill>
                    <a:prstClr val="black"/>
                  </a:solidFill>
                </a:endParaRPr>
              </a:p>
            </p:txBody>
          </p:sp>
        </p:grpSp>
      </p:grpSp>
    </p:spTree>
    <p:extLst>
      <p:ext uri="{BB962C8B-B14F-4D97-AF65-F5344CB8AC3E}">
        <p14:creationId xmlns:p14="http://schemas.microsoft.com/office/powerpoint/2010/main" val="39677440"/>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a:extLst>
              <a:ext uri="{FF2B5EF4-FFF2-40B4-BE49-F238E27FC236}">
                <a16:creationId xmlns:a16="http://schemas.microsoft.com/office/drawing/2014/main" id="{0371A37B-1061-78A7-9C16-95A39D35E6F5}"/>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38</a:t>
            </a:fld>
            <a:endParaRPr lang="zh-HK" altLang="en-US">
              <a:solidFill>
                <a:prstClr val="black">
                  <a:tint val="75000"/>
                </a:prstClr>
              </a:solidFill>
            </a:endParaRPr>
          </a:p>
        </p:txBody>
      </p:sp>
      <p:grpSp>
        <p:nvGrpSpPr>
          <p:cNvPr id="55" name="组合 54">
            <a:extLst>
              <a:ext uri="{FF2B5EF4-FFF2-40B4-BE49-F238E27FC236}">
                <a16:creationId xmlns:a16="http://schemas.microsoft.com/office/drawing/2014/main" id="{B6D84A9D-4E9B-601D-5C2C-D619D3BBC8C8}"/>
              </a:ext>
            </a:extLst>
          </p:cNvPr>
          <p:cNvGrpSpPr/>
          <p:nvPr/>
        </p:nvGrpSpPr>
        <p:grpSpPr>
          <a:xfrm>
            <a:off x="-1" y="6553200"/>
            <a:ext cx="12192001" cy="304800"/>
            <a:chOff x="0" y="6569404"/>
            <a:chExt cx="9144000" cy="288000"/>
          </a:xfrm>
        </p:grpSpPr>
        <p:sp>
          <p:nvSpPr>
            <p:cNvPr id="56" name="矩形 55">
              <a:extLst>
                <a:ext uri="{FF2B5EF4-FFF2-40B4-BE49-F238E27FC236}">
                  <a16:creationId xmlns:a16="http://schemas.microsoft.com/office/drawing/2014/main" id="{DE317E34-4DBA-A246-A3F0-D46EB85A7C6E}"/>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F5F5D307-0D27-CBCE-0440-B4DF5739941C}"/>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a:extLst>
              <a:ext uri="{FF2B5EF4-FFF2-40B4-BE49-F238E27FC236}">
                <a16:creationId xmlns:a16="http://schemas.microsoft.com/office/drawing/2014/main" id="{692C63E8-4E76-3D87-F0B0-3C5523FE0DFC}"/>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38</a:t>
            </a:fld>
            <a:endParaRPr lang="zh-HK" altLang="en-US" sz="1600" dirty="0">
              <a:solidFill>
                <a:schemeClr val="bg1"/>
              </a:solidFill>
            </a:endParaRPr>
          </a:p>
        </p:txBody>
      </p:sp>
      <p:pic>
        <p:nvPicPr>
          <p:cNvPr id="2" name="图片 1">
            <a:extLst>
              <a:ext uri="{FF2B5EF4-FFF2-40B4-BE49-F238E27FC236}">
                <a16:creationId xmlns:a16="http://schemas.microsoft.com/office/drawing/2014/main" id="{E45BE4C6-951E-3796-69E1-AA262B95EC76}"/>
              </a:ext>
            </a:extLst>
          </p:cNvPr>
          <p:cNvPicPr>
            <a:picLocks noChangeAspect="1"/>
          </p:cNvPicPr>
          <p:nvPr/>
        </p:nvPicPr>
        <p:blipFill>
          <a:blip r:embed="rId3"/>
          <a:stretch>
            <a:fillRect/>
          </a:stretch>
        </p:blipFill>
        <p:spPr>
          <a:xfrm>
            <a:off x="3288000" y="445580"/>
            <a:ext cx="6264000" cy="6179352"/>
          </a:xfrm>
          <a:prstGeom prst="rect">
            <a:avLst/>
          </a:prstGeom>
        </p:spPr>
      </p:pic>
    </p:spTree>
    <p:extLst>
      <p:ext uri="{BB962C8B-B14F-4D97-AF65-F5344CB8AC3E}">
        <p14:creationId xmlns:p14="http://schemas.microsoft.com/office/powerpoint/2010/main" val="826442567"/>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3536D-35B3-5F78-2554-A7A89AB2D1EF}"/>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C8A1D06A-12AB-E3C5-14F0-FE9F0EA51382}"/>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50C500BF-198B-D1AA-1872-54C2B155C2DA}"/>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a:extLst>
              <a:ext uri="{FF2B5EF4-FFF2-40B4-BE49-F238E27FC236}">
                <a16:creationId xmlns:a16="http://schemas.microsoft.com/office/drawing/2014/main" id="{655774A5-7382-C8E3-B9ED-28135ACD5C57}"/>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39</a:t>
            </a:fld>
            <a:endParaRPr lang="zh-HK" altLang="en-US">
              <a:solidFill>
                <a:prstClr val="black">
                  <a:tint val="75000"/>
                </a:prstClr>
              </a:solidFill>
            </a:endParaRPr>
          </a:p>
        </p:txBody>
      </p:sp>
      <p:grpSp>
        <p:nvGrpSpPr>
          <p:cNvPr id="55" name="组合 54">
            <a:extLst>
              <a:ext uri="{FF2B5EF4-FFF2-40B4-BE49-F238E27FC236}">
                <a16:creationId xmlns:a16="http://schemas.microsoft.com/office/drawing/2014/main" id="{3DDF0C49-1FAD-6462-221D-D6358B267786}"/>
              </a:ext>
            </a:extLst>
          </p:cNvPr>
          <p:cNvGrpSpPr/>
          <p:nvPr/>
        </p:nvGrpSpPr>
        <p:grpSpPr>
          <a:xfrm>
            <a:off x="-1" y="6553200"/>
            <a:ext cx="12192001" cy="304800"/>
            <a:chOff x="0" y="6569404"/>
            <a:chExt cx="9144000" cy="288000"/>
          </a:xfrm>
        </p:grpSpPr>
        <p:sp>
          <p:nvSpPr>
            <p:cNvPr id="56" name="矩形 55">
              <a:extLst>
                <a:ext uri="{FF2B5EF4-FFF2-40B4-BE49-F238E27FC236}">
                  <a16:creationId xmlns:a16="http://schemas.microsoft.com/office/drawing/2014/main" id="{6EC687B9-BD1D-0E55-0534-C9A86FD6EFDB}"/>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03C147F5-EE0A-F162-2A29-7A3CC9342A8A}"/>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a:extLst>
              <a:ext uri="{FF2B5EF4-FFF2-40B4-BE49-F238E27FC236}">
                <a16:creationId xmlns:a16="http://schemas.microsoft.com/office/drawing/2014/main" id="{F0DAD5C9-71B7-878E-B263-7307B4EB21AC}"/>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39</a:t>
            </a:fld>
            <a:endParaRPr lang="zh-HK" altLang="en-US" sz="1600" dirty="0">
              <a:solidFill>
                <a:schemeClr val="bg1"/>
              </a:solidFill>
            </a:endParaRPr>
          </a:p>
        </p:txBody>
      </p:sp>
      <p:sp>
        <p:nvSpPr>
          <p:cNvPr id="5" name="文本框 4">
            <a:extLst>
              <a:ext uri="{FF2B5EF4-FFF2-40B4-BE49-F238E27FC236}">
                <a16:creationId xmlns:a16="http://schemas.microsoft.com/office/drawing/2014/main" id="{03DF42FB-EDF7-9A17-6323-DAC162691F9E}"/>
              </a:ext>
            </a:extLst>
          </p:cNvPr>
          <p:cNvSpPr txBox="1"/>
          <p:nvPr/>
        </p:nvSpPr>
        <p:spPr>
          <a:xfrm>
            <a:off x="408000" y="837000"/>
            <a:ext cx="4787492" cy="400110"/>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 Multi-Sensor Fusion Layer (MFL)</a:t>
            </a:r>
            <a:endParaRPr lang="zh-CN" altLang="en-US" sz="2000" b="1"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A57881F9-A030-FF72-BD33-838467D548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6275" y="1989000"/>
            <a:ext cx="5697513" cy="2460290"/>
          </a:xfrm>
          <a:prstGeom prst="rect">
            <a:avLst/>
          </a:prstGeom>
        </p:spPr>
      </p:pic>
      <p:pic>
        <p:nvPicPr>
          <p:cNvPr id="6" name="图片 5">
            <a:extLst>
              <a:ext uri="{FF2B5EF4-FFF2-40B4-BE49-F238E27FC236}">
                <a16:creationId xmlns:a16="http://schemas.microsoft.com/office/drawing/2014/main" id="{F7EE6652-8A46-7A84-6FBE-71C1D2FFC51B}"/>
              </a:ext>
            </a:extLst>
          </p:cNvPr>
          <p:cNvPicPr>
            <a:picLocks noChangeAspect="1"/>
          </p:cNvPicPr>
          <p:nvPr/>
        </p:nvPicPr>
        <p:blipFill>
          <a:blip r:embed="rId4"/>
          <a:stretch>
            <a:fillRect/>
          </a:stretch>
        </p:blipFill>
        <p:spPr>
          <a:xfrm>
            <a:off x="6261725" y="909000"/>
            <a:ext cx="5544000" cy="3326400"/>
          </a:xfrm>
          <a:prstGeom prst="rect">
            <a:avLst/>
          </a:prstGeom>
        </p:spPr>
      </p:pic>
      <p:pic>
        <p:nvPicPr>
          <p:cNvPr id="9" name="图片 8">
            <a:extLst>
              <a:ext uri="{FF2B5EF4-FFF2-40B4-BE49-F238E27FC236}">
                <a16:creationId xmlns:a16="http://schemas.microsoft.com/office/drawing/2014/main" id="{83395A4C-726C-E479-5F35-04DF017E3D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61725" y="4229644"/>
            <a:ext cx="5697513" cy="2211767"/>
          </a:xfrm>
          <a:prstGeom prst="rect">
            <a:avLst/>
          </a:prstGeom>
        </p:spPr>
      </p:pic>
    </p:spTree>
    <p:extLst>
      <p:ext uri="{BB962C8B-B14F-4D97-AF65-F5344CB8AC3E}">
        <p14:creationId xmlns:p14="http://schemas.microsoft.com/office/powerpoint/2010/main" val="1100081702"/>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C366B-03A7-0763-E221-790D528419B6}"/>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1C0C81E9-73D6-C204-8EA6-26BECA67A38D}"/>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F7799247-92DB-1160-86A3-05619DE43531}"/>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a:extLst>
              <a:ext uri="{FF2B5EF4-FFF2-40B4-BE49-F238E27FC236}">
                <a16:creationId xmlns:a16="http://schemas.microsoft.com/office/drawing/2014/main" id="{A4D66D35-4099-6982-7A63-5E159801012E}"/>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40</a:t>
            </a:fld>
            <a:endParaRPr lang="zh-HK" altLang="en-US">
              <a:solidFill>
                <a:prstClr val="black">
                  <a:tint val="75000"/>
                </a:prstClr>
              </a:solidFill>
            </a:endParaRPr>
          </a:p>
        </p:txBody>
      </p:sp>
      <p:grpSp>
        <p:nvGrpSpPr>
          <p:cNvPr id="55" name="组合 54">
            <a:extLst>
              <a:ext uri="{FF2B5EF4-FFF2-40B4-BE49-F238E27FC236}">
                <a16:creationId xmlns:a16="http://schemas.microsoft.com/office/drawing/2014/main" id="{EAF9E768-70D5-87CD-D194-978F78981D40}"/>
              </a:ext>
            </a:extLst>
          </p:cNvPr>
          <p:cNvGrpSpPr/>
          <p:nvPr/>
        </p:nvGrpSpPr>
        <p:grpSpPr>
          <a:xfrm>
            <a:off x="-1" y="6553200"/>
            <a:ext cx="12192001" cy="304800"/>
            <a:chOff x="0" y="6569404"/>
            <a:chExt cx="9144000" cy="288000"/>
          </a:xfrm>
        </p:grpSpPr>
        <p:sp>
          <p:nvSpPr>
            <p:cNvPr id="56" name="矩形 55">
              <a:extLst>
                <a:ext uri="{FF2B5EF4-FFF2-40B4-BE49-F238E27FC236}">
                  <a16:creationId xmlns:a16="http://schemas.microsoft.com/office/drawing/2014/main" id="{4DB4AF67-C53D-C3BA-8EE5-CD125AFB6CBD}"/>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C2F98C76-285E-B701-9FB4-2612E24DF7C8}"/>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a:extLst>
              <a:ext uri="{FF2B5EF4-FFF2-40B4-BE49-F238E27FC236}">
                <a16:creationId xmlns:a16="http://schemas.microsoft.com/office/drawing/2014/main" id="{C4E26C6F-D8F0-6EF5-6469-06738E5493B3}"/>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40</a:t>
            </a:fld>
            <a:endParaRPr lang="zh-HK" altLang="en-US" sz="1600" dirty="0">
              <a:solidFill>
                <a:schemeClr val="bg1"/>
              </a:solidFill>
            </a:endParaRPr>
          </a:p>
        </p:txBody>
      </p:sp>
      <p:sp>
        <p:nvSpPr>
          <p:cNvPr id="5" name="文本框 4">
            <a:extLst>
              <a:ext uri="{FF2B5EF4-FFF2-40B4-BE49-F238E27FC236}">
                <a16:creationId xmlns:a16="http://schemas.microsoft.com/office/drawing/2014/main" id="{1B8EF88D-825A-07C0-DA2E-E9BD6FA8E099}"/>
              </a:ext>
            </a:extLst>
          </p:cNvPr>
          <p:cNvSpPr txBox="1"/>
          <p:nvPr/>
        </p:nvSpPr>
        <p:spPr>
          <a:xfrm>
            <a:off x="202254" y="884552"/>
            <a:ext cx="9133746" cy="400110"/>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Graph Neural Network with Restricted Filter</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RFGNN</a:t>
            </a:r>
            <a:r>
              <a:rPr lang="zh-CN" altLang="en-US" sz="2000" b="1" dirty="0">
                <a:latin typeface="Times New Roman" panose="02020603050405020304" pitchFamily="18" charset="0"/>
                <a:cs typeface="Times New Roman" panose="02020603050405020304" pitchFamily="18" charset="0"/>
              </a:rPr>
              <a:t>）</a:t>
            </a:r>
          </a:p>
        </p:txBody>
      </p:sp>
      <p:pic>
        <p:nvPicPr>
          <p:cNvPr id="4" name="图片 3">
            <a:extLst>
              <a:ext uri="{FF2B5EF4-FFF2-40B4-BE49-F238E27FC236}">
                <a16:creationId xmlns:a16="http://schemas.microsoft.com/office/drawing/2014/main" id="{700A2E16-B5B3-4437-C36B-78C24AF9B9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000" y="1449213"/>
            <a:ext cx="6057143" cy="1552381"/>
          </a:xfrm>
          <a:prstGeom prst="rect">
            <a:avLst/>
          </a:prstGeom>
        </p:spPr>
      </p:pic>
      <p:pic>
        <p:nvPicPr>
          <p:cNvPr id="7" name="图片 6">
            <a:extLst>
              <a:ext uri="{FF2B5EF4-FFF2-40B4-BE49-F238E27FC236}">
                <a16:creationId xmlns:a16="http://schemas.microsoft.com/office/drawing/2014/main" id="{3A9FC371-EE75-1CE5-3E94-9D5A02AAF8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000" y="3189793"/>
            <a:ext cx="6104762" cy="2485714"/>
          </a:xfrm>
          <a:prstGeom prst="rect">
            <a:avLst/>
          </a:prstGeom>
        </p:spPr>
      </p:pic>
      <p:pic>
        <p:nvPicPr>
          <p:cNvPr id="9" name="图片 8">
            <a:extLst>
              <a:ext uri="{FF2B5EF4-FFF2-40B4-BE49-F238E27FC236}">
                <a16:creationId xmlns:a16="http://schemas.microsoft.com/office/drawing/2014/main" id="{60B028DE-2F44-4B68-7731-CA675ED3F7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21143" y="1404639"/>
            <a:ext cx="5742643" cy="4524235"/>
          </a:xfrm>
          <a:prstGeom prst="rect">
            <a:avLst/>
          </a:prstGeom>
        </p:spPr>
      </p:pic>
    </p:spTree>
    <p:extLst>
      <p:ext uri="{BB962C8B-B14F-4D97-AF65-F5344CB8AC3E}">
        <p14:creationId xmlns:p14="http://schemas.microsoft.com/office/powerpoint/2010/main" val="833046799"/>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A12DB193-F8DD-6FCA-B5E9-7121D87439AB}"/>
              </a:ext>
            </a:extLst>
          </p:cNvPr>
          <p:cNvGrpSpPr/>
          <p:nvPr/>
        </p:nvGrpSpPr>
        <p:grpSpPr>
          <a:xfrm>
            <a:off x="-1" y="6553200"/>
            <a:ext cx="12192001" cy="304800"/>
            <a:chOff x="0" y="6569404"/>
            <a:chExt cx="9144000" cy="288000"/>
          </a:xfrm>
        </p:grpSpPr>
        <p:sp>
          <p:nvSpPr>
            <p:cNvPr id="7" name="矩形 6">
              <a:extLst>
                <a:ext uri="{FF2B5EF4-FFF2-40B4-BE49-F238E27FC236}">
                  <a16:creationId xmlns:a16="http://schemas.microsoft.com/office/drawing/2014/main" id="{00980EC1-C6F8-0E50-82B5-760A984290C4}"/>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8" name="矩形 7">
              <a:extLst>
                <a:ext uri="{FF2B5EF4-FFF2-40B4-BE49-F238E27FC236}">
                  <a16:creationId xmlns:a16="http://schemas.microsoft.com/office/drawing/2014/main" id="{8D956A88-734D-3030-DA71-6B1F2DAC6F50}"/>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9" name="灯片编号占位符 5">
            <a:extLst>
              <a:ext uri="{FF2B5EF4-FFF2-40B4-BE49-F238E27FC236}">
                <a16:creationId xmlns:a16="http://schemas.microsoft.com/office/drawing/2014/main" id="{D5816DBB-D797-AED8-3BE7-1DAEC92B0450}"/>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41</a:t>
            </a:fld>
            <a:endParaRPr lang="zh-HK" altLang="en-US" sz="1600" dirty="0">
              <a:solidFill>
                <a:schemeClr val="bg1"/>
              </a:solidFill>
            </a:endParaRPr>
          </a:p>
        </p:txBody>
      </p:sp>
      <p:pic>
        <p:nvPicPr>
          <p:cNvPr id="21" name="图片 20">
            <a:extLst>
              <a:ext uri="{FF2B5EF4-FFF2-40B4-BE49-F238E27FC236}">
                <a16:creationId xmlns:a16="http://schemas.microsoft.com/office/drawing/2014/main" id="{64B072C6-BD53-F038-B3AE-39D5EE3AD758}"/>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55" name="组合 18">
            <a:extLst>
              <a:ext uri="{FF2B5EF4-FFF2-40B4-BE49-F238E27FC236}">
                <a16:creationId xmlns:a16="http://schemas.microsoft.com/office/drawing/2014/main" id="{E32F0986-EAFC-42AC-BAF2-0E44F28EF569}"/>
              </a:ext>
            </a:extLst>
          </p:cNvPr>
          <p:cNvGrpSpPr/>
          <p:nvPr/>
        </p:nvGrpSpPr>
        <p:grpSpPr bwMode="auto">
          <a:xfrm>
            <a:off x="2409457" y="2650330"/>
            <a:ext cx="1505450" cy="1479472"/>
            <a:chOff x="1709739" y="2636838"/>
            <a:chExt cx="1590160" cy="1584325"/>
          </a:xfrm>
          <a:solidFill>
            <a:srgbClr val="044875"/>
          </a:solidFill>
        </p:grpSpPr>
        <p:sp>
          <p:nvSpPr>
            <p:cNvPr id="56" name="Freeform 6">
              <a:extLst>
                <a:ext uri="{FF2B5EF4-FFF2-40B4-BE49-F238E27FC236}">
                  <a16:creationId xmlns:a16="http://schemas.microsoft.com/office/drawing/2014/main" id="{6BC668FF-4F10-4586-ADC4-36BED2D9F29B}"/>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9" name="Freeform 7">
              <a:extLst>
                <a:ext uri="{FF2B5EF4-FFF2-40B4-BE49-F238E27FC236}">
                  <a16:creationId xmlns:a16="http://schemas.microsoft.com/office/drawing/2014/main" id="{FD6CF2D6-7E21-41AC-A49D-1EACB43374B2}"/>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0" name="Freeform 8">
              <a:extLst>
                <a:ext uri="{FF2B5EF4-FFF2-40B4-BE49-F238E27FC236}">
                  <a16:creationId xmlns:a16="http://schemas.microsoft.com/office/drawing/2014/main" id="{5649D085-732C-4910-92D1-EC6327B63455}"/>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3" name="Freeform 9">
              <a:extLst>
                <a:ext uri="{FF2B5EF4-FFF2-40B4-BE49-F238E27FC236}">
                  <a16:creationId xmlns:a16="http://schemas.microsoft.com/office/drawing/2014/main" id="{3B614722-3B3E-439B-8B0F-812039E7B78D}"/>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6" name="Freeform 10">
              <a:extLst>
                <a:ext uri="{FF2B5EF4-FFF2-40B4-BE49-F238E27FC236}">
                  <a16:creationId xmlns:a16="http://schemas.microsoft.com/office/drawing/2014/main" id="{598065AD-DB07-44F3-B049-C24DFCB73558}"/>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7" name="Freeform 11">
              <a:extLst>
                <a:ext uri="{FF2B5EF4-FFF2-40B4-BE49-F238E27FC236}">
                  <a16:creationId xmlns:a16="http://schemas.microsoft.com/office/drawing/2014/main" id="{37FCEFB3-9BFF-470A-83A2-F782D70A1905}"/>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8" name="Freeform 12">
              <a:extLst>
                <a:ext uri="{FF2B5EF4-FFF2-40B4-BE49-F238E27FC236}">
                  <a16:creationId xmlns:a16="http://schemas.microsoft.com/office/drawing/2014/main" id="{D85DB7BE-3FBE-4B92-BC67-1D6589E5B53E}"/>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13">
              <a:extLst>
                <a:ext uri="{FF2B5EF4-FFF2-40B4-BE49-F238E27FC236}">
                  <a16:creationId xmlns:a16="http://schemas.microsoft.com/office/drawing/2014/main" id="{F304822D-4C18-4D70-85FF-0E738FA7C775}"/>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14">
              <a:extLst>
                <a:ext uri="{FF2B5EF4-FFF2-40B4-BE49-F238E27FC236}">
                  <a16:creationId xmlns:a16="http://schemas.microsoft.com/office/drawing/2014/main" id="{F00A4AFA-242A-4BD3-8FEB-47D699EE62B0}"/>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1" name="文本框 70">
            <a:extLst>
              <a:ext uri="{FF2B5EF4-FFF2-40B4-BE49-F238E27FC236}">
                <a16:creationId xmlns:a16="http://schemas.microsoft.com/office/drawing/2014/main" id="{52902BA6-C3BA-4B40-948A-83EBCD156303}"/>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2" name="组合 71">
            <a:extLst>
              <a:ext uri="{FF2B5EF4-FFF2-40B4-BE49-F238E27FC236}">
                <a16:creationId xmlns:a16="http://schemas.microsoft.com/office/drawing/2014/main" id="{68AEDE16-70EB-4628-BBE4-60E215EFAD6B}"/>
              </a:ext>
            </a:extLst>
          </p:cNvPr>
          <p:cNvGrpSpPr/>
          <p:nvPr>
            <p:custDataLst>
              <p:tags r:id="rId1"/>
            </p:custDataLst>
          </p:nvPr>
        </p:nvGrpSpPr>
        <p:grpSpPr>
          <a:xfrm>
            <a:off x="4523741" y="2047924"/>
            <a:ext cx="5370513" cy="534987"/>
            <a:chOff x="3281952" y="1484784"/>
            <a:chExt cx="5370513" cy="534987"/>
          </a:xfrm>
        </p:grpSpPr>
        <p:grpSp>
          <p:nvGrpSpPr>
            <p:cNvPr id="73" name="组合 72">
              <a:extLst>
                <a:ext uri="{FF2B5EF4-FFF2-40B4-BE49-F238E27FC236}">
                  <a16:creationId xmlns:a16="http://schemas.microsoft.com/office/drawing/2014/main" id="{01B9E524-2C2B-48D1-A176-38D4DA3E9C9E}"/>
                </a:ext>
              </a:extLst>
            </p:cNvPr>
            <p:cNvGrpSpPr/>
            <p:nvPr/>
          </p:nvGrpSpPr>
          <p:grpSpPr>
            <a:xfrm>
              <a:off x="3943940" y="1484784"/>
              <a:ext cx="4708525" cy="534987"/>
              <a:chOff x="3943940" y="1626760"/>
              <a:chExt cx="4708525" cy="534987"/>
            </a:xfrm>
          </p:grpSpPr>
          <p:sp>
            <p:nvSpPr>
              <p:cNvPr id="77" name="Freeform 74">
                <a:extLst>
                  <a:ext uri="{FF2B5EF4-FFF2-40B4-BE49-F238E27FC236}">
                    <a16:creationId xmlns:a16="http://schemas.microsoft.com/office/drawing/2014/main" id="{F172DBB6-F293-4E47-BBD5-E9800BD4C7F5}"/>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78" name="文本框 20">
                <a:extLst>
                  <a:ext uri="{FF2B5EF4-FFF2-40B4-BE49-F238E27FC236}">
                    <a16:creationId xmlns:a16="http://schemas.microsoft.com/office/drawing/2014/main" id="{52690CAE-BD52-4ACC-AC77-8610A13EA445}"/>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79" name="矩形 78">
                <a:extLst>
                  <a:ext uri="{FF2B5EF4-FFF2-40B4-BE49-F238E27FC236}">
                    <a16:creationId xmlns:a16="http://schemas.microsoft.com/office/drawing/2014/main" id="{4A5EB640-CFBB-4A2E-BE7D-047779D5100E}"/>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0" name="直接连接符 79">
                <a:extLst>
                  <a:ext uri="{FF2B5EF4-FFF2-40B4-BE49-F238E27FC236}">
                    <a16:creationId xmlns:a16="http://schemas.microsoft.com/office/drawing/2014/main" id="{7B9537FB-B653-464D-AB58-0410D8E93B39}"/>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4" name="组合 73">
              <a:extLst>
                <a:ext uri="{FF2B5EF4-FFF2-40B4-BE49-F238E27FC236}">
                  <a16:creationId xmlns:a16="http://schemas.microsoft.com/office/drawing/2014/main" id="{6D08EDEB-5994-4A0C-91AF-BD15CFEEF026}"/>
                </a:ext>
              </a:extLst>
            </p:cNvPr>
            <p:cNvGrpSpPr/>
            <p:nvPr/>
          </p:nvGrpSpPr>
          <p:grpSpPr>
            <a:xfrm>
              <a:off x="3281952" y="1484784"/>
              <a:ext cx="689642" cy="534987"/>
              <a:chOff x="3281952" y="1626760"/>
              <a:chExt cx="689642" cy="534987"/>
            </a:xfrm>
          </p:grpSpPr>
          <p:sp>
            <p:nvSpPr>
              <p:cNvPr id="75" name="矩形 74">
                <a:extLst>
                  <a:ext uri="{FF2B5EF4-FFF2-40B4-BE49-F238E27FC236}">
                    <a16:creationId xmlns:a16="http://schemas.microsoft.com/office/drawing/2014/main" id="{0F00C43A-D7C4-44D9-A7B4-C822845B6F74}"/>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6" name="文本框 18">
                <a:extLst>
                  <a:ext uri="{FF2B5EF4-FFF2-40B4-BE49-F238E27FC236}">
                    <a16:creationId xmlns:a16="http://schemas.microsoft.com/office/drawing/2014/main" id="{7E1B7378-43CE-4807-853D-F03E4DF42EBC}"/>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1" name="组合 80">
            <a:extLst>
              <a:ext uri="{FF2B5EF4-FFF2-40B4-BE49-F238E27FC236}">
                <a16:creationId xmlns:a16="http://schemas.microsoft.com/office/drawing/2014/main" id="{15421B80-2078-4A16-8A20-8A66F551F862}"/>
              </a:ext>
            </a:extLst>
          </p:cNvPr>
          <p:cNvGrpSpPr/>
          <p:nvPr>
            <p:custDataLst>
              <p:tags r:id="rId2"/>
            </p:custDataLst>
          </p:nvPr>
        </p:nvGrpSpPr>
        <p:grpSpPr>
          <a:xfrm>
            <a:off x="4503593" y="3688642"/>
            <a:ext cx="5372100" cy="534987"/>
            <a:chOff x="3261805" y="3188752"/>
            <a:chExt cx="5372100" cy="534987"/>
          </a:xfrm>
        </p:grpSpPr>
        <p:grpSp>
          <p:nvGrpSpPr>
            <p:cNvPr id="82" name="组合 81">
              <a:extLst>
                <a:ext uri="{FF2B5EF4-FFF2-40B4-BE49-F238E27FC236}">
                  <a16:creationId xmlns:a16="http://schemas.microsoft.com/office/drawing/2014/main" id="{14C26344-E1B8-4938-B9B7-348B29FC2C6D}"/>
                </a:ext>
              </a:extLst>
            </p:cNvPr>
            <p:cNvGrpSpPr/>
            <p:nvPr/>
          </p:nvGrpSpPr>
          <p:grpSpPr>
            <a:xfrm>
              <a:off x="3261805" y="3188752"/>
              <a:ext cx="689593" cy="534987"/>
              <a:chOff x="3261805" y="3188752"/>
              <a:chExt cx="689593" cy="534987"/>
            </a:xfrm>
          </p:grpSpPr>
          <p:sp>
            <p:nvSpPr>
              <p:cNvPr id="91" name="矩形 90">
                <a:extLst>
                  <a:ext uri="{FF2B5EF4-FFF2-40B4-BE49-F238E27FC236}">
                    <a16:creationId xmlns:a16="http://schemas.microsoft.com/office/drawing/2014/main" id="{0E0D74A3-90BD-4C6A-BF14-805B8661BC77}"/>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5" name="文本框 86">
                <a:extLst>
                  <a:ext uri="{FF2B5EF4-FFF2-40B4-BE49-F238E27FC236}">
                    <a16:creationId xmlns:a16="http://schemas.microsoft.com/office/drawing/2014/main" id="{4B242D75-C539-490D-B91C-2BB3C09F57FB}"/>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83" name="组合 82">
              <a:extLst>
                <a:ext uri="{FF2B5EF4-FFF2-40B4-BE49-F238E27FC236}">
                  <a16:creationId xmlns:a16="http://schemas.microsoft.com/office/drawing/2014/main" id="{C0CD5E4A-EC86-4A42-A22A-5C3263F309F2}"/>
                </a:ext>
              </a:extLst>
            </p:cNvPr>
            <p:cNvGrpSpPr/>
            <p:nvPr/>
          </p:nvGrpSpPr>
          <p:grpSpPr>
            <a:xfrm>
              <a:off x="3923792" y="3188752"/>
              <a:ext cx="4710113" cy="534987"/>
              <a:chOff x="3923792" y="3188752"/>
              <a:chExt cx="4710113" cy="534987"/>
            </a:xfrm>
          </p:grpSpPr>
          <p:sp>
            <p:nvSpPr>
              <p:cNvPr id="84" name="文本框 81">
                <a:extLst>
                  <a:ext uri="{FF2B5EF4-FFF2-40B4-BE49-F238E27FC236}">
                    <a16:creationId xmlns:a16="http://schemas.microsoft.com/office/drawing/2014/main" id="{F808113E-2EAF-48C5-BB2D-69D2AED47DD3}"/>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85" name="矩形 84">
                <a:extLst>
                  <a:ext uri="{FF2B5EF4-FFF2-40B4-BE49-F238E27FC236}">
                    <a16:creationId xmlns:a16="http://schemas.microsoft.com/office/drawing/2014/main" id="{E06B6AC1-F989-49FD-8B61-E5F716FBB948}"/>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7" name="直接连接符 86">
                <a:extLst>
                  <a:ext uri="{FF2B5EF4-FFF2-40B4-BE49-F238E27FC236}">
                    <a16:creationId xmlns:a16="http://schemas.microsoft.com/office/drawing/2014/main" id="{B695C450-73F0-43D2-A3DE-88257C1E6FBC}"/>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71">
                <a:extLst>
                  <a:ext uri="{FF2B5EF4-FFF2-40B4-BE49-F238E27FC236}">
                    <a16:creationId xmlns:a16="http://schemas.microsoft.com/office/drawing/2014/main" id="{BD527E85-1200-4867-AA8D-829DEB908AF4}"/>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srgbClr val="044875"/>
                  </a:solidFill>
                </a:endParaRPr>
              </a:p>
            </p:txBody>
          </p:sp>
        </p:grpSp>
      </p:grpSp>
      <p:grpSp>
        <p:nvGrpSpPr>
          <p:cNvPr id="99" name="组合 98">
            <a:extLst>
              <a:ext uri="{FF2B5EF4-FFF2-40B4-BE49-F238E27FC236}">
                <a16:creationId xmlns:a16="http://schemas.microsoft.com/office/drawing/2014/main" id="{A63A5674-B78C-45AE-A8D6-E7B7B6D5CF20}"/>
              </a:ext>
            </a:extLst>
          </p:cNvPr>
          <p:cNvGrpSpPr/>
          <p:nvPr>
            <p:custDataLst>
              <p:tags r:id="rId3"/>
            </p:custDataLst>
          </p:nvPr>
        </p:nvGrpSpPr>
        <p:grpSpPr>
          <a:xfrm>
            <a:off x="4503593" y="4509001"/>
            <a:ext cx="5372100" cy="534987"/>
            <a:chOff x="3261805" y="4046141"/>
            <a:chExt cx="5372100" cy="534987"/>
          </a:xfrm>
        </p:grpSpPr>
        <p:grpSp>
          <p:nvGrpSpPr>
            <p:cNvPr id="100" name="组合 99">
              <a:extLst>
                <a:ext uri="{FF2B5EF4-FFF2-40B4-BE49-F238E27FC236}">
                  <a16:creationId xmlns:a16="http://schemas.microsoft.com/office/drawing/2014/main" id="{EDE6C491-C2D7-41A3-9525-AACBB0298712}"/>
                </a:ext>
              </a:extLst>
            </p:cNvPr>
            <p:cNvGrpSpPr/>
            <p:nvPr/>
          </p:nvGrpSpPr>
          <p:grpSpPr>
            <a:xfrm>
              <a:off x="3261805" y="4046141"/>
              <a:ext cx="689447" cy="534987"/>
              <a:chOff x="3261805" y="3969748"/>
              <a:chExt cx="689447" cy="534987"/>
            </a:xfrm>
          </p:grpSpPr>
          <p:sp>
            <p:nvSpPr>
              <p:cNvPr id="106" name="矩形 105">
                <a:extLst>
                  <a:ext uri="{FF2B5EF4-FFF2-40B4-BE49-F238E27FC236}">
                    <a16:creationId xmlns:a16="http://schemas.microsoft.com/office/drawing/2014/main" id="{0F51E61D-28AF-41B7-855B-9FAD43BCFC3D}"/>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7" name="文本框 131">
                <a:extLst>
                  <a:ext uri="{FF2B5EF4-FFF2-40B4-BE49-F238E27FC236}">
                    <a16:creationId xmlns:a16="http://schemas.microsoft.com/office/drawing/2014/main" id="{B048DE40-4DBF-4716-BD03-A282282B8999}"/>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01" name="组合 100">
              <a:extLst>
                <a:ext uri="{FF2B5EF4-FFF2-40B4-BE49-F238E27FC236}">
                  <a16:creationId xmlns:a16="http://schemas.microsoft.com/office/drawing/2014/main" id="{F19223D8-0841-477F-89CE-054EDA35463B}"/>
                </a:ext>
              </a:extLst>
            </p:cNvPr>
            <p:cNvGrpSpPr/>
            <p:nvPr/>
          </p:nvGrpSpPr>
          <p:grpSpPr>
            <a:xfrm>
              <a:off x="3923792" y="4046141"/>
              <a:ext cx="4710113" cy="534987"/>
              <a:chOff x="3923792" y="3969748"/>
              <a:chExt cx="4710113" cy="534987"/>
            </a:xfrm>
          </p:grpSpPr>
          <p:sp>
            <p:nvSpPr>
              <p:cNvPr id="102" name="文本框 126">
                <a:extLst>
                  <a:ext uri="{FF2B5EF4-FFF2-40B4-BE49-F238E27FC236}">
                    <a16:creationId xmlns:a16="http://schemas.microsoft.com/office/drawing/2014/main" id="{26B380BB-72C1-4CE0-9903-CBDE07089714}"/>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3" name="矩形 102">
                <a:extLst>
                  <a:ext uri="{FF2B5EF4-FFF2-40B4-BE49-F238E27FC236}">
                    <a16:creationId xmlns:a16="http://schemas.microsoft.com/office/drawing/2014/main" id="{A38D2A4B-1834-4430-A642-D4140C17E14E}"/>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4" name="直接连接符 103">
                <a:extLst>
                  <a:ext uri="{FF2B5EF4-FFF2-40B4-BE49-F238E27FC236}">
                    <a16:creationId xmlns:a16="http://schemas.microsoft.com/office/drawing/2014/main" id="{81099C73-A91C-4B1D-9806-029495F65FE1}"/>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5" name="Freeform 306">
                <a:extLst>
                  <a:ext uri="{FF2B5EF4-FFF2-40B4-BE49-F238E27FC236}">
                    <a16:creationId xmlns:a16="http://schemas.microsoft.com/office/drawing/2014/main" id="{49024CD1-4517-4925-8BAE-3C4AE3F25764}"/>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8" name="组合 107">
            <a:extLst>
              <a:ext uri="{FF2B5EF4-FFF2-40B4-BE49-F238E27FC236}">
                <a16:creationId xmlns:a16="http://schemas.microsoft.com/office/drawing/2014/main" id="{F9E3C90D-DB3C-470A-8E04-8A571753BE0D}"/>
              </a:ext>
            </a:extLst>
          </p:cNvPr>
          <p:cNvGrpSpPr/>
          <p:nvPr>
            <p:custDataLst>
              <p:tags r:id="rId4"/>
            </p:custDataLst>
          </p:nvPr>
        </p:nvGrpSpPr>
        <p:grpSpPr>
          <a:xfrm>
            <a:off x="4517645" y="2868283"/>
            <a:ext cx="5370513" cy="534987"/>
            <a:chOff x="3275856" y="2348880"/>
            <a:chExt cx="5370513" cy="534987"/>
          </a:xfrm>
        </p:grpSpPr>
        <p:grpSp>
          <p:nvGrpSpPr>
            <p:cNvPr id="109" name="组合 108">
              <a:extLst>
                <a:ext uri="{FF2B5EF4-FFF2-40B4-BE49-F238E27FC236}">
                  <a16:creationId xmlns:a16="http://schemas.microsoft.com/office/drawing/2014/main" id="{37D2DD6E-6602-41A9-B3DB-DCCAA4E5DFD8}"/>
                </a:ext>
              </a:extLst>
            </p:cNvPr>
            <p:cNvGrpSpPr/>
            <p:nvPr/>
          </p:nvGrpSpPr>
          <p:grpSpPr>
            <a:xfrm>
              <a:off x="3275856" y="2348880"/>
              <a:ext cx="689474" cy="534987"/>
              <a:chOff x="3275856" y="2407756"/>
              <a:chExt cx="689474" cy="534987"/>
            </a:xfrm>
          </p:grpSpPr>
          <p:sp>
            <p:nvSpPr>
              <p:cNvPr id="115" name="矩形 114">
                <a:extLst>
                  <a:ext uri="{FF2B5EF4-FFF2-40B4-BE49-F238E27FC236}">
                    <a16:creationId xmlns:a16="http://schemas.microsoft.com/office/drawing/2014/main" id="{86728190-32D9-4D1A-A7FF-0FC39D0989C2}"/>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6" name="文本框 78">
                <a:extLst>
                  <a:ext uri="{FF2B5EF4-FFF2-40B4-BE49-F238E27FC236}">
                    <a16:creationId xmlns:a16="http://schemas.microsoft.com/office/drawing/2014/main" id="{20C8D3CF-C265-4C8B-82E5-F65D35A29C70}"/>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10" name="组合 109">
              <a:extLst>
                <a:ext uri="{FF2B5EF4-FFF2-40B4-BE49-F238E27FC236}">
                  <a16:creationId xmlns:a16="http://schemas.microsoft.com/office/drawing/2014/main" id="{A603605D-6EE9-46CB-93F5-13C15E9CB57A}"/>
                </a:ext>
              </a:extLst>
            </p:cNvPr>
            <p:cNvGrpSpPr/>
            <p:nvPr/>
          </p:nvGrpSpPr>
          <p:grpSpPr>
            <a:xfrm>
              <a:off x="3937844" y="2348880"/>
              <a:ext cx="4708525" cy="534987"/>
              <a:chOff x="3937844" y="2407756"/>
              <a:chExt cx="4708525" cy="534987"/>
            </a:xfrm>
          </p:grpSpPr>
          <p:sp>
            <p:nvSpPr>
              <p:cNvPr id="111" name="文本框 73">
                <a:extLst>
                  <a:ext uri="{FF2B5EF4-FFF2-40B4-BE49-F238E27FC236}">
                    <a16:creationId xmlns:a16="http://schemas.microsoft.com/office/drawing/2014/main" id="{A6A5D10E-9D49-46CD-8037-38EE4F9BE4B8}"/>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12" name="矩形 111">
                <a:extLst>
                  <a:ext uri="{FF2B5EF4-FFF2-40B4-BE49-F238E27FC236}">
                    <a16:creationId xmlns:a16="http://schemas.microsoft.com/office/drawing/2014/main" id="{09503885-09FC-442E-8A05-CFD25C72C1F1}"/>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3" name="直接连接符 112">
                <a:extLst>
                  <a:ext uri="{FF2B5EF4-FFF2-40B4-BE49-F238E27FC236}">
                    <a16:creationId xmlns:a16="http://schemas.microsoft.com/office/drawing/2014/main" id="{9606E423-0DFD-4F5C-ABF2-C830FF107C98}"/>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4" name="Freeform 30">
                <a:extLst>
                  <a:ext uri="{FF2B5EF4-FFF2-40B4-BE49-F238E27FC236}">
                    <a16:creationId xmlns:a16="http://schemas.microsoft.com/office/drawing/2014/main" id="{79C00B4E-7E08-4080-B379-8587A352960E}"/>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extLst>
      <p:ext uri="{BB962C8B-B14F-4D97-AF65-F5344CB8AC3E}">
        <p14:creationId xmlns:p14="http://schemas.microsoft.com/office/powerpoint/2010/main" val="176666957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88CBA-F9DB-8B6D-62DF-D0B98022B86D}"/>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425DFFF8-F9B9-267E-6CB7-135764C431A3}"/>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2" name="文本框 71">
            <a:extLst>
              <a:ext uri="{FF2B5EF4-FFF2-40B4-BE49-F238E27FC236}">
                <a16:creationId xmlns:a16="http://schemas.microsoft.com/office/drawing/2014/main" id="{71C98960-E611-F50E-85A2-2719EEF9B4EA}"/>
              </a:ext>
            </a:extLst>
          </p:cNvPr>
          <p:cNvSpPr txBox="1"/>
          <p:nvPr>
            <p:custDataLst>
              <p:tags r:id="rId2"/>
            </p:custDataLst>
          </p:nvPr>
        </p:nvSpPr>
        <p:spPr>
          <a:xfrm>
            <a:off x="0" y="66874"/>
            <a:ext cx="4914152" cy="58356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6697E147-C276-4E09-5BFC-97642FAD9FD4}"/>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00A2C498-F1C7-8773-C7B7-924BC21743C4}"/>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2" name="矩形 31">
              <a:extLst>
                <a:ext uri="{FF2B5EF4-FFF2-40B4-BE49-F238E27FC236}">
                  <a16:creationId xmlns:a16="http://schemas.microsoft.com/office/drawing/2014/main" id="{0502582F-DA32-A4D1-64FD-341A07F95462}"/>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9F6D3FCF-D709-67CF-6876-D93F5E136066}"/>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2" name="文本框 1">
            <a:extLst>
              <a:ext uri="{FF2B5EF4-FFF2-40B4-BE49-F238E27FC236}">
                <a16:creationId xmlns:a16="http://schemas.microsoft.com/office/drawing/2014/main" id="{15A60164-4A1E-E3A2-948C-E49373759A44}"/>
              </a:ext>
            </a:extLst>
          </p:cNvPr>
          <p:cNvSpPr txBox="1"/>
          <p:nvPr/>
        </p:nvSpPr>
        <p:spPr>
          <a:xfrm>
            <a:off x="264000" y="831787"/>
            <a:ext cx="3888000" cy="400110"/>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dataset</a:t>
            </a:r>
            <a:endParaRPr lang="zh-CN" altLang="en-US" sz="2000" b="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644724D7-1334-BD06-43C9-519BA8A572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8000" y="1354669"/>
            <a:ext cx="5728214" cy="2984000"/>
          </a:xfrm>
          <a:prstGeom prst="rect">
            <a:avLst/>
          </a:prstGeom>
        </p:spPr>
      </p:pic>
      <p:pic>
        <p:nvPicPr>
          <p:cNvPr id="6" name="图片 5">
            <a:extLst>
              <a:ext uri="{FF2B5EF4-FFF2-40B4-BE49-F238E27FC236}">
                <a16:creationId xmlns:a16="http://schemas.microsoft.com/office/drawing/2014/main" id="{69D85F1E-06FB-A546-96B3-ABAB8466B06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0069" y="4602611"/>
            <a:ext cx="5726145" cy="741451"/>
          </a:xfrm>
          <a:prstGeom prst="rect">
            <a:avLst/>
          </a:prstGeom>
        </p:spPr>
      </p:pic>
      <p:pic>
        <p:nvPicPr>
          <p:cNvPr id="9" name="图片 8">
            <a:extLst>
              <a:ext uri="{FF2B5EF4-FFF2-40B4-BE49-F238E27FC236}">
                <a16:creationId xmlns:a16="http://schemas.microsoft.com/office/drawing/2014/main" id="{29CF1D56-1733-A4B3-55B6-D2527EAA515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61034" y="1354669"/>
            <a:ext cx="5495619" cy="1622925"/>
          </a:xfrm>
          <a:prstGeom prst="rect">
            <a:avLst/>
          </a:prstGeom>
        </p:spPr>
      </p:pic>
      <p:pic>
        <p:nvPicPr>
          <p:cNvPr id="12" name="图片 11">
            <a:extLst>
              <a:ext uri="{FF2B5EF4-FFF2-40B4-BE49-F238E27FC236}">
                <a16:creationId xmlns:a16="http://schemas.microsoft.com/office/drawing/2014/main" id="{6AAE5A6F-70C8-D38B-EC4B-0946272C654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14906" y="3066859"/>
            <a:ext cx="5495619" cy="2502700"/>
          </a:xfrm>
          <a:prstGeom prst="rect">
            <a:avLst/>
          </a:prstGeom>
        </p:spPr>
      </p:pic>
      <mc:AlternateContent xmlns:mc="http://schemas.openxmlformats.org/markup-compatibility/2006" xmlns:p14="http://schemas.microsoft.com/office/powerpoint/2010/main">
        <mc:Choice Requires="p14">
          <p:contentPart p14:bwMode="auto" r:id="rId9">
            <p14:nvContentPartPr>
              <p14:cNvPr id="13" name="墨迹 12">
                <a:extLst>
                  <a:ext uri="{FF2B5EF4-FFF2-40B4-BE49-F238E27FC236}">
                    <a16:creationId xmlns:a16="http://schemas.microsoft.com/office/drawing/2014/main" id="{AD101C28-470B-1838-046F-9EDC423A51F7}"/>
                  </a:ext>
                </a:extLst>
              </p14:cNvPr>
              <p14:cNvContentPartPr/>
              <p14:nvPr/>
            </p14:nvContentPartPr>
            <p14:xfrm>
              <a:off x="798360" y="1407116"/>
              <a:ext cx="619200" cy="43560"/>
            </p14:xfrm>
          </p:contentPart>
        </mc:Choice>
        <mc:Fallback xmlns="">
          <p:pic>
            <p:nvPicPr>
              <p:cNvPr id="13" name="墨迹 12">
                <a:extLst>
                  <a:ext uri="{FF2B5EF4-FFF2-40B4-BE49-F238E27FC236}">
                    <a16:creationId xmlns:a16="http://schemas.microsoft.com/office/drawing/2014/main" id="{AD101C28-470B-1838-046F-9EDC423A51F7}"/>
                  </a:ext>
                </a:extLst>
              </p:cNvPr>
              <p:cNvPicPr/>
              <p:nvPr/>
            </p:nvPicPr>
            <p:blipFill>
              <a:blip r:embed="rId10"/>
              <a:stretch>
                <a:fillRect/>
              </a:stretch>
            </p:blipFill>
            <p:spPr>
              <a:xfrm>
                <a:off x="744720" y="1299476"/>
                <a:ext cx="72684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5" name="墨迹 14">
                <a:extLst>
                  <a:ext uri="{FF2B5EF4-FFF2-40B4-BE49-F238E27FC236}">
                    <a16:creationId xmlns:a16="http://schemas.microsoft.com/office/drawing/2014/main" id="{3E07C688-168A-7F12-549F-CA235D097A7E}"/>
                  </a:ext>
                </a:extLst>
              </p14:cNvPr>
              <p14:cNvContentPartPr/>
              <p14:nvPr/>
            </p14:nvContentPartPr>
            <p14:xfrm>
              <a:off x="4182720" y="1481996"/>
              <a:ext cx="789120" cy="720"/>
            </p14:xfrm>
          </p:contentPart>
        </mc:Choice>
        <mc:Fallback xmlns="">
          <p:pic>
            <p:nvPicPr>
              <p:cNvPr id="15" name="墨迹 14">
                <a:extLst>
                  <a:ext uri="{FF2B5EF4-FFF2-40B4-BE49-F238E27FC236}">
                    <a16:creationId xmlns:a16="http://schemas.microsoft.com/office/drawing/2014/main" id="{3E07C688-168A-7F12-549F-CA235D097A7E}"/>
                  </a:ext>
                </a:extLst>
              </p:cNvPr>
              <p:cNvPicPr/>
              <p:nvPr/>
            </p:nvPicPr>
            <p:blipFill>
              <a:blip r:embed="rId12"/>
              <a:stretch>
                <a:fillRect/>
              </a:stretch>
            </p:blipFill>
            <p:spPr>
              <a:xfrm>
                <a:off x="4129080" y="1265996"/>
                <a:ext cx="89676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6" name="墨迹 15">
                <a:extLst>
                  <a:ext uri="{FF2B5EF4-FFF2-40B4-BE49-F238E27FC236}">
                    <a16:creationId xmlns:a16="http://schemas.microsoft.com/office/drawing/2014/main" id="{BF9D33DC-FE31-EC9D-4FD3-794B753CF352}"/>
                  </a:ext>
                </a:extLst>
              </p14:cNvPr>
              <p14:cNvContentPartPr/>
              <p14:nvPr/>
            </p14:nvContentPartPr>
            <p14:xfrm>
              <a:off x="798360" y="4739996"/>
              <a:ext cx="545040" cy="360"/>
            </p14:xfrm>
          </p:contentPart>
        </mc:Choice>
        <mc:Fallback xmlns="">
          <p:pic>
            <p:nvPicPr>
              <p:cNvPr id="16" name="墨迹 15">
                <a:extLst>
                  <a:ext uri="{FF2B5EF4-FFF2-40B4-BE49-F238E27FC236}">
                    <a16:creationId xmlns:a16="http://schemas.microsoft.com/office/drawing/2014/main" id="{BF9D33DC-FE31-EC9D-4FD3-794B753CF352}"/>
                  </a:ext>
                </a:extLst>
              </p:cNvPr>
              <p:cNvPicPr/>
              <p:nvPr/>
            </p:nvPicPr>
            <p:blipFill>
              <a:blip r:embed="rId14"/>
              <a:stretch>
                <a:fillRect/>
              </a:stretch>
            </p:blipFill>
            <p:spPr>
              <a:xfrm>
                <a:off x="744720" y="4631996"/>
                <a:ext cx="6526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8" name="墨迹 17">
                <a:extLst>
                  <a:ext uri="{FF2B5EF4-FFF2-40B4-BE49-F238E27FC236}">
                    <a16:creationId xmlns:a16="http://schemas.microsoft.com/office/drawing/2014/main" id="{BEF28EB8-FE27-1BCE-DAC3-101EB18466C0}"/>
                  </a:ext>
                </a:extLst>
              </p14:cNvPr>
              <p14:cNvContentPartPr/>
              <p14:nvPr/>
            </p14:nvContentPartPr>
            <p14:xfrm>
              <a:off x="4214400" y="4687076"/>
              <a:ext cx="389160" cy="11160"/>
            </p14:xfrm>
          </p:contentPart>
        </mc:Choice>
        <mc:Fallback xmlns="">
          <p:pic>
            <p:nvPicPr>
              <p:cNvPr id="18" name="墨迹 17">
                <a:extLst>
                  <a:ext uri="{FF2B5EF4-FFF2-40B4-BE49-F238E27FC236}">
                    <a16:creationId xmlns:a16="http://schemas.microsoft.com/office/drawing/2014/main" id="{BEF28EB8-FE27-1BCE-DAC3-101EB18466C0}"/>
                  </a:ext>
                </a:extLst>
              </p:cNvPr>
              <p:cNvPicPr/>
              <p:nvPr/>
            </p:nvPicPr>
            <p:blipFill>
              <a:blip r:embed="rId16"/>
              <a:stretch>
                <a:fillRect/>
              </a:stretch>
            </p:blipFill>
            <p:spPr>
              <a:xfrm>
                <a:off x="4160760" y="4579076"/>
                <a:ext cx="49680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0" name="墨迹 19">
                <a:extLst>
                  <a:ext uri="{FF2B5EF4-FFF2-40B4-BE49-F238E27FC236}">
                    <a16:creationId xmlns:a16="http://schemas.microsoft.com/office/drawing/2014/main" id="{644AE071-6B0A-DE61-FC02-967BEB24C28A}"/>
                  </a:ext>
                </a:extLst>
              </p14:cNvPr>
              <p14:cNvContentPartPr/>
              <p14:nvPr/>
            </p14:nvContentPartPr>
            <p14:xfrm>
              <a:off x="6642240" y="3194876"/>
              <a:ext cx="546480" cy="11520"/>
            </p14:xfrm>
          </p:contentPart>
        </mc:Choice>
        <mc:Fallback xmlns="">
          <p:pic>
            <p:nvPicPr>
              <p:cNvPr id="20" name="墨迹 19">
                <a:extLst>
                  <a:ext uri="{FF2B5EF4-FFF2-40B4-BE49-F238E27FC236}">
                    <a16:creationId xmlns:a16="http://schemas.microsoft.com/office/drawing/2014/main" id="{644AE071-6B0A-DE61-FC02-967BEB24C28A}"/>
                  </a:ext>
                </a:extLst>
              </p:cNvPr>
              <p:cNvPicPr/>
              <p:nvPr/>
            </p:nvPicPr>
            <p:blipFill>
              <a:blip r:embed="rId18"/>
              <a:stretch>
                <a:fillRect/>
              </a:stretch>
            </p:blipFill>
            <p:spPr>
              <a:xfrm>
                <a:off x="6588600" y="3087236"/>
                <a:ext cx="65412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2" name="墨迹 21">
                <a:extLst>
                  <a:ext uri="{FF2B5EF4-FFF2-40B4-BE49-F238E27FC236}">
                    <a16:creationId xmlns:a16="http://schemas.microsoft.com/office/drawing/2014/main" id="{24962734-C395-338B-9903-4FDF8B03C1ED}"/>
                  </a:ext>
                </a:extLst>
              </p14:cNvPr>
              <p14:cNvContentPartPr/>
              <p14:nvPr/>
            </p14:nvContentPartPr>
            <p14:xfrm>
              <a:off x="7325520" y="3089756"/>
              <a:ext cx="1334880" cy="21240"/>
            </p14:xfrm>
          </p:contentPart>
        </mc:Choice>
        <mc:Fallback xmlns="">
          <p:pic>
            <p:nvPicPr>
              <p:cNvPr id="22" name="墨迹 21">
                <a:extLst>
                  <a:ext uri="{FF2B5EF4-FFF2-40B4-BE49-F238E27FC236}">
                    <a16:creationId xmlns:a16="http://schemas.microsoft.com/office/drawing/2014/main" id="{24962734-C395-338B-9903-4FDF8B03C1ED}"/>
                  </a:ext>
                </a:extLst>
              </p:cNvPr>
              <p:cNvPicPr/>
              <p:nvPr/>
            </p:nvPicPr>
            <p:blipFill>
              <a:blip r:embed="rId20"/>
              <a:stretch>
                <a:fillRect/>
              </a:stretch>
            </p:blipFill>
            <p:spPr>
              <a:xfrm>
                <a:off x="7271520" y="2982116"/>
                <a:ext cx="1442520" cy="236880"/>
              </a:xfrm>
              <a:prstGeom prst="rect">
                <a:avLst/>
              </a:prstGeom>
            </p:spPr>
          </p:pic>
        </mc:Fallback>
      </mc:AlternateContent>
    </p:spTree>
    <p:extLst>
      <p:ext uri="{BB962C8B-B14F-4D97-AF65-F5344CB8AC3E}">
        <p14:creationId xmlns:p14="http://schemas.microsoft.com/office/powerpoint/2010/main" val="3753952763"/>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C082D-8B7D-E706-34DA-CD9067609B69}"/>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681B0BDA-8F66-7218-20F5-B366AEC27EB7}"/>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2" name="文本框 71">
            <a:extLst>
              <a:ext uri="{FF2B5EF4-FFF2-40B4-BE49-F238E27FC236}">
                <a16:creationId xmlns:a16="http://schemas.microsoft.com/office/drawing/2014/main" id="{54694D41-F158-9BDC-85E5-0FDB45B9F8B2}"/>
              </a:ext>
            </a:extLst>
          </p:cNvPr>
          <p:cNvSpPr txBox="1"/>
          <p:nvPr>
            <p:custDataLst>
              <p:tags r:id="rId2"/>
            </p:custDataLst>
          </p:nvPr>
        </p:nvSpPr>
        <p:spPr>
          <a:xfrm>
            <a:off x="0" y="66874"/>
            <a:ext cx="4914152" cy="58356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3484E10D-5352-CE56-638E-E4EF798EB079}"/>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19957F0C-D7D8-5DEC-EDF5-ACAD82E37A7E}"/>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2" name="矩形 31">
              <a:extLst>
                <a:ext uri="{FF2B5EF4-FFF2-40B4-BE49-F238E27FC236}">
                  <a16:creationId xmlns:a16="http://schemas.microsoft.com/office/drawing/2014/main" id="{C44233CD-CBEC-742A-C8BA-07BAEDC63C91}"/>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C4894B64-C9C5-AA43-4EF7-AE37E2606DFE}"/>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2" name="文本框 1">
            <a:extLst>
              <a:ext uri="{FF2B5EF4-FFF2-40B4-BE49-F238E27FC236}">
                <a16:creationId xmlns:a16="http://schemas.microsoft.com/office/drawing/2014/main" id="{3CD15B9C-C813-3D3B-CD1D-884CB680B58B}"/>
              </a:ext>
            </a:extLst>
          </p:cNvPr>
          <p:cNvSpPr txBox="1"/>
          <p:nvPr/>
        </p:nvSpPr>
        <p:spPr>
          <a:xfrm>
            <a:off x="264000" y="831787"/>
            <a:ext cx="4032000" cy="400110"/>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Single Sensor vs Multiple Sensors</a:t>
            </a:r>
            <a:endParaRPr lang="zh-CN" altLang="en-US" sz="2000" b="1"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DBD4CC0C-ACBC-86A0-95D9-AA47B6A1AE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8100" y="1262060"/>
            <a:ext cx="10009524" cy="2323809"/>
          </a:xfrm>
          <a:prstGeom prst="rect">
            <a:avLst/>
          </a:prstGeom>
        </p:spPr>
      </p:pic>
      <p:pic>
        <p:nvPicPr>
          <p:cNvPr id="7" name="图片 6">
            <a:extLst>
              <a:ext uri="{FF2B5EF4-FFF2-40B4-BE49-F238E27FC236}">
                <a16:creationId xmlns:a16="http://schemas.microsoft.com/office/drawing/2014/main" id="{98682E2D-9D1F-CD3F-33B6-52FB19F8DBF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5329" y="3687332"/>
            <a:ext cx="10628571" cy="2580952"/>
          </a:xfrm>
          <a:prstGeom prst="rect">
            <a:avLst/>
          </a:prstGeom>
        </p:spPr>
      </p:pic>
    </p:spTree>
    <p:extLst>
      <p:ext uri="{BB962C8B-B14F-4D97-AF65-F5344CB8AC3E}">
        <p14:creationId xmlns:p14="http://schemas.microsoft.com/office/powerpoint/2010/main" val="2445356331"/>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6C76A-1603-2615-74EE-EE112944DF17}"/>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7B1F49FD-2B56-96B1-86D1-9DFCCA21E69D}"/>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2" name="文本框 71">
            <a:extLst>
              <a:ext uri="{FF2B5EF4-FFF2-40B4-BE49-F238E27FC236}">
                <a16:creationId xmlns:a16="http://schemas.microsoft.com/office/drawing/2014/main" id="{48E10867-9A86-B9A2-0363-E5F96AEC18C1}"/>
              </a:ext>
            </a:extLst>
          </p:cNvPr>
          <p:cNvSpPr txBox="1"/>
          <p:nvPr>
            <p:custDataLst>
              <p:tags r:id="rId2"/>
            </p:custDataLst>
          </p:nvPr>
        </p:nvSpPr>
        <p:spPr>
          <a:xfrm>
            <a:off x="0" y="66874"/>
            <a:ext cx="4914152" cy="58356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4F0B3EBB-55ED-A2B3-4018-79022257BB52}"/>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8E02229E-9498-161A-CC14-426AF4F3D4CF}"/>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2" name="矩形 31">
              <a:extLst>
                <a:ext uri="{FF2B5EF4-FFF2-40B4-BE49-F238E27FC236}">
                  <a16:creationId xmlns:a16="http://schemas.microsoft.com/office/drawing/2014/main" id="{6DDD36F5-8B1F-FBB9-9639-11C9B81A2661}"/>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11FA4F41-3A29-30C9-7DAB-C21C45791DBD}"/>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2" name="文本框 1">
            <a:extLst>
              <a:ext uri="{FF2B5EF4-FFF2-40B4-BE49-F238E27FC236}">
                <a16:creationId xmlns:a16="http://schemas.microsoft.com/office/drawing/2014/main" id="{5E9D56A2-160A-D185-CE1F-4839EADC6525}"/>
              </a:ext>
            </a:extLst>
          </p:cNvPr>
          <p:cNvSpPr txBox="1"/>
          <p:nvPr/>
        </p:nvSpPr>
        <p:spPr>
          <a:xfrm>
            <a:off x="120000" y="2948064"/>
            <a:ext cx="3888000" cy="400110"/>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Effects of Different Signal Types</a:t>
            </a:r>
            <a:endParaRPr lang="zh-CN" altLang="en-US" sz="2000" b="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C0003CF1-5078-C571-68DD-8D76FA4278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16520" y="434201"/>
            <a:ext cx="5976000" cy="6049437"/>
          </a:xfrm>
          <a:prstGeom prst="rect">
            <a:avLst/>
          </a:prstGeom>
        </p:spPr>
      </p:pic>
    </p:spTree>
    <p:extLst>
      <p:ext uri="{BB962C8B-B14F-4D97-AF65-F5344CB8AC3E}">
        <p14:creationId xmlns:p14="http://schemas.microsoft.com/office/powerpoint/2010/main" val="1845567159"/>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415C7-1E91-CD1D-7406-C6054B5BF690}"/>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92217F44-3C92-1A7A-E118-E0D24825CC48}"/>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2" name="文本框 71">
            <a:extLst>
              <a:ext uri="{FF2B5EF4-FFF2-40B4-BE49-F238E27FC236}">
                <a16:creationId xmlns:a16="http://schemas.microsoft.com/office/drawing/2014/main" id="{718C1B3D-F93B-38BC-D4EB-9E5DE97CB068}"/>
              </a:ext>
            </a:extLst>
          </p:cNvPr>
          <p:cNvSpPr txBox="1"/>
          <p:nvPr>
            <p:custDataLst>
              <p:tags r:id="rId2"/>
            </p:custDataLst>
          </p:nvPr>
        </p:nvSpPr>
        <p:spPr>
          <a:xfrm>
            <a:off x="0" y="66874"/>
            <a:ext cx="4914152" cy="58356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3A992836-1684-D592-7BB8-34A0DA71573D}"/>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843E18EE-7762-17B8-BACC-2197FCC71063}"/>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2" name="矩形 31">
              <a:extLst>
                <a:ext uri="{FF2B5EF4-FFF2-40B4-BE49-F238E27FC236}">
                  <a16:creationId xmlns:a16="http://schemas.microsoft.com/office/drawing/2014/main" id="{FF770979-7E10-EC26-FBE0-A0D6561CD71A}"/>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1E4C6E5B-0F77-8DD5-87E2-E680246375C9}"/>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pic>
        <p:nvPicPr>
          <p:cNvPr id="4" name="图片 3">
            <a:extLst>
              <a:ext uri="{FF2B5EF4-FFF2-40B4-BE49-F238E27FC236}">
                <a16:creationId xmlns:a16="http://schemas.microsoft.com/office/drawing/2014/main" id="{785BE863-9353-7AF5-4F74-FE5C71702A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81714" y="831455"/>
            <a:ext cx="7428571" cy="5580952"/>
          </a:xfrm>
          <a:prstGeom prst="rect">
            <a:avLst/>
          </a:prstGeom>
        </p:spPr>
      </p:pic>
    </p:spTree>
    <p:extLst>
      <p:ext uri="{BB962C8B-B14F-4D97-AF65-F5344CB8AC3E}">
        <p14:creationId xmlns:p14="http://schemas.microsoft.com/office/powerpoint/2010/main" val="2169893056"/>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66E18-3F0E-4A6B-96B1-B696270DF7A0}"/>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7F637812-6EA1-BB3A-03D8-6BB12735B4B4}"/>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2" name="文本框 71">
            <a:extLst>
              <a:ext uri="{FF2B5EF4-FFF2-40B4-BE49-F238E27FC236}">
                <a16:creationId xmlns:a16="http://schemas.microsoft.com/office/drawing/2014/main" id="{04A17FB9-86AE-B778-6DAB-AD96A3ECC70A}"/>
              </a:ext>
            </a:extLst>
          </p:cNvPr>
          <p:cNvSpPr txBox="1"/>
          <p:nvPr>
            <p:custDataLst>
              <p:tags r:id="rId2"/>
            </p:custDataLst>
          </p:nvPr>
        </p:nvSpPr>
        <p:spPr>
          <a:xfrm>
            <a:off x="0" y="66874"/>
            <a:ext cx="4914152" cy="58356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AAB8B564-1F6E-B7F6-5140-E2877B161B8F}"/>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881EFFFB-AAAF-C31C-1206-612B68736FED}"/>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2" name="矩形 31">
              <a:extLst>
                <a:ext uri="{FF2B5EF4-FFF2-40B4-BE49-F238E27FC236}">
                  <a16:creationId xmlns:a16="http://schemas.microsoft.com/office/drawing/2014/main" id="{941B7619-6382-B6CA-449F-1D1A8CB637E0}"/>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344804BD-125B-639D-C241-F70DEB3CFD91}"/>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2" name="文本框 1">
            <a:extLst>
              <a:ext uri="{FF2B5EF4-FFF2-40B4-BE49-F238E27FC236}">
                <a16:creationId xmlns:a16="http://schemas.microsoft.com/office/drawing/2014/main" id="{1F746CFA-0154-0A83-C846-1D91592BF22D}"/>
              </a:ext>
            </a:extLst>
          </p:cNvPr>
          <p:cNvSpPr txBox="1"/>
          <p:nvPr/>
        </p:nvSpPr>
        <p:spPr>
          <a:xfrm>
            <a:off x="264000" y="831787"/>
            <a:ext cx="3888000" cy="400110"/>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Ablation studies</a:t>
            </a:r>
            <a:endParaRPr lang="zh-CN" altLang="en-US" sz="2000" b="1"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DE41D71D-2F1B-2533-C11D-6FD1D158279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43619" y="2357571"/>
            <a:ext cx="5104762" cy="2142857"/>
          </a:xfrm>
          <a:prstGeom prst="rect">
            <a:avLst/>
          </a:prstGeom>
        </p:spPr>
      </p:pic>
    </p:spTree>
    <p:extLst>
      <p:ext uri="{BB962C8B-B14F-4D97-AF65-F5344CB8AC3E}">
        <p14:creationId xmlns:p14="http://schemas.microsoft.com/office/powerpoint/2010/main" val="2436918549"/>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 name="组合 108"/>
          <p:cNvGrpSpPr/>
          <p:nvPr/>
        </p:nvGrpSpPr>
        <p:grpSpPr>
          <a:xfrm>
            <a:off x="1524000" y="6569404"/>
            <a:ext cx="9144000" cy="288596"/>
            <a:chOff x="0" y="6569404"/>
            <a:chExt cx="9144000" cy="288596"/>
          </a:xfrm>
        </p:grpSpPr>
        <p:sp>
          <p:nvSpPr>
            <p:cNvPr id="110"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11"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3"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66"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sp>
        <p:nvSpPr>
          <p:cNvPr id="7" name="灯片编号占位符 6">
            <a:extLst>
              <a:ext uri="{FF2B5EF4-FFF2-40B4-BE49-F238E27FC236}">
                <a16:creationId xmlns:a16="http://schemas.microsoft.com/office/drawing/2014/main" id="{D72DC067-6454-5C44-5478-3C2D99CA6DBC}"/>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47</a:t>
            </a:fld>
            <a:endParaRPr lang="zh-HK" altLang="en-US">
              <a:solidFill>
                <a:prstClr val="black">
                  <a:tint val="75000"/>
                </a:prstClr>
              </a:solidFill>
            </a:endParaRPr>
          </a:p>
        </p:txBody>
      </p:sp>
      <p:grpSp>
        <p:nvGrpSpPr>
          <p:cNvPr id="8" name="组合 7">
            <a:extLst>
              <a:ext uri="{FF2B5EF4-FFF2-40B4-BE49-F238E27FC236}">
                <a16:creationId xmlns:a16="http://schemas.microsoft.com/office/drawing/2014/main" id="{0A1864C7-D576-1BFC-9C32-9970CA7847B7}"/>
              </a:ext>
            </a:extLst>
          </p:cNvPr>
          <p:cNvGrpSpPr/>
          <p:nvPr/>
        </p:nvGrpSpPr>
        <p:grpSpPr>
          <a:xfrm>
            <a:off x="-1" y="6553200"/>
            <a:ext cx="12192001" cy="304800"/>
            <a:chOff x="0" y="6569404"/>
            <a:chExt cx="9144000" cy="288000"/>
          </a:xfrm>
        </p:grpSpPr>
        <p:sp>
          <p:nvSpPr>
            <p:cNvPr id="9" name="矩形 8">
              <a:extLst>
                <a:ext uri="{FF2B5EF4-FFF2-40B4-BE49-F238E27FC236}">
                  <a16:creationId xmlns:a16="http://schemas.microsoft.com/office/drawing/2014/main" id="{AF016458-5FED-AF55-ADAE-409033E334EA}"/>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CC8E0358-54C8-7C0C-D39E-08D973659E64}"/>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a:extLst>
              <a:ext uri="{FF2B5EF4-FFF2-40B4-BE49-F238E27FC236}">
                <a16:creationId xmlns:a16="http://schemas.microsoft.com/office/drawing/2014/main" id="{065D8500-7A0C-7EA1-C76B-C1DF81943882}"/>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47</a:t>
            </a:fld>
            <a:endParaRPr lang="zh-HK" altLang="en-US" sz="1600" dirty="0">
              <a:solidFill>
                <a:schemeClr val="bg1"/>
              </a:solidFill>
            </a:endParaRPr>
          </a:p>
        </p:txBody>
      </p:sp>
      <p:pic>
        <p:nvPicPr>
          <p:cNvPr id="24" name="图片 23">
            <a:extLst>
              <a:ext uri="{FF2B5EF4-FFF2-40B4-BE49-F238E27FC236}">
                <a16:creationId xmlns:a16="http://schemas.microsoft.com/office/drawing/2014/main" id="{2E7D5127-C24F-6A7D-5B34-F0A1F5CA65D7}"/>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67" name="组合 18">
            <a:extLst>
              <a:ext uri="{FF2B5EF4-FFF2-40B4-BE49-F238E27FC236}">
                <a16:creationId xmlns:a16="http://schemas.microsoft.com/office/drawing/2014/main" id="{4F4B3B72-1112-4CE0-9C55-56CA3A0F8C45}"/>
              </a:ext>
            </a:extLst>
          </p:cNvPr>
          <p:cNvGrpSpPr/>
          <p:nvPr/>
        </p:nvGrpSpPr>
        <p:grpSpPr bwMode="auto">
          <a:xfrm>
            <a:off x="2409457" y="2650330"/>
            <a:ext cx="1505450" cy="1479472"/>
            <a:chOff x="1709739" y="2636838"/>
            <a:chExt cx="1590160" cy="1584325"/>
          </a:xfrm>
          <a:solidFill>
            <a:srgbClr val="044875"/>
          </a:solidFill>
        </p:grpSpPr>
        <p:sp>
          <p:nvSpPr>
            <p:cNvPr id="68" name="Freeform 6">
              <a:extLst>
                <a:ext uri="{FF2B5EF4-FFF2-40B4-BE49-F238E27FC236}">
                  <a16:creationId xmlns:a16="http://schemas.microsoft.com/office/drawing/2014/main" id="{6D56F852-A466-426C-8419-DA70488DF3BF}"/>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7">
              <a:extLst>
                <a:ext uri="{FF2B5EF4-FFF2-40B4-BE49-F238E27FC236}">
                  <a16:creationId xmlns:a16="http://schemas.microsoft.com/office/drawing/2014/main" id="{1CAFAF37-C2C2-4B4E-A11F-6688675D38E7}"/>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8">
              <a:extLst>
                <a:ext uri="{FF2B5EF4-FFF2-40B4-BE49-F238E27FC236}">
                  <a16:creationId xmlns:a16="http://schemas.microsoft.com/office/drawing/2014/main" id="{A7E6BDDD-830F-4C38-8C40-869A13E61944}"/>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1" name="Freeform 9">
              <a:extLst>
                <a:ext uri="{FF2B5EF4-FFF2-40B4-BE49-F238E27FC236}">
                  <a16:creationId xmlns:a16="http://schemas.microsoft.com/office/drawing/2014/main" id="{47B9CF8A-402F-44C7-9B6C-3981649071BF}"/>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2" name="Freeform 10">
              <a:extLst>
                <a:ext uri="{FF2B5EF4-FFF2-40B4-BE49-F238E27FC236}">
                  <a16:creationId xmlns:a16="http://schemas.microsoft.com/office/drawing/2014/main" id="{B66EAF6B-0748-472B-943C-1070775E93B1}"/>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3" name="Freeform 11">
              <a:extLst>
                <a:ext uri="{FF2B5EF4-FFF2-40B4-BE49-F238E27FC236}">
                  <a16:creationId xmlns:a16="http://schemas.microsoft.com/office/drawing/2014/main" id="{7D24E581-A7A5-4CDB-BB32-CD61869E6752}"/>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4" name="Freeform 12">
              <a:extLst>
                <a:ext uri="{FF2B5EF4-FFF2-40B4-BE49-F238E27FC236}">
                  <a16:creationId xmlns:a16="http://schemas.microsoft.com/office/drawing/2014/main" id="{FDA1F43C-7CE0-4598-B8BE-744ED67238FD}"/>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5" name="Freeform 13">
              <a:extLst>
                <a:ext uri="{FF2B5EF4-FFF2-40B4-BE49-F238E27FC236}">
                  <a16:creationId xmlns:a16="http://schemas.microsoft.com/office/drawing/2014/main" id="{058DAFF1-766E-48D2-B288-B90CE383D4FC}"/>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6" name="Freeform 14">
              <a:extLst>
                <a:ext uri="{FF2B5EF4-FFF2-40B4-BE49-F238E27FC236}">
                  <a16:creationId xmlns:a16="http://schemas.microsoft.com/office/drawing/2014/main" id="{42CC6597-35D9-43B5-A3ED-63614DD410DA}"/>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7" name="文本框 76">
            <a:extLst>
              <a:ext uri="{FF2B5EF4-FFF2-40B4-BE49-F238E27FC236}">
                <a16:creationId xmlns:a16="http://schemas.microsoft.com/office/drawing/2014/main" id="{57DAAB26-BD15-492B-97E8-B6E4D7B680B6}"/>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8" name="组合 77">
            <a:extLst>
              <a:ext uri="{FF2B5EF4-FFF2-40B4-BE49-F238E27FC236}">
                <a16:creationId xmlns:a16="http://schemas.microsoft.com/office/drawing/2014/main" id="{D2344DC4-9F2C-4ED8-8B17-C227EEA5B48D}"/>
              </a:ext>
            </a:extLst>
          </p:cNvPr>
          <p:cNvGrpSpPr/>
          <p:nvPr>
            <p:custDataLst>
              <p:tags r:id="rId1"/>
            </p:custDataLst>
          </p:nvPr>
        </p:nvGrpSpPr>
        <p:grpSpPr>
          <a:xfrm>
            <a:off x="4523741" y="2047924"/>
            <a:ext cx="5370513" cy="534987"/>
            <a:chOff x="3281952" y="1484784"/>
            <a:chExt cx="5370513" cy="534987"/>
          </a:xfrm>
        </p:grpSpPr>
        <p:grpSp>
          <p:nvGrpSpPr>
            <p:cNvPr id="79" name="组合 78">
              <a:extLst>
                <a:ext uri="{FF2B5EF4-FFF2-40B4-BE49-F238E27FC236}">
                  <a16:creationId xmlns:a16="http://schemas.microsoft.com/office/drawing/2014/main" id="{89972190-B8B9-4CDB-98A6-E09DCD77CDD2}"/>
                </a:ext>
              </a:extLst>
            </p:cNvPr>
            <p:cNvGrpSpPr/>
            <p:nvPr/>
          </p:nvGrpSpPr>
          <p:grpSpPr>
            <a:xfrm>
              <a:off x="3943940" y="1484784"/>
              <a:ext cx="4708525" cy="534987"/>
              <a:chOff x="3943940" y="1626760"/>
              <a:chExt cx="4708525" cy="534987"/>
            </a:xfrm>
          </p:grpSpPr>
          <p:sp>
            <p:nvSpPr>
              <p:cNvPr id="83" name="Freeform 74">
                <a:extLst>
                  <a:ext uri="{FF2B5EF4-FFF2-40B4-BE49-F238E27FC236}">
                    <a16:creationId xmlns:a16="http://schemas.microsoft.com/office/drawing/2014/main" id="{965C614A-78EF-4F5B-8B7B-F2A84706EA05}"/>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84" name="文本框 20">
                <a:extLst>
                  <a:ext uri="{FF2B5EF4-FFF2-40B4-BE49-F238E27FC236}">
                    <a16:creationId xmlns:a16="http://schemas.microsoft.com/office/drawing/2014/main" id="{0AECAA5A-E96F-4BBF-B707-57EA00AE266E}"/>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85" name="矩形 84">
                <a:extLst>
                  <a:ext uri="{FF2B5EF4-FFF2-40B4-BE49-F238E27FC236}">
                    <a16:creationId xmlns:a16="http://schemas.microsoft.com/office/drawing/2014/main" id="{24283366-B30C-441B-888B-3F54623FE6B2}"/>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7" name="直接连接符 86">
                <a:extLst>
                  <a:ext uri="{FF2B5EF4-FFF2-40B4-BE49-F238E27FC236}">
                    <a16:creationId xmlns:a16="http://schemas.microsoft.com/office/drawing/2014/main" id="{1BDB7EE8-BB2D-40E3-AE5F-51E9C9E1C8B1}"/>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80" name="组合 79">
              <a:extLst>
                <a:ext uri="{FF2B5EF4-FFF2-40B4-BE49-F238E27FC236}">
                  <a16:creationId xmlns:a16="http://schemas.microsoft.com/office/drawing/2014/main" id="{B405A948-24DE-4B52-B45E-88718AC2C2A9}"/>
                </a:ext>
              </a:extLst>
            </p:cNvPr>
            <p:cNvGrpSpPr/>
            <p:nvPr/>
          </p:nvGrpSpPr>
          <p:grpSpPr>
            <a:xfrm>
              <a:off x="3281952" y="1484784"/>
              <a:ext cx="689642" cy="534987"/>
              <a:chOff x="3281952" y="1626760"/>
              <a:chExt cx="689642" cy="534987"/>
            </a:xfrm>
          </p:grpSpPr>
          <p:sp>
            <p:nvSpPr>
              <p:cNvPr id="81" name="矩形 80">
                <a:extLst>
                  <a:ext uri="{FF2B5EF4-FFF2-40B4-BE49-F238E27FC236}">
                    <a16:creationId xmlns:a16="http://schemas.microsoft.com/office/drawing/2014/main" id="{20DA4F1E-C999-485D-B24D-50BA390E67EF}"/>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2" name="文本框 18">
                <a:extLst>
                  <a:ext uri="{FF2B5EF4-FFF2-40B4-BE49-F238E27FC236}">
                    <a16:creationId xmlns:a16="http://schemas.microsoft.com/office/drawing/2014/main" id="{C041ABC9-E4EE-42E5-887A-075619736F15}"/>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8" name="组合 87">
            <a:extLst>
              <a:ext uri="{FF2B5EF4-FFF2-40B4-BE49-F238E27FC236}">
                <a16:creationId xmlns:a16="http://schemas.microsoft.com/office/drawing/2014/main" id="{A2C0EBBD-46D7-4207-957B-ED21CEE3930E}"/>
              </a:ext>
            </a:extLst>
          </p:cNvPr>
          <p:cNvGrpSpPr/>
          <p:nvPr>
            <p:custDataLst>
              <p:tags r:id="rId2"/>
            </p:custDataLst>
          </p:nvPr>
        </p:nvGrpSpPr>
        <p:grpSpPr>
          <a:xfrm>
            <a:off x="4503593" y="3688642"/>
            <a:ext cx="5372100" cy="534987"/>
            <a:chOff x="3261805" y="3188752"/>
            <a:chExt cx="5372100" cy="534987"/>
          </a:xfrm>
        </p:grpSpPr>
        <p:grpSp>
          <p:nvGrpSpPr>
            <p:cNvPr id="91" name="组合 90">
              <a:extLst>
                <a:ext uri="{FF2B5EF4-FFF2-40B4-BE49-F238E27FC236}">
                  <a16:creationId xmlns:a16="http://schemas.microsoft.com/office/drawing/2014/main" id="{F92C03BE-65E4-4480-82C0-9DB5A99A3CC7}"/>
                </a:ext>
              </a:extLst>
            </p:cNvPr>
            <p:cNvGrpSpPr/>
            <p:nvPr/>
          </p:nvGrpSpPr>
          <p:grpSpPr>
            <a:xfrm>
              <a:off x="3261805" y="3188752"/>
              <a:ext cx="689593" cy="534987"/>
              <a:chOff x="3261805" y="3188752"/>
              <a:chExt cx="689593" cy="534987"/>
            </a:xfrm>
          </p:grpSpPr>
          <p:sp>
            <p:nvSpPr>
              <p:cNvPr id="103" name="矩形 102">
                <a:extLst>
                  <a:ext uri="{FF2B5EF4-FFF2-40B4-BE49-F238E27FC236}">
                    <a16:creationId xmlns:a16="http://schemas.microsoft.com/office/drawing/2014/main" id="{0088DFEA-7C96-4145-8936-3E750168ED57}"/>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4" name="文本框 86">
                <a:extLst>
                  <a:ext uri="{FF2B5EF4-FFF2-40B4-BE49-F238E27FC236}">
                    <a16:creationId xmlns:a16="http://schemas.microsoft.com/office/drawing/2014/main" id="{20E3A24E-D6F7-49F3-B639-A64E3A6BCF0D}"/>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95" name="组合 94">
              <a:extLst>
                <a:ext uri="{FF2B5EF4-FFF2-40B4-BE49-F238E27FC236}">
                  <a16:creationId xmlns:a16="http://schemas.microsoft.com/office/drawing/2014/main" id="{2C607980-899F-4ED3-AB4F-FF72F2E12BFA}"/>
                </a:ext>
              </a:extLst>
            </p:cNvPr>
            <p:cNvGrpSpPr/>
            <p:nvPr/>
          </p:nvGrpSpPr>
          <p:grpSpPr>
            <a:xfrm>
              <a:off x="3923792" y="3188752"/>
              <a:ext cx="4710113" cy="534987"/>
              <a:chOff x="3923792" y="3188752"/>
              <a:chExt cx="4710113" cy="534987"/>
            </a:xfrm>
          </p:grpSpPr>
          <p:sp>
            <p:nvSpPr>
              <p:cNvPr id="99" name="文本框 81">
                <a:extLst>
                  <a:ext uri="{FF2B5EF4-FFF2-40B4-BE49-F238E27FC236}">
                    <a16:creationId xmlns:a16="http://schemas.microsoft.com/office/drawing/2014/main" id="{3B659916-9D0E-4555-B612-38751A98F437}"/>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0" name="矩形 99">
                <a:extLst>
                  <a:ext uri="{FF2B5EF4-FFF2-40B4-BE49-F238E27FC236}">
                    <a16:creationId xmlns:a16="http://schemas.microsoft.com/office/drawing/2014/main" id="{C8AEA70D-0605-436F-9FAB-4DFAD5EB981E}"/>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1" name="直接连接符 100">
                <a:extLst>
                  <a:ext uri="{FF2B5EF4-FFF2-40B4-BE49-F238E27FC236}">
                    <a16:creationId xmlns:a16="http://schemas.microsoft.com/office/drawing/2014/main" id="{B2F39B48-40EE-4AE9-A60D-F033E79E09BC}"/>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2" name="Freeform 71">
                <a:extLst>
                  <a:ext uri="{FF2B5EF4-FFF2-40B4-BE49-F238E27FC236}">
                    <a16:creationId xmlns:a16="http://schemas.microsoft.com/office/drawing/2014/main" id="{1BD051D1-9D87-42D9-8659-9F6B8796AB83}"/>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5" name="组合 104">
            <a:extLst>
              <a:ext uri="{FF2B5EF4-FFF2-40B4-BE49-F238E27FC236}">
                <a16:creationId xmlns:a16="http://schemas.microsoft.com/office/drawing/2014/main" id="{C611EC0C-7CEC-462C-96FC-1D09093E5D30}"/>
              </a:ext>
            </a:extLst>
          </p:cNvPr>
          <p:cNvGrpSpPr/>
          <p:nvPr>
            <p:custDataLst>
              <p:tags r:id="rId3"/>
            </p:custDataLst>
          </p:nvPr>
        </p:nvGrpSpPr>
        <p:grpSpPr>
          <a:xfrm>
            <a:off x="4503593" y="4509001"/>
            <a:ext cx="5372100" cy="534987"/>
            <a:chOff x="3261805" y="4046141"/>
            <a:chExt cx="5372100" cy="534987"/>
          </a:xfrm>
        </p:grpSpPr>
        <p:grpSp>
          <p:nvGrpSpPr>
            <p:cNvPr id="106" name="组合 105">
              <a:extLst>
                <a:ext uri="{FF2B5EF4-FFF2-40B4-BE49-F238E27FC236}">
                  <a16:creationId xmlns:a16="http://schemas.microsoft.com/office/drawing/2014/main" id="{7BE24A72-8444-4978-A874-447324F54CF3}"/>
                </a:ext>
              </a:extLst>
            </p:cNvPr>
            <p:cNvGrpSpPr/>
            <p:nvPr/>
          </p:nvGrpSpPr>
          <p:grpSpPr>
            <a:xfrm>
              <a:off x="3261805" y="4046141"/>
              <a:ext cx="689447" cy="534987"/>
              <a:chOff x="3261805" y="3969748"/>
              <a:chExt cx="689447" cy="534987"/>
            </a:xfrm>
          </p:grpSpPr>
          <p:sp>
            <p:nvSpPr>
              <p:cNvPr id="115" name="矩形 114">
                <a:extLst>
                  <a:ext uri="{FF2B5EF4-FFF2-40B4-BE49-F238E27FC236}">
                    <a16:creationId xmlns:a16="http://schemas.microsoft.com/office/drawing/2014/main" id="{E8F5DB9C-16BD-4CD5-9CE2-B9CFECD87AF4}"/>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6" name="文本框 131">
                <a:extLst>
                  <a:ext uri="{FF2B5EF4-FFF2-40B4-BE49-F238E27FC236}">
                    <a16:creationId xmlns:a16="http://schemas.microsoft.com/office/drawing/2014/main" id="{7F2523E2-4A08-4AD4-B339-97137A301499}"/>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107" name="组合 106">
              <a:extLst>
                <a:ext uri="{FF2B5EF4-FFF2-40B4-BE49-F238E27FC236}">
                  <a16:creationId xmlns:a16="http://schemas.microsoft.com/office/drawing/2014/main" id="{FA47ACB0-DE5F-48DB-AFD5-10E93E9AAFFD}"/>
                </a:ext>
              </a:extLst>
            </p:cNvPr>
            <p:cNvGrpSpPr/>
            <p:nvPr/>
          </p:nvGrpSpPr>
          <p:grpSpPr>
            <a:xfrm>
              <a:off x="3923792" y="4046141"/>
              <a:ext cx="4710113" cy="534987"/>
              <a:chOff x="3923792" y="3969748"/>
              <a:chExt cx="4710113" cy="534987"/>
            </a:xfrm>
          </p:grpSpPr>
          <p:sp>
            <p:nvSpPr>
              <p:cNvPr id="108" name="文本框 126">
                <a:extLst>
                  <a:ext uri="{FF2B5EF4-FFF2-40B4-BE49-F238E27FC236}">
                    <a16:creationId xmlns:a16="http://schemas.microsoft.com/office/drawing/2014/main" id="{716FD88E-995F-426B-A5C1-F56B657F2788}"/>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12" name="矩形 111">
                <a:extLst>
                  <a:ext uri="{FF2B5EF4-FFF2-40B4-BE49-F238E27FC236}">
                    <a16:creationId xmlns:a16="http://schemas.microsoft.com/office/drawing/2014/main" id="{6D02989E-C02A-4DC4-89A8-1A3FE4067E8B}"/>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3" name="直接连接符 112">
                <a:extLst>
                  <a:ext uri="{FF2B5EF4-FFF2-40B4-BE49-F238E27FC236}">
                    <a16:creationId xmlns:a16="http://schemas.microsoft.com/office/drawing/2014/main" id="{1C90C3CE-0D58-48FA-AE66-1C3EAFB3896C}"/>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4" name="Freeform 306">
                <a:extLst>
                  <a:ext uri="{FF2B5EF4-FFF2-40B4-BE49-F238E27FC236}">
                    <a16:creationId xmlns:a16="http://schemas.microsoft.com/office/drawing/2014/main" id="{E466659E-8FE1-4BA3-919D-2AB4C1CB8B41}"/>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117" name="组合 116">
            <a:extLst>
              <a:ext uri="{FF2B5EF4-FFF2-40B4-BE49-F238E27FC236}">
                <a16:creationId xmlns:a16="http://schemas.microsoft.com/office/drawing/2014/main" id="{072634BD-43B4-4F9C-8BC7-9DA097FCDD50}"/>
              </a:ext>
            </a:extLst>
          </p:cNvPr>
          <p:cNvGrpSpPr/>
          <p:nvPr>
            <p:custDataLst>
              <p:tags r:id="rId4"/>
            </p:custDataLst>
          </p:nvPr>
        </p:nvGrpSpPr>
        <p:grpSpPr>
          <a:xfrm>
            <a:off x="4517645" y="2868283"/>
            <a:ext cx="5370513" cy="534987"/>
            <a:chOff x="3275856" y="2348880"/>
            <a:chExt cx="5370513" cy="534987"/>
          </a:xfrm>
        </p:grpSpPr>
        <p:grpSp>
          <p:nvGrpSpPr>
            <p:cNvPr id="118" name="组合 117">
              <a:extLst>
                <a:ext uri="{FF2B5EF4-FFF2-40B4-BE49-F238E27FC236}">
                  <a16:creationId xmlns:a16="http://schemas.microsoft.com/office/drawing/2014/main" id="{B0F98D02-F491-47E1-A265-8F60B171BCF7}"/>
                </a:ext>
              </a:extLst>
            </p:cNvPr>
            <p:cNvGrpSpPr/>
            <p:nvPr/>
          </p:nvGrpSpPr>
          <p:grpSpPr>
            <a:xfrm>
              <a:off x="3275856" y="2348880"/>
              <a:ext cx="689474" cy="534987"/>
              <a:chOff x="3275856" y="2407756"/>
              <a:chExt cx="689474" cy="534987"/>
            </a:xfrm>
          </p:grpSpPr>
          <p:sp>
            <p:nvSpPr>
              <p:cNvPr id="124" name="矩形 123">
                <a:extLst>
                  <a:ext uri="{FF2B5EF4-FFF2-40B4-BE49-F238E27FC236}">
                    <a16:creationId xmlns:a16="http://schemas.microsoft.com/office/drawing/2014/main" id="{367B2F9B-9FB2-498C-AD93-DAC733D47948}"/>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5" name="文本框 78">
                <a:extLst>
                  <a:ext uri="{FF2B5EF4-FFF2-40B4-BE49-F238E27FC236}">
                    <a16:creationId xmlns:a16="http://schemas.microsoft.com/office/drawing/2014/main" id="{DAD6E879-E510-40FC-87E1-4935F06844FD}"/>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19" name="组合 118">
              <a:extLst>
                <a:ext uri="{FF2B5EF4-FFF2-40B4-BE49-F238E27FC236}">
                  <a16:creationId xmlns:a16="http://schemas.microsoft.com/office/drawing/2014/main" id="{CDF420F0-3708-4C04-934E-AAEAB0788A2E}"/>
                </a:ext>
              </a:extLst>
            </p:cNvPr>
            <p:cNvGrpSpPr/>
            <p:nvPr/>
          </p:nvGrpSpPr>
          <p:grpSpPr>
            <a:xfrm>
              <a:off x="3937844" y="2348880"/>
              <a:ext cx="4708525" cy="534987"/>
              <a:chOff x="3937844" y="2407756"/>
              <a:chExt cx="4708525" cy="534987"/>
            </a:xfrm>
          </p:grpSpPr>
          <p:sp>
            <p:nvSpPr>
              <p:cNvPr id="120" name="文本框 73">
                <a:extLst>
                  <a:ext uri="{FF2B5EF4-FFF2-40B4-BE49-F238E27FC236}">
                    <a16:creationId xmlns:a16="http://schemas.microsoft.com/office/drawing/2014/main" id="{02730070-61B1-49F7-9068-492DABCD78C8}"/>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21" name="矩形 120">
                <a:extLst>
                  <a:ext uri="{FF2B5EF4-FFF2-40B4-BE49-F238E27FC236}">
                    <a16:creationId xmlns:a16="http://schemas.microsoft.com/office/drawing/2014/main" id="{A61893DD-082A-48F3-8F5C-5D39568D1CCB}"/>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22" name="直接连接符 121">
                <a:extLst>
                  <a:ext uri="{FF2B5EF4-FFF2-40B4-BE49-F238E27FC236}">
                    <a16:creationId xmlns:a16="http://schemas.microsoft.com/office/drawing/2014/main" id="{2975DF1B-F386-4182-B0F3-C5E835BCF4C6}"/>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3" name="Freeform 30">
                <a:extLst>
                  <a:ext uri="{FF2B5EF4-FFF2-40B4-BE49-F238E27FC236}">
                    <a16:creationId xmlns:a16="http://schemas.microsoft.com/office/drawing/2014/main" id="{92B711A4-043B-4289-9DCD-651E549DD05B}"/>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extLst>
      <p:ext uri="{BB962C8B-B14F-4D97-AF65-F5344CB8AC3E}">
        <p14:creationId xmlns:p14="http://schemas.microsoft.com/office/powerpoint/2010/main" val="2453788215"/>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F25BB-9921-6DCB-7572-F23770A1BF52}"/>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1D8BC285-4EB2-FDE2-6298-F8311602C99B}"/>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2" name="文本框 71">
            <a:extLst>
              <a:ext uri="{FF2B5EF4-FFF2-40B4-BE49-F238E27FC236}">
                <a16:creationId xmlns:a16="http://schemas.microsoft.com/office/drawing/2014/main" id="{5D963DE8-C9AF-63D1-8DF2-46B86B6FF172}"/>
              </a:ext>
            </a:extLst>
          </p:cNvPr>
          <p:cNvSpPr txBox="1"/>
          <p:nvPr/>
        </p:nvSpPr>
        <p:spPr>
          <a:xfrm>
            <a:off x="-8687" y="72603"/>
            <a:ext cx="4914152" cy="58477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2" name="矩形 1">
            <a:extLst>
              <a:ext uri="{FF2B5EF4-FFF2-40B4-BE49-F238E27FC236}">
                <a16:creationId xmlns:a16="http://schemas.microsoft.com/office/drawing/2014/main" id="{3BA5B382-5B66-BF8B-8F60-88F5A4CE922C}"/>
              </a:ext>
            </a:extLst>
          </p:cNvPr>
          <p:cNvSpPr/>
          <p:nvPr/>
        </p:nvSpPr>
        <p:spPr>
          <a:xfrm>
            <a:off x="336000" y="936001"/>
            <a:ext cx="11469725" cy="2469383"/>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2" name="文本框 11">
            <a:extLst>
              <a:ext uri="{FF2B5EF4-FFF2-40B4-BE49-F238E27FC236}">
                <a16:creationId xmlns:a16="http://schemas.microsoft.com/office/drawing/2014/main" id="{C4E92292-4BCC-FFB4-7F5F-A03B2305AB3B}"/>
              </a:ext>
            </a:extLst>
          </p:cNvPr>
          <p:cNvSpPr txBox="1"/>
          <p:nvPr/>
        </p:nvSpPr>
        <p:spPr>
          <a:xfrm>
            <a:off x="456827" y="2244735"/>
            <a:ext cx="11215537" cy="873572"/>
          </a:xfrm>
          <a:prstGeom prst="rect">
            <a:avLst/>
          </a:prstGeom>
          <a:noFill/>
        </p:spPr>
        <p:txBody>
          <a:bodyPr wrap="square">
            <a:spAutoFit/>
          </a:bodyPr>
          <a:lstStyle>
            <a:defPPr>
              <a:defRPr lang="zh-CN"/>
            </a:defPPr>
            <a:lvl1pPr algn="just">
              <a:lnSpc>
                <a:spcPct val="150000"/>
              </a:lnSpc>
              <a:defRPr>
                <a:latin typeface="Arial" panose="020B0604020202020204" pitchFamily="34" charset="0"/>
                <a:cs typeface="Arial" panose="020B0604020202020204" pitchFamily="34" charset="0"/>
              </a:defRPr>
            </a:lvl1pPr>
          </a:lstStyle>
          <a:p>
            <a:r>
              <a:rPr lang="en-US" altLang="zh-CN" dirty="0">
                <a:solidFill>
                  <a:prstClr val="black"/>
                </a:solidFill>
                <a:latin typeface="Times New Roman" panose="02020603050405020304" pitchFamily="18" charset="0"/>
                <a:ea typeface="等线" panose="02010600030101010101" pitchFamily="2" charset="-122"/>
                <a:cs typeface="Times New Roman" panose="02020603050405020304" pitchFamily="18" charset="0"/>
              </a:rPr>
              <a:t>Future investigations might focus on devising hypergraphs for multi-sensor data and refining MGTN-DSI to integrate hypergraph data more effectively.</a:t>
            </a:r>
          </a:p>
        </p:txBody>
      </p:sp>
      <p:sp>
        <p:nvSpPr>
          <p:cNvPr id="14" name="文本框 13">
            <a:extLst>
              <a:ext uri="{FF2B5EF4-FFF2-40B4-BE49-F238E27FC236}">
                <a16:creationId xmlns:a16="http://schemas.microsoft.com/office/drawing/2014/main" id="{563DF88C-4895-C261-D584-07F5603617E3}"/>
              </a:ext>
            </a:extLst>
          </p:cNvPr>
          <p:cNvSpPr txBox="1"/>
          <p:nvPr/>
        </p:nvSpPr>
        <p:spPr>
          <a:xfrm>
            <a:off x="456827" y="1341000"/>
            <a:ext cx="11215537" cy="873572"/>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marR="0" lvl="0" algn="just" defTabSz="914400" rtl="0" eaLnBrk="1" fontAlgn="auto" latinLnBrk="0" hangingPunct="1">
              <a:lnSpc>
                <a:spcPct val="150000"/>
              </a:lnSpc>
              <a:spcBef>
                <a:spcPts val="0"/>
              </a:spcBef>
              <a:spcAft>
                <a:spcPts val="0"/>
              </a:spcAft>
              <a:buClrTx/>
              <a:buSzTx/>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 novel multi-sensor graph transfer network considering dual structural information (MGTN-DSI) is designed for fault diagnosis under varying working conditions.</a:t>
            </a:r>
          </a:p>
        </p:txBody>
      </p:sp>
      <p:grpSp>
        <p:nvGrpSpPr>
          <p:cNvPr id="20" name="组合 19">
            <a:extLst>
              <a:ext uri="{FF2B5EF4-FFF2-40B4-BE49-F238E27FC236}">
                <a16:creationId xmlns:a16="http://schemas.microsoft.com/office/drawing/2014/main" id="{1DDC5A03-01E6-4AAD-0814-1DDE808283E1}"/>
              </a:ext>
            </a:extLst>
          </p:cNvPr>
          <p:cNvGrpSpPr/>
          <p:nvPr/>
        </p:nvGrpSpPr>
        <p:grpSpPr>
          <a:xfrm>
            <a:off x="-1" y="6553200"/>
            <a:ext cx="12192001" cy="304800"/>
            <a:chOff x="0" y="6569404"/>
            <a:chExt cx="9144000" cy="288000"/>
          </a:xfrm>
        </p:grpSpPr>
        <p:sp>
          <p:nvSpPr>
            <p:cNvPr id="21" name="矩形 20">
              <a:extLst>
                <a:ext uri="{FF2B5EF4-FFF2-40B4-BE49-F238E27FC236}">
                  <a16:creationId xmlns:a16="http://schemas.microsoft.com/office/drawing/2014/main" id="{67C39467-AA6C-0AC3-0277-408ECFDCCBCA}"/>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2" name="矩形 21">
              <a:extLst>
                <a:ext uri="{FF2B5EF4-FFF2-40B4-BE49-F238E27FC236}">
                  <a16:creationId xmlns:a16="http://schemas.microsoft.com/office/drawing/2014/main" id="{255006FD-A227-097D-2205-E661FE299F81}"/>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3" name="灯片编号占位符 5">
            <a:extLst>
              <a:ext uri="{FF2B5EF4-FFF2-40B4-BE49-F238E27FC236}">
                <a16:creationId xmlns:a16="http://schemas.microsoft.com/office/drawing/2014/main" id="{AD5577EC-952F-9718-62B4-D7709BB9AD18}"/>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719378422"/>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D4C2B-83D9-60EC-DDE7-787ED1E4DAF5}"/>
            </a:ext>
          </a:extLst>
        </p:cNvPr>
        <p:cNvGrpSpPr/>
        <p:nvPr/>
      </p:nvGrpSpPr>
      <p:grpSpPr>
        <a:xfrm>
          <a:off x="0" y="0"/>
          <a:ext cx="0" cy="0"/>
          <a:chOff x="0" y="0"/>
          <a:chExt cx="0" cy="0"/>
        </a:xfrm>
      </p:grpSpPr>
      <p:pic>
        <p:nvPicPr>
          <p:cNvPr id="21" name="图片 20">
            <a:extLst>
              <a:ext uri="{FF2B5EF4-FFF2-40B4-BE49-F238E27FC236}">
                <a16:creationId xmlns:a16="http://schemas.microsoft.com/office/drawing/2014/main" id="{1771F827-7830-1684-D50F-2852053BEA3D}"/>
              </a:ext>
            </a:extLst>
          </p:cNvPr>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4" name="组合 3">
            <a:extLst>
              <a:ext uri="{FF2B5EF4-FFF2-40B4-BE49-F238E27FC236}">
                <a16:creationId xmlns:a16="http://schemas.microsoft.com/office/drawing/2014/main" id="{0C9FA6E3-2D90-2951-4C44-EA0107885E15}"/>
              </a:ext>
            </a:extLst>
          </p:cNvPr>
          <p:cNvGrpSpPr/>
          <p:nvPr/>
        </p:nvGrpSpPr>
        <p:grpSpPr>
          <a:xfrm>
            <a:off x="-375" y="1960245"/>
            <a:ext cx="12192375" cy="2045019"/>
            <a:chOff x="1522095" y="1960245"/>
            <a:chExt cx="9147893" cy="2045019"/>
          </a:xfrm>
        </p:grpSpPr>
        <p:sp>
          <p:nvSpPr>
            <p:cNvPr id="8" name="矩形 7">
              <a:extLst>
                <a:ext uri="{FF2B5EF4-FFF2-40B4-BE49-F238E27FC236}">
                  <a16:creationId xmlns:a16="http://schemas.microsoft.com/office/drawing/2014/main" id="{2DA18A28-6B4F-D88C-8EBE-5DD030E37ABE}"/>
                </a:ext>
              </a:extLst>
            </p:cNvPr>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9" name="文本框 8">
              <a:extLst>
                <a:ext uri="{FF2B5EF4-FFF2-40B4-BE49-F238E27FC236}">
                  <a16:creationId xmlns:a16="http://schemas.microsoft.com/office/drawing/2014/main" id="{EBD141C0-BE62-2775-1ABD-4C339ADAD15D}"/>
                </a:ext>
              </a:extLst>
            </p:cNvPr>
            <p:cNvSpPr txBox="1"/>
            <p:nvPr/>
          </p:nvSpPr>
          <p:spPr>
            <a:xfrm>
              <a:off x="1522095" y="2118599"/>
              <a:ext cx="9147893" cy="1066959"/>
            </a:xfrm>
            <a:prstGeom prst="rect">
              <a:avLst/>
            </a:prstGeom>
            <a:noFill/>
          </p:spPr>
          <p:txBody>
            <a:bodyPr wrap="square" rtlCol="0" anchor="ctr">
              <a:spAutoFit/>
            </a:bodyPr>
            <a:lstStyle/>
            <a:p>
              <a:pPr marL="0" marR="0" lvl="0" indent="0" algn="ctr" defTabSz="914400" rtl="0" eaLnBrk="1" fontAlgn="auto" latinLnBrk="0" hangingPunct="1">
                <a:lnSpc>
                  <a:spcPts val="384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Arial" panose="020B0604020202020204" pitchFamily="34" charset="0"/>
                </a:rPr>
                <a:t>SEA++: Multi-Graph-Based Higher-Order Sensor Alignment for Multivariate Time-Series Unsupervised Domain Adaptation</a:t>
              </a:r>
            </a:p>
          </p:txBody>
        </p:sp>
        <p:sp>
          <p:nvSpPr>
            <p:cNvPr id="3" name="文本框 2">
              <a:extLst>
                <a:ext uri="{FF2B5EF4-FFF2-40B4-BE49-F238E27FC236}">
                  <a16:creationId xmlns:a16="http://schemas.microsoft.com/office/drawing/2014/main" id="{C8AF4691-9463-36E8-ABE4-028DD7B354A3}"/>
                </a:ext>
              </a:extLst>
            </p:cNvPr>
            <p:cNvSpPr txBox="1"/>
            <p:nvPr/>
          </p:nvSpPr>
          <p:spPr>
            <a:xfrm>
              <a:off x="1703705" y="3500756"/>
              <a:ext cx="5905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Yucheng Wang, </a:t>
              </a:r>
              <a:r>
                <a:rPr kumimoji="0" lang="en-US" altLang="zh-CN" sz="1600" b="0" i="0" u="none" strike="noStrike" kern="1200" cap="none" spc="0" normalizeH="0" baseline="0" noProof="0" dirty="0" err="1">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Yuecong</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Xu, </a:t>
              </a:r>
              <a:r>
                <a:rPr kumimoji="0" lang="en-US" altLang="zh-CN" sz="1600" b="0" i="0" u="none" strike="noStrike" kern="1200" cap="none" spc="0" normalizeH="0" baseline="0" noProof="0" dirty="0" err="1">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Jianfei</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Yang, Min Wu, </a:t>
              </a:r>
              <a:r>
                <a:rPr kumimoji="0" lang="en-US" altLang="zh-CN" sz="1600" b="0" i="0" u="none" strike="noStrike" kern="1200" cap="none" spc="0" normalizeH="0" baseline="0" noProof="0" dirty="0" err="1">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Xiaoli</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Li, Lihua Xie, </a:t>
              </a:r>
              <a:r>
                <a:rPr kumimoji="0" lang="en-US" altLang="zh-CN" sz="1600" b="0" i="0" u="none" strike="noStrike" kern="1200" cap="none" spc="0" normalizeH="0" baseline="0" noProof="0" dirty="0" err="1">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Zhenghua</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Chen</a:t>
              </a:r>
            </a:p>
          </p:txBody>
        </p:sp>
      </p:grpSp>
      <p:grpSp>
        <p:nvGrpSpPr>
          <p:cNvPr id="11" name="组合 10">
            <a:extLst>
              <a:ext uri="{FF2B5EF4-FFF2-40B4-BE49-F238E27FC236}">
                <a16:creationId xmlns:a16="http://schemas.microsoft.com/office/drawing/2014/main" id="{68688D0A-FF61-1C86-D00E-2EE0E19D46EE}"/>
              </a:ext>
            </a:extLst>
          </p:cNvPr>
          <p:cNvGrpSpPr/>
          <p:nvPr/>
        </p:nvGrpSpPr>
        <p:grpSpPr>
          <a:xfrm>
            <a:off x="387776" y="4549747"/>
            <a:ext cx="11036224" cy="872490"/>
            <a:chOff x="623" y="7327"/>
            <a:chExt cx="9488" cy="1374"/>
          </a:xfrm>
        </p:grpSpPr>
        <p:sp>
          <p:nvSpPr>
            <p:cNvPr id="5" name="文本框 4">
              <a:extLst>
                <a:ext uri="{FF2B5EF4-FFF2-40B4-BE49-F238E27FC236}">
                  <a16:creationId xmlns:a16="http://schemas.microsoft.com/office/drawing/2014/main" id="{FBF0CBEB-B86B-BE47-5789-BEFA23D815A5}"/>
                </a:ext>
              </a:extLst>
            </p:cNvPr>
            <p:cNvSpPr txBox="1"/>
            <p:nvPr/>
          </p:nvSpPr>
          <p:spPr>
            <a:xfrm>
              <a:off x="623" y="7327"/>
              <a:ext cx="9488" cy="5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Published in:</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IEEE Transactions on Knowledge and Data Engineering</a:t>
              </a:r>
            </a:p>
          </p:txBody>
        </p:sp>
        <p:sp>
          <p:nvSpPr>
            <p:cNvPr id="7" name="文本框 6">
              <a:extLst>
                <a:ext uri="{FF2B5EF4-FFF2-40B4-BE49-F238E27FC236}">
                  <a16:creationId xmlns:a16="http://schemas.microsoft.com/office/drawing/2014/main" id="{C93FF0D8-8AB7-A9EE-DBE4-F698A63D925A}"/>
                </a:ext>
              </a:extLst>
            </p:cNvPr>
            <p:cNvSpPr txBox="1"/>
            <p:nvPr/>
          </p:nvSpPr>
          <p:spPr>
            <a:xfrm>
              <a:off x="623" y="8121"/>
              <a:ext cx="2431" cy="5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Published Time:</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2026</a:t>
              </a:r>
            </a:p>
          </p:txBody>
        </p:sp>
      </p:grpSp>
      <p:sp>
        <p:nvSpPr>
          <p:cNvPr id="2" name="文本框 1">
            <a:extLst>
              <a:ext uri="{FF2B5EF4-FFF2-40B4-BE49-F238E27FC236}">
                <a16:creationId xmlns:a16="http://schemas.microsoft.com/office/drawing/2014/main" id="{08A258EE-B503-9CE7-ED92-1C8867D9719B}"/>
              </a:ext>
            </a:extLst>
          </p:cNvPr>
          <p:cNvSpPr txBox="1"/>
          <p:nvPr/>
        </p:nvSpPr>
        <p:spPr bwMode="auto">
          <a:xfrm>
            <a:off x="351876" y="165152"/>
            <a:ext cx="2054225" cy="646331"/>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1">
                <a:ln>
                  <a:noFill/>
                </a:ln>
                <a:solidFill>
                  <a:srgbClr val="044875"/>
                </a:solidFill>
                <a:effectLst/>
                <a:uLnTx/>
                <a:uFillTx/>
                <a:latin typeface="Times New Roman" panose="02020603050405020304" pitchFamily="18" charset="0"/>
                <a:ea typeface="微软雅黑" panose="020B0503020204020204" charset="-122"/>
                <a:cs typeface="Times New Roman" panose="02020603050405020304" pitchFamily="18" charset="0"/>
              </a:rPr>
              <a:t>Paper 4</a:t>
            </a:r>
            <a:endParaRPr kumimoji="0" lang="zh-HK" altLang="en-US" sz="3600" b="1" i="0" u="none" strike="noStrike" kern="1200" cap="none" spc="0" normalizeH="0" baseline="0" noProof="1">
              <a:ln>
                <a:noFill/>
              </a:ln>
              <a:solidFill>
                <a:srgbClr val="044875"/>
              </a:solidFill>
              <a:effectLst/>
              <a:uLnTx/>
              <a:uFillTx/>
              <a:latin typeface="Times New Roman" panose="02020603050405020304" pitchFamily="18" charset="0"/>
              <a:ea typeface="微软雅黑" panose="020B0503020204020204" charset="-122"/>
              <a:cs typeface="Times New Roman" panose="02020603050405020304" pitchFamily="18" charset="0"/>
            </a:endParaRPr>
          </a:p>
        </p:txBody>
      </p:sp>
      <p:grpSp>
        <p:nvGrpSpPr>
          <p:cNvPr id="16" name="组合 15">
            <a:extLst>
              <a:ext uri="{FF2B5EF4-FFF2-40B4-BE49-F238E27FC236}">
                <a16:creationId xmlns:a16="http://schemas.microsoft.com/office/drawing/2014/main" id="{B71887ED-280A-D2C4-1E17-8B2411BAA4B5}"/>
              </a:ext>
            </a:extLst>
          </p:cNvPr>
          <p:cNvGrpSpPr/>
          <p:nvPr/>
        </p:nvGrpSpPr>
        <p:grpSpPr>
          <a:xfrm>
            <a:off x="-1" y="6553200"/>
            <a:ext cx="12192001" cy="304800"/>
            <a:chOff x="0" y="6569404"/>
            <a:chExt cx="9144000" cy="288000"/>
          </a:xfrm>
        </p:grpSpPr>
        <p:sp>
          <p:nvSpPr>
            <p:cNvPr id="17" name="矩形 16">
              <a:extLst>
                <a:ext uri="{FF2B5EF4-FFF2-40B4-BE49-F238E27FC236}">
                  <a16:creationId xmlns:a16="http://schemas.microsoft.com/office/drawing/2014/main" id="{4467EBD1-9656-B416-F5D9-991589315B33}"/>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8" name="矩形 17">
              <a:extLst>
                <a:ext uri="{FF2B5EF4-FFF2-40B4-BE49-F238E27FC236}">
                  <a16:creationId xmlns:a16="http://schemas.microsoft.com/office/drawing/2014/main" id="{E1628C24-392B-5EB6-3172-64F7BF847299}"/>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9" name="灯片编号占位符 5">
            <a:extLst>
              <a:ext uri="{FF2B5EF4-FFF2-40B4-BE49-F238E27FC236}">
                <a16:creationId xmlns:a16="http://schemas.microsoft.com/office/drawing/2014/main" id="{7DB29CD4-2258-B80A-3311-01B6E74241F7}"/>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41113346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18"/>
          <p:cNvGrpSpPr/>
          <p:nvPr/>
        </p:nvGrpSpPr>
        <p:grpSpPr bwMode="auto">
          <a:xfrm>
            <a:off x="2409457" y="2650330"/>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19" name="组合 18"/>
          <p:cNvGrpSpPr/>
          <p:nvPr>
            <p:custDataLst>
              <p:tags r:id="rId1"/>
            </p:custDataLst>
          </p:nvPr>
        </p:nvGrpSpPr>
        <p:grpSpPr>
          <a:xfrm>
            <a:off x="4523741" y="2047924"/>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22" name="组合 21"/>
          <p:cNvGrpSpPr/>
          <p:nvPr>
            <p:custDataLst>
              <p:tags r:id="rId2"/>
            </p:custDataLst>
          </p:nvPr>
        </p:nvGrpSpPr>
        <p:grpSpPr>
          <a:xfrm>
            <a:off x="4503593" y="3688642"/>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03</a:t>
                </a:r>
                <a:endParaRPr lang="zh-CN" altLang="en-US" sz="2700">
                  <a:solidFill>
                    <a:srgbClr val="044875"/>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23" name="组合 22"/>
          <p:cNvGrpSpPr/>
          <p:nvPr>
            <p:custDataLst>
              <p:tags r:id="rId3"/>
            </p:custDataLst>
          </p:nvPr>
        </p:nvGrpSpPr>
        <p:grpSpPr>
          <a:xfrm>
            <a:off x="4503593" y="4509001"/>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04</a:t>
                </a:r>
                <a:endParaRPr lang="zh-CN" altLang="en-US" sz="2700">
                  <a:solidFill>
                    <a:srgbClr val="044875"/>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20" name="组合 19"/>
          <p:cNvGrpSpPr/>
          <p:nvPr>
            <p:custDataLst>
              <p:tags r:id="rId4"/>
            </p:custDataLst>
          </p:nvPr>
        </p:nvGrpSpPr>
        <p:grpSpPr>
          <a:xfrm>
            <a:off x="4517645" y="2868283"/>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7" name="组合 6">
            <a:extLst>
              <a:ext uri="{FF2B5EF4-FFF2-40B4-BE49-F238E27FC236}">
                <a16:creationId xmlns:a16="http://schemas.microsoft.com/office/drawing/2014/main" id="{672FB0C7-6772-C5DC-6A66-12D51CF0A762}"/>
              </a:ext>
            </a:extLst>
          </p:cNvPr>
          <p:cNvGrpSpPr/>
          <p:nvPr/>
        </p:nvGrpSpPr>
        <p:grpSpPr>
          <a:xfrm>
            <a:off x="-1" y="6553200"/>
            <a:ext cx="12192001" cy="304800"/>
            <a:chOff x="0" y="6569404"/>
            <a:chExt cx="9144000" cy="288000"/>
          </a:xfrm>
        </p:grpSpPr>
        <p:sp>
          <p:nvSpPr>
            <p:cNvPr id="8" name="矩形 7">
              <a:extLst>
                <a:ext uri="{FF2B5EF4-FFF2-40B4-BE49-F238E27FC236}">
                  <a16:creationId xmlns:a16="http://schemas.microsoft.com/office/drawing/2014/main" id="{903259D7-88E6-A587-BA69-01AE6CF91591}"/>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47FD3BCE-ABFB-87F9-D242-364D216475B9}"/>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a:extLst>
              <a:ext uri="{FF2B5EF4-FFF2-40B4-BE49-F238E27FC236}">
                <a16:creationId xmlns:a16="http://schemas.microsoft.com/office/drawing/2014/main" id="{7F24C048-A359-FE98-7E80-DBD473F807D5}"/>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50</a:t>
            </a:fld>
            <a:endParaRPr lang="zh-HK" altLang="en-US" sz="1600" dirty="0">
              <a:solidFill>
                <a:schemeClr val="bg1"/>
              </a:solidFill>
            </a:endParaRPr>
          </a:p>
        </p:txBody>
      </p:sp>
      <p:pic>
        <p:nvPicPr>
          <p:cNvPr id="25" name="图片 24">
            <a:extLst>
              <a:ext uri="{FF2B5EF4-FFF2-40B4-BE49-F238E27FC236}">
                <a16:creationId xmlns:a16="http://schemas.microsoft.com/office/drawing/2014/main" id="{68852B2E-7B2D-C4E9-E6D8-3B5AFB39E0BC}"/>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extLst>
      <p:ext uri="{BB962C8B-B14F-4D97-AF65-F5344CB8AC3E}">
        <p14:creationId xmlns:p14="http://schemas.microsoft.com/office/powerpoint/2010/main" val="1368981689"/>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77A46353-A232-0E71-0097-136BC0172C9F}"/>
              </a:ext>
            </a:extLst>
          </p:cNvPr>
          <p:cNvGrpSpPr/>
          <p:nvPr/>
        </p:nvGrpSpPr>
        <p:grpSpPr>
          <a:xfrm>
            <a:off x="-1" y="6553200"/>
            <a:ext cx="12192001" cy="304800"/>
            <a:chOff x="0" y="6569404"/>
            <a:chExt cx="9144000" cy="288000"/>
          </a:xfrm>
        </p:grpSpPr>
        <p:sp>
          <p:nvSpPr>
            <p:cNvPr id="8" name="矩形 7">
              <a:extLst>
                <a:ext uri="{FF2B5EF4-FFF2-40B4-BE49-F238E27FC236}">
                  <a16:creationId xmlns:a16="http://schemas.microsoft.com/office/drawing/2014/main" id="{C736AE62-8F6D-9AFA-06E6-ECD72B955DE3}"/>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964C272F-1841-C57F-DC15-D2BD90A5377A}"/>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a:extLst>
              <a:ext uri="{FF2B5EF4-FFF2-40B4-BE49-F238E27FC236}">
                <a16:creationId xmlns:a16="http://schemas.microsoft.com/office/drawing/2014/main" id="{F5B60254-3F94-ACC4-54C2-28D1691F371D}"/>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51</a:t>
            </a:fld>
            <a:endParaRPr lang="zh-HK" altLang="en-US" sz="1600" dirty="0">
              <a:solidFill>
                <a:schemeClr val="bg1"/>
              </a:solidFill>
            </a:endParaRPr>
          </a:p>
        </p:txBody>
      </p:sp>
      <p:pic>
        <p:nvPicPr>
          <p:cNvPr id="25" name="图片 24">
            <a:extLst>
              <a:ext uri="{FF2B5EF4-FFF2-40B4-BE49-F238E27FC236}">
                <a16:creationId xmlns:a16="http://schemas.microsoft.com/office/drawing/2014/main" id="{A3018AC7-0553-43E2-B350-F76141839A8A}"/>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496" name="组合 18">
            <a:extLst>
              <a:ext uri="{FF2B5EF4-FFF2-40B4-BE49-F238E27FC236}">
                <a16:creationId xmlns:a16="http://schemas.microsoft.com/office/drawing/2014/main" id="{854B8CB7-1A4B-42D3-8E48-76F185ACDD9B}"/>
              </a:ext>
            </a:extLst>
          </p:cNvPr>
          <p:cNvGrpSpPr/>
          <p:nvPr/>
        </p:nvGrpSpPr>
        <p:grpSpPr bwMode="auto">
          <a:xfrm>
            <a:off x="2409457" y="2650330"/>
            <a:ext cx="1505450" cy="1479472"/>
            <a:chOff x="1709739" y="2636838"/>
            <a:chExt cx="1590160" cy="1584325"/>
          </a:xfrm>
          <a:solidFill>
            <a:srgbClr val="044875"/>
          </a:solidFill>
        </p:grpSpPr>
        <p:sp>
          <p:nvSpPr>
            <p:cNvPr id="497" name="Freeform 6">
              <a:extLst>
                <a:ext uri="{FF2B5EF4-FFF2-40B4-BE49-F238E27FC236}">
                  <a16:creationId xmlns:a16="http://schemas.microsoft.com/office/drawing/2014/main" id="{C39E0309-EB67-4EAC-9531-B1D4B30CB162}"/>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98" name="Freeform 7">
              <a:extLst>
                <a:ext uri="{FF2B5EF4-FFF2-40B4-BE49-F238E27FC236}">
                  <a16:creationId xmlns:a16="http://schemas.microsoft.com/office/drawing/2014/main" id="{0AA0A214-FCF0-4EE7-BE06-5CE2BEF86F5F}"/>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99" name="Freeform 8">
              <a:extLst>
                <a:ext uri="{FF2B5EF4-FFF2-40B4-BE49-F238E27FC236}">
                  <a16:creationId xmlns:a16="http://schemas.microsoft.com/office/drawing/2014/main" id="{39B1141A-2D04-4370-B98B-2B86BD8F614E}"/>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0" name="Freeform 9">
              <a:extLst>
                <a:ext uri="{FF2B5EF4-FFF2-40B4-BE49-F238E27FC236}">
                  <a16:creationId xmlns:a16="http://schemas.microsoft.com/office/drawing/2014/main" id="{4FC49958-F150-4EEF-AA46-9D6603396EB1}"/>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1" name="Freeform 10">
              <a:extLst>
                <a:ext uri="{FF2B5EF4-FFF2-40B4-BE49-F238E27FC236}">
                  <a16:creationId xmlns:a16="http://schemas.microsoft.com/office/drawing/2014/main" id="{C1D6D8F0-2D62-4DAF-B424-B8632A2EACD1}"/>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2" name="Freeform 11">
              <a:extLst>
                <a:ext uri="{FF2B5EF4-FFF2-40B4-BE49-F238E27FC236}">
                  <a16:creationId xmlns:a16="http://schemas.microsoft.com/office/drawing/2014/main" id="{426A6134-3ACE-48CA-8A8B-647FD5342B10}"/>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3" name="Freeform 12">
              <a:extLst>
                <a:ext uri="{FF2B5EF4-FFF2-40B4-BE49-F238E27FC236}">
                  <a16:creationId xmlns:a16="http://schemas.microsoft.com/office/drawing/2014/main" id="{51608EB7-8C24-4021-B07D-BCBA2182EB77}"/>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4" name="Freeform 13">
              <a:extLst>
                <a:ext uri="{FF2B5EF4-FFF2-40B4-BE49-F238E27FC236}">
                  <a16:creationId xmlns:a16="http://schemas.microsoft.com/office/drawing/2014/main" id="{826E87AD-0AC4-47F9-AE91-D8215BE92B5F}"/>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5" name="Freeform 14">
              <a:extLst>
                <a:ext uri="{FF2B5EF4-FFF2-40B4-BE49-F238E27FC236}">
                  <a16:creationId xmlns:a16="http://schemas.microsoft.com/office/drawing/2014/main" id="{E0EB99D6-33E0-442C-BD90-B33985A01CA3}"/>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506" name="文本框 505">
            <a:extLst>
              <a:ext uri="{FF2B5EF4-FFF2-40B4-BE49-F238E27FC236}">
                <a16:creationId xmlns:a16="http://schemas.microsoft.com/office/drawing/2014/main" id="{AFBCCE6B-C21A-4359-9525-E41661851CE6}"/>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507" name="组合 506">
            <a:extLst>
              <a:ext uri="{FF2B5EF4-FFF2-40B4-BE49-F238E27FC236}">
                <a16:creationId xmlns:a16="http://schemas.microsoft.com/office/drawing/2014/main" id="{C4F8B5E0-3A9E-43DC-9750-04C5C01D969D}"/>
              </a:ext>
            </a:extLst>
          </p:cNvPr>
          <p:cNvGrpSpPr/>
          <p:nvPr>
            <p:custDataLst>
              <p:tags r:id="rId1"/>
            </p:custDataLst>
          </p:nvPr>
        </p:nvGrpSpPr>
        <p:grpSpPr>
          <a:xfrm>
            <a:off x="4523741" y="2047924"/>
            <a:ext cx="5370513" cy="534987"/>
            <a:chOff x="3281952" y="1484784"/>
            <a:chExt cx="5370513" cy="534987"/>
          </a:xfrm>
        </p:grpSpPr>
        <p:grpSp>
          <p:nvGrpSpPr>
            <p:cNvPr id="508" name="组合 507">
              <a:extLst>
                <a:ext uri="{FF2B5EF4-FFF2-40B4-BE49-F238E27FC236}">
                  <a16:creationId xmlns:a16="http://schemas.microsoft.com/office/drawing/2014/main" id="{D0CD1FD4-E30B-4C04-ADA0-E00A723092D8}"/>
                </a:ext>
              </a:extLst>
            </p:cNvPr>
            <p:cNvGrpSpPr/>
            <p:nvPr/>
          </p:nvGrpSpPr>
          <p:grpSpPr>
            <a:xfrm>
              <a:off x="3943940" y="1484784"/>
              <a:ext cx="4708525" cy="534987"/>
              <a:chOff x="3943940" y="1626760"/>
              <a:chExt cx="4708525" cy="534987"/>
            </a:xfrm>
          </p:grpSpPr>
          <p:sp>
            <p:nvSpPr>
              <p:cNvPr id="512" name="Freeform 74">
                <a:extLst>
                  <a:ext uri="{FF2B5EF4-FFF2-40B4-BE49-F238E27FC236}">
                    <a16:creationId xmlns:a16="http://schemas.microsoft.com/office/drawing/2014/main" id="{134D63FA-7F97-4DC5-A1CC-DE424B1B768C}"/>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13" name="文本框 20">
                <a:extLst>
                  <a:ext uri="{FF2B5EF4-FFF2-40B4-BE49-F238E27FC236}">
                    <a16:creationId xmlns:a16="http://schemas.microsoft.com/office/drawing/2014/main" id="{F52D626D-9F1F-491D-86BE-C25C64971066}"/>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514" name="矩形 513">
                <a:extLst>
                  <a:ext uri="{FF2B5EF4-FFF2-40B4-BE49-F238E27FC236}">
                    <a16:creationId xmlns:a16="http://schemas.microsoft.com/office/drawing/2014/main" id="{3D285A3A-933C-4B17-9A33-1D437AF90F1B}"/>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15" name="直接连接符 514">
                <a:extLst>
                  <a:ext uri="{FF2B5EF4-FFF2-40B4-BE49-F238E27FC236}">
                    <a16:creationId xmlns:a16="http://schemas.microsoft.com/office/drawing/2014/main" id="{EF5D593A-ADFC-455F-8AAB-003B9E42C3C3}"/>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09" name="组合 508">
              <a:extLst>
                <a:ext uri="{FF2B5EF4-FFF2-40B4-BE49-F238E27FC236}">
                  <a16:creationId xmlns:a16="http://schemas.microsoft.com/office/drawing/2014/main" id="{1864DC6D-5AEC-4949-90DC-7620EC854008}"/>
                </a:ext>
              </a:extLst>
            </p:cNvPr>
            <p:cNvGrpSpPr/>
            <p:nvPr/>
          </p:nvGrpSpPr>
          <p:grpSpPr>
            <a:xfrm>
              <a:off x="3281952" y="1484784"/>
              <a:ext cx="689642" cy="534987"/>
              <a:chOff x="3281952" y="1626760"/>
              <a:chExt cx="689642" cy="534987"/>
            </a:xfrm>
          </p:grpSpPr>
          <p:sp>
            <p:nvSpPr>
              <p:cNvPr id="510" name="矩形 509">
                <a:extLst>
                  <a:ext uri="{FF2B5EF4-FFF2-40B4-BE49-F238E27FC236}">
                    <a16:creationId xmlns:a16="http://schemas.microsoft.com/office/drawing/2014/main" id="{02CA0AF2-F206-4FEB-A585-FAC07E799030}"/>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11" name="文本框 18">
                <a:extLst>
                  <a:ext uri="{FF2B5EF4-FFF2-40B4-BE49-F238E27FC236}">
                    <a16:creationId xmlns:a16="http://schemas.microsoft.com/office/drawing/2014/main" id="{B9FF2992-AC1D-4401-AAE7-A69E646B3D2F}"/>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516" name="组合 515">
            <a:extLst>
              <a:ext uri="{FF2B5EF4-FFF2-40B4-BE49-F238E27FC236}">
                <a16:creationId xmlns:a16="http://schemas.microsoft.com/office/drawing/2014/main" id="{84A838AD-CD74-4AE7-BA04-F6DBB95CCD2A}"/>
              </a:ext>
            </a:extLst>
          </p:cNvPr>
          <p:cNvGrpSpPr/>
          <p:nvPr>
            <p:custDataLst>
              <p:tags r:id="rId2"/>
            </p:custDataLst>
          </p:nvPr>
        </p:nvGrpSpPr>
        <p:grpSpPr>
          <a:xfrm>
            <a:off x="4503593" y="3688642"/>
            <a:ext cx="5372100" cy="534987"/>
            <a:chOff x="3261805" y="3188752"/>
            <a:chExt cx="5372100" cy="534987"/>
          </a:xfrm>
        </p:grpSpPr>
        <p:grpSp>
          <p:nvGrpSpPr>
            <p:cNvPr id="517" name="组合 516">
              <a:extLst>
                <a:ext uri="{FF2B5EF4-FFF2-40B4-BE49-F238E27FC236}">
                  <a16:creationId xmlns:a16="http://schemas.microsoft.com/office/drawing/2014/main" id="{DD2A4271-CF3A-4BF3-A9AC-D12549973C04}"/>
                </a:ext>
              </a:extLst>
            </p:cNvPr>
            <p:cNvGrpSpPr/>
            <p:nvPr/>
          </p:nvGrpSpPr>
          <p:grpSpPr>
            <a:xfrm>
              <a:off x="3261805" y="3188752"/>
              <a:ext cx="689593" cy="534987"/>
              <a:chOff x="3261805" y="3188752"/>
              <a:chExt cx="689593" cy="534987"/>
            </a:xfrm>
          </p:grpSpPr>
          <p:sp>
            <p:nvSpPr>
              <p:cNvPr id="523" name="矩形 522">
                <a:extLst>
                  <a:ext uri="{FF2B5EF4-FFF2-40B4-BE49-F238E27FC236}">
                    <a16:creationId xmlns:a16="http://schemas.microsoft.com/office/drawing/2014/main" id="{4EE51B82-A563-4EE6-BE8A-8040A42E59E7}"/>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24" name="文本框 86">
                <a:extLst>
                  <a:ext uri="{FF2B5EF4-FFF2-40B4-BE49-F238E27FC236}">
                    <a16:creationId xmlns:a16="http://schemas.microsoft.com/office/drawing/2014/main" id="{5ED9416D-199A-4636-8C28-E61818D0EB56}"/>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518" name="组合 517">
              <a:extLst>
                <a:ext uri="{FF2B5EF4-FFF2-40B4-BE49-F238E27FC236}">
                  <a16:creationId xmlns:a16="http://schemas.microsoft.com/office/drawing/2014/main" id="{C4AF836E-E7BE-4563-9AAA-2D60E7FA6DC1}"/>
                </a:ext>
              </a:extLst>
            </p:cNvPr>
            <p:cNvGrpSpPr/>
            <p:nvPr/>
          </p:nvGrpSpPr>
          <p:grpSpPr>
            <a:xfrm>
              <a:off x="3923792" y="3188752"/>
              <a:ext cx="4710113" cy="534987"/>
              <a:chOff x="3923792" y="3188752"/>
              <a:chExt cx="4710113" cy="534987"/>
            </a:xfrm>
          </p:grpSpPr>
          <p:sp>
            <p:nvSpPr>
              <p:cNvPr id="519" name="文本框 81">
                <a:extLst>
                  <a:ext uri="{FF2B5EF4-FFF2-40B4-BE49-F238E27FC236}">
                    <a16:creationId xmlns:a16="http://schemas.microsoft.com/office/drawing/2014/main" id="{2B3C1DB6-A8FF-42D6-AE3B-655420AE68FF}"/>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520" name="矩形 519">
                <a:extLst>
                  <a:ext uri="{FF2B5EF4-FFF2-40B4-BE49-F238E27FC236}">
                    <a16:creationId xmlns:a16="http://schemas.microsoft.com/office/drawing/2014/main" id="{39BA8051-DF84-4EB2-90D2-1E281C3262A4}"/>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1" name="直接连接符 520">
                <a:extLst>
                  <a:ext uri="{FF2B5EF4-FFF2-40B4-BE49-F238E27FC236}">
                    <a16:creationId xmlns:a16="http://schemas.microsoft.com/office/drawing/2014/main" id="{16C251FC-7268-4403-A8AE-D4894BF5926D}"/>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22" name="Freeform 71">
                <a:extLst>
                  <a:ext uri="{FF2B5EF4-FFF2-40B4-BE49-F238E27FC236}">
                    <a16:creationId xmlns:a16="http://schemas.microsoft.com/office/drawing/2014/main" id="{ED583CC2-5D27-4094-8CC5-ECE2010769B5}"/>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525" name="组合 524">
            <a:extLst>
              <a:ext uri="{FF2B5EF4-FFF2-40B4-BE49-F238E27FC236}">
                <a16:creationId xmlns:a16="http://schemas.microsoft.com/office/drawing/2014/main" id="{9F51C812-CC6C-4FD9-99FC-4348BA8C74AD}"/>
              </a:ext>
            </a:extLst>
          </p:cNvPr>
          <p:cNvGrpSpPr/>
          <p:nvPr>
            <p:custDataLst>
              <p:tags r:id="rId3"/>
            </p:custDataLst>
          </p:nvPr>
        </p:nvGrpSpPr>
        <p:grpSpPr>
          <a:xfrm>
            <a:off x="4503593" y="4509001"/>
            <a:ext cx="5372100" cy="534987"/>
            <a:chOff x="3261805" y="4046141"/>
            <a:chExt cx="5372100" cy="534987"/>
          </a:xfrm>
        </p:grpSpPr>
        <p:grpSp>
          <p:nvGrpSpPr>
            <p:cNvPr id="526" name="组合 525">
              <a:extLst>
                <a:ext uri="{FF2B5EF4-FFF2-40B4-BE49-F238E27FC236}">
                  <a16:creationId xmlns:a16="http://schemas.microsoft.com/office/drawing/2014/main" id="{4EBAED5E-AFC8-49A4-867D-E61816C657E7}"/>
                </a:ext>
              </a:extLst>
            </p:cNvPr>
            <p:cNvGrpSpPr/>
            <p:nvPr/>
          </p:nvGrpSpPr>
          <p:grpSpPr>
            <a:xfrm>
              <a:off x="3261805" y="4046141"/>
              <a:ext cx="689447" cy="534987"/>
              <a:chOff x="3261805" y="3969748"/>
              <a:chExt cx="689447" cy="534987"/>
            </a:xfrm>
          </p:grpSpPr>
          <p:sp>
            <p:nvSpPr>
              <p:cNvPr id="532" name="矩形 531">
                <a:extLst>
                  <a:ext uri="{FF2B5EF4-FFF2-40B4-BE49-F238E27FC236}">
                    <a16:creationId xmlns:a16="http://schemas.microsoft.com/office/drawing/2014/main" id="{0AD37FD8-2FE5-4443-9158-0641FECA672D}"/>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33" name="文本框 131">
                <a:extLst>
                  <a:ext uri="{FF2B5EF4-FFF2-40B4-BE49-F238E27FC236}">
                    <a16:creationId xmlns:a16="http://schemas.microsoft.com/office/drawing/2014/main" id="{45471F71-351E-4432-87C7-A08283FFDAF5}"/>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527" name="组合 526">
              <a:extLst>
                <a:ext uri="{FF2B5EF4-FFF2-40B4-BE49-F238E27FC236}">
                  <a16:creationId xmlns:a16="http://schemas.microsoft.com/office/drawing/2014/main" id="{04B8DA8C-88CE-4F66-A26A-BCB41C318861}"/>
                </a:ext>
              </a:extLst>
            </p:cNvPr>
            <p:cNvGrpSpPr/>
            <p:nvPr/>
          </p:nvGrpSpPr>
          <p:grpSpPr>
            <a:xfrm>
              <a:off x="3923792" y="4046141"/>
              <a:ext cx="4710113" cy="534987"/>
              <a:chOff x="3923792" y="3969748"/>
              <a:chExt cx="4710113" cy="534987"/>
            </a:xfrm>
          </p:grpSpPr>
          <p:sp>
            <p:nvSpPr>
              <p:cNvPr id="528" name="文本框 126">
                <a:extLst>
                  <a:ext uri="{FF2B5EF4-FFF2-40B4-BE49-F238E27FC236}">
                    <a16:creationId xmlns:a16="http://schemas.microsoft.com/office/drawing/2014/main" id="{AC4111AA-D3B0-4B5B-88D2-9F02478D3137}"/>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529" name="矩形 528">
                <a:extLst>
                  <a:ext uri="{FF2B5EF4-FFF2-40B4-BE49-F238E27FC236}">
                    <a16:creationId xmlns:a16="http://schemas.microsoft.com/office/drawing/2014/main" id="{22B8483A-1D6E-4779-B1D3-F24E06B0E491}"/>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30" name="直接连接符 529">
                <a:extLst>
                  <a:ext uri="{FF2B5EF4-FFF2-40B4-BE49-F238E27FC236}">
                    <a16:creationId xmlns:a16="http://schemas.microsoft.com/office/drawing/2014/main" id="{DBFB00E9-F273-402D-A99F-D71B8AB1FEB1}"/>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1" name="Freeform 306">
                <a:extLst>
                  <a:ext uri="{FF2B5EF4-FFF2-40B4-BE49-F238E27FC236}">
                    <a16:creationId xmlns:a16="http://schemas.microsoft.com/office/drawing/2014/main" id="{298BC56F-2B34-4573-B9AA-8E7FD94246C3}"/>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534" name="组合 533">
            <a:extLst>
              <a:ext uri="{FF2B5EF4-FFF2-40B4-BE49-F238E27FC236}">
                <a16:creationId xmlns:a16="http://schemas.microsoft.com/office/drawing/2014/main" id="{0175A34B-BDC0-4B2F-9161-49DF63DE2C3E}"/>
              </a:ext>
            </a:extLst>
          </p:cNvPr>
          <p:cNvGrpSpPr/>
          <p:nvPr>
            <p:custDataLst>
              <p:tags r:id="rId4"/>
            </p:custDataLst>
          </p:nvPr>
        </p:nvGrpSpPr>
        <p:grpSpPr>
          <a:xfrm>
            <a:off x="4517645" y="2868283"/>
            <a:ext cx="5370513" cy="534987"/>
            <a:chOff x="3275856" y="2348880"/>
            <a:chExt cx="5370513" cy="534987"/>
          </a:xfrm>
        </p:grpSpPr>
        <p:grpSp>
          <p:nvGrpSpPr>
            <p:cNvPr id="535" name="组合 534">
              <a:extLst>
                <a:ext uri="{FF2B5EF4-FFF2-40B4-BE49-F238E27FC236}">
                  <a16:creationId xmlns:a16="http://schemas.microsoft.com/office/drawing/2014/main" id="{B1BD14E7-09FB-415A-8106-72A17E16AD8C}"/>
                </a:ext>
              </a:extLst>
            </p:cNvPr>
            <p:cNvGrpSpPr/>
            <p:nvPr/>
          </p:nvGrpSpPr>
          <p:grpSpPr>
            <a:xfrm>
              <a:off x="3275856" y="2348880"/>
              <a:ext cx="689474" cy="534987"/>
              <a:chOff x="3275856" y="2407756"/>
              <a:chExt cx="689474" cy="534987"/>
            </a:xfrm>
          </p:grpSpPr>
          <p:sp>
            <p:nvSpPr>
              <p:cNvPr id="541" name="矩形 540">
                <a:extLst>
                  <a:ext uri="{FF2B5EF4-FFF2-40B4-BE49-F238E27FC236}">
                    <a16:creationId xmlns:a16="http://schemas.microsoft.com/office/drawing/2014/main" id="{79B45DDA-D399-4C5D-88A9-21BE3E793D65}"/>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2" name="文本框 78">
                <a:extLst>
                  <a:ext uri="{FF2B5EF4-FFF2-40B4-BE49-F238E27FC236}">
                    <a16:creationId xmlns:a16="http://schemas.microsoft.com/office/drawing/2014/main" id="{188CC224-E380-4AA3-97AF-10667293B89F}"/>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536" name="组合 535">
              <a:extLst>
                <a:ext uri="{FF2B5EF4-FFF2-40B4-BE49-F238E27FC236}">
                  <a16:creationId xmlns:a16="http://schemas.microsoft.com/office/drawing/2014/main" id="{1BA57E98-FEDB-43F7-A470-C072DCA8281F}"/>
                </a:ext>
              </a:extLst>
            </p:cNvPr>
            <p:cNvGrpSpPr/>
            <p:nvPr/>
          </p:nvGrpSpPr>
          <p:grpSpPr>
            <a:xfrm>
              <a:off x="3937844" y="2348880"/>
              <a:ext cx="4708525" cy="534987"/>
              <a:chOff x="3937844" y="2407756"/>
              <a:chExt cx="4708525" cy="534987"/>
            </a:xfrm>
          </p:grpSpPr>
          <p:sp>
            <p:nvSpPr>
              <p:cNvPr id="537" name="文本框 73">
                <a:extLst>
                  <a:ext uri="{FF2B5EF4-FFF2-40B4-BE49-F238E27FC236}">
                    <a16:creationId xmlns:a16="http://schemas.microsoft.com/office/drawing/2014/main" id="{B0D290E4-AE9D-4DDE-9883-0EADCD066FFE}"/>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538" name="矩形 537">
                <a:extLst>
                  <a:ext uri="{FF2B5EF4-FFF2-40B4-BE49-F238E27FC236}">
                    <a16:creationId xmlns:a16="http://schemas.microsoft.com/office/drawing/2014/main" id="{7098D5A6-8EA7-45F2-BAEC-EE8F975AD253}"/>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39" name="直接连接符 538">
                <a:extLst>
                  <a:ext uri="{FF2B5EF4-FFF2-40B4-BE49-F238E27FC236}">
                    <a16:creationId xmlns:a16="http://schemas.microsoft.com/office/drawing/2014/main" id="{BBA5EAED-0674-419A-89C1-679D1D85F1EA}"/>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40" name="Freeform 30">
                <a:extLst>
                  <a:ext uri="{FF2B5EF4-FFF2-40B4-BE49-F238E27FC236}">
                    <a16:creationId xmlns:a16="http://schemas.microsoft.com/office/drawing/2014/main" id="{6E71CFC7-C54A-4EE2-931F-62EBB9B6BE18}"/>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extLst>
      <p:ext uri="{BB962C8B-B14F-4D97-AF65-F5344CB8AC3E}">
        <p14:creationId xmlns:p14="http://schemas.microsoft.com/office/powerpoint/2010/main" val="2985974029"/>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05483-8F18-9EC4-A462-D671D68A5DCA}"/>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27EB2ADD-41CE-5408-B7E6-1719BE8867B6}"/>
              </a:ext>
            </a:extLst>
          </p:cNvPr>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2" name="文本框 71">
            <a:extLst>
              <a:ext uri="{FF2B5EF4-FFF2-40B4-BE49-F238E27FC236}">
                <a16:creationId xmlns:a16="http://schemas.microsoft.com/office/drawing/2014/main" id="{93B44599-651B-82F9-22B1-A5C2FA6A42D5}"/>
              </a:ext>
            </a:extLst>
          </p:cNvPr>
          <p:cNvSpPr txBox="1"/>
          <p:nvPr/>
        </p:nvSpPr>
        <p:spPr>
          <a:xfrm>
            <a:off x="120000" y="31704"/>
            <a:ext cx="4914152" cy="58477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Problem Description </a:t>
            </a:r>
          </a:p>
        </p:txBody>
      </p:sp>
      <p:sp>
        <p:nvSpPr>
          <p:cNvPr id="8" name="文本框 7">
            <a:extLst>
              <a:ext uri="{FF2B5EF4-FFF2-40B4-BE49-F238E27FC236}">
                <a16:creationId xmlns:a16="http://schemas.microsoft.com/office/drawing/2014/main" id="{0B3E229E-222F-2E31-2BC6-5391768D3717}"/>
              </a:ext>
            </a:extLst>
          </p:cNvPr>
          <p:cNvSpPr txBox="1"/>
          <p:nvPr/>
        </p:nvSpPr>
        <p:spPr>
          <a:xfrm>
            <a:off x="300000" y="909000"/>
            <a:ext cx="11592000" cy="3366563"/>
          </a:xfrm>
          <a:prstGeom prst="rect">
            <a:avLst/>
          </a:prstGeom>
          <a:noFill/>
          <a:ln>
            <a:solidFill>
              <a:srgbClr val="0174AB"/>
            </a:solidFill>
          </a:ln>
        </p:spPr>
        <p:txBody>
          <a:bodyPr wrap="square" rtlCol="0">
            <a:spAutoFit/>
          </a:bodyPr>
          <a:lstStyle/>
          <a:p>
            <a:pPr marR="0" lvl="0" algn="l" defTabSz="914400" rtl="0" eaLnBrk="1" fontAlgn="auto" latinLnBrk="0" hangingPunct="1">
              <a:lnSpc>
                <a:spcPct val="150000"/>
              </a:lnSpc>
              <a:spcBef>
                <a:spcPts val="0"/>
              </a:spcBef>
              <a:spcAft>
                <a:spcPts val="0"/>
              </a:spcAft>
              <a:buClrTx/>
              <a:buSzTx/>
              <a:tabLst/>
              <a:defRPr/>
            </a:pPr>
            <a:r>
              <a:rPr lang="en-US" altLang="zh-CN" dirty="0">
                <a:solidFill>
                  <a:prstClr val="black"/>
                </a:solidFill>
                <a:latin typeface="Times New Roman" panose="02020603050405020304" pitchFamily="18" charset="0"/>
                <a:ea typeface="等线" panose="02010600030101010101" pitchFamily="2" charset="-122"/>
                <a:cs typeface="Times New Roman" panose="02020603050405020304" pitchFamily="18" charset="0"/>
              </a:rPr>
              <a:t>MTS data typically originates from multiple sensors, each with its unique distribution.</a:t>
            </a:r>
          </a:p>
          <a:p>
            <a:pPr marR="0" lvl="0" algn="l" defTabSz="914400" rtl="0" eaLnBrk="1" fontAlgn="auto" latinLnBrk="0" hangingPunct="1">
              <a:lnSpc>
                <a:spcPct val="150000"/>
              </a:lnSpc>
              <a:spcBef>
                <a:spcPts val="0"/>
              </a:spcBef>
              <a:spcAft>
                <a:spcPts val="0"/>
              </a:spcAft>
              <a:buClrTx/>
              <a:buSzTx/>
              <a:tabLst/>
              <a:defRPr/>
            </a:pPr>
            <a:endParaRPr lang="en-US" altLang="zh-CN" dirty="0">
              <a:solidFill>
                <a:prstClr val="black"/>
              </a:solidFill>
              <a:latin typeface="Times New Roman" panose="02020603050405020304" pitchFamily="18" charset="0"/>
              <a:ea typeface="等线" panose="02010600030101010101" pitchFamily="2" charset="-122"/>
              <a:cs typeface="Times New Roman" panose="02020603050405020304" pitchFamily="18" charset="0"/>
            </a:endParaRPr>
          </a:p>
          <a:p>
            <a:pPr marR="0" lvl="0" algn="l" defTabSz="914400" rtl="0" eaLnBrk="1" fontAlgn="auto" latinLnBrk="0" hangingPunct="1">
              <a:lnSpc>
                <a:spcPct val="150000"/>
              </a:lnSpc>
              <a:spcBef>
                <a:spcPts val="0"/>
              </a:spcBef>
              <a:spcAft>
                <a:spcPts val="0"/>
              </a:spcAft>
              <a:buClrTx/>
              <a:buSzTx/>
              <a:tabLst/>
              <a:defRPr/>
            </a:pPr>
            <a:r>
              <a:rPr lang="en-US" altLang="zh-CN" dirty="0">
                <a:solidFill>
                  <a:prstClr val="black"/>
                </a:solidFill>
                <a:latin typeface="Times New Roman" panose="02020603050405020304" pitchFamily="18" charset="0"/>
                <a:ea typeface="等线" panose="02010600030101010101" pitchFamily="2" charset="-122"/>
                <a:cs typeface="Times New Roman" panose="02020603050405020304" pitchFamily="18" charset="0"/>
              </a:rPr>
              <a:t>When adapting existing TS UDA methods to MTS-UDA, they primarily focus on aligning global features across domains by treating signals from various sensors as a whole. However, these approaches ignore the diverse distributions across sensors, leading to misalignment at the sensor level.</a:t>
            </a:r>
          </a:p>
          <a:p>
            <a:pPr marR="0" lvl="0" algn="l" defTabSz="914400" rtl="0" eaLnBrk="1" fontAlgn="auto" latinLnBrk="0" hangingPunct="1">
              <a:lnSpc>
                <a:spcPct val="150000"/>
              </a:lnSpc>
              <a:spcBef>
                <a:spcPts val="0"/>
              </a:spcBef>
              <a:spcAft>
                <a:spcPts val="0"/>
              </a:spcAft>
              <a:buClrTx/>
              <a:buSzTx/>
              <a:tabLst/>
              <a:defRPr/>
            </a:pPr>
            <a:endParaRPr lang="en-US" altLang="zh-CN" dirty="0">
              <a:solidFill>
                <a:prstClr val="black"/>
              </a:solidFill>
              <a:latin typeface="Times New Roman" panose="02020603050405020304" pitchFamily="18" charset="0"/>
              <a:ea typeface="等线" panose="02010600030101010101" pitchFamily="2" charset="-122"/>
              <a:cs typeface="Times New Roman" panose="02020603050405020304" pitchFamily="18" charset="0"/>
            </a:endParaRPr>
          </a:p>
          <a:p>
            <a:pPr marR="0" lvl="0" algn="l" defTabSz="914400" rtl="0" eaLnBrk="1" fontAlgn="auto" latinLnBrk="0" hangingPunct="1">
              <a:lnSpc>
                <a:spcPct val="150000"/>
              </a:lnSpc>
              <a:spcBef>
                <a:spcPts val="0"/>
              </a:spcBef>
              <a:spcAft>
                <a:spcPts val="0"/>
              </a:spcAft>
              <a:buClrTx/>
              <a:buSzTx/>
              <a:tabLst/>
              <a:defRPr/>
            </a:pPr>
            <a:r>
              <a:rPr lang="en-US" altLang="zh-CN" dirty="0">
                <a:solidFill>
                  <a:prstClr val="black"/>
                </a:solidFill>
                <a:latin typeface="Times New Roman" panose="02020603050405020304" pitchFamily="18" charset="0"/>
                <a:ea typeface="等线" panose="02010600030101010101" pitchFamily="2" charset="-122"/>
                <a:cs typeface="Times New Roman" panose="02020603050405020304" pitchFamily="18" charset="0"/>
              </a:rPr>
              <a:t>To address the above challenges, we propose Sensor Alignment (SEA) for MTS-UDA. First, we aim to reduce domain discrepancy at both the local and global sensor levels.</a:t>
            </a:r>
          </a:p>
        </p:txBody>
      </p:sp>
      <p:grpSp>
        <p:nvGrpSpPr>
          <p:cNvPr id="12" name="组合 11">
            <a:extLst>
              <a:ext uri="{FF2B5EF4-FFF2-40B4-BE49-F238E27FC236}">
                <a16:creationId xmlns:a16="http://schemas.microsoft.com/office/drawing/2014/main" id="{DD1A9076-2DA5-3D90-6DF9-1C270842D64D}"/>
              </a:ext>
            </a:extLst>
          </p:cNvPr>
          <p:cNvGrpSpPr/>
          <p:nvPr/>
        </p:nvGrpSpPr>
        <p:grpSpPr>
          <a:xfrm>
            <a:off x="-1" y="6553200"/>
            <a:ext cx="12192001" cy="304800"/>
            <a:chOff x="0" y="6569404"/>
            <a:chExt cx="9144000" cy="288000"/>
          </a:xfrm>
        </p:grpSpPr>
        <p:sp>
          <p:nvSpPr>
            <p:cNvPr id="13" name="矩形 12">
              <a:extLst>
                <a:ext uri="{FF2B5EF4-FFF2-40B4-BE49-F238E27FC236}">
                  <a16:creationId xmlns:a16="http://schemas.microsoft.com/office/drawing/2014/main" id="{0A0CCD7A-ED8D-55C6-0818-C708D6EA185D}"/>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4" name="矩形 13">
              <a:extLst>
                <a:ext uri="{FF2B5EF4-FFF2-40B4-BE49-F238E27FC236}">
                  <a16:creationId xmlns:a16="http://schemas.microsoft.com/office/drawing/2014/main" id="{1BDC3451-A623-02A3-4775-D1579BD94EA0}"/>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a:extLst>
              <a:ext uri="{FF2B5EF4-FFF2-40B4-BE49-F238E27FC236}">
                <a16:creationId xmlns:a16="http://schemas.microsoft.com/office/drawing/2014/main" id="{CC929BC1-95C7-DAA5-CA5B-5A442437CF51}"/>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253130049"/>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8FB0D72E-457E-9C06-2C62-E71E28E6B686}"/>
              </a:ext>
            </a:extLst>
          </p:cNvPr>
          <p:cNvGrpSpPr/>
          <p:nvPr/>
        </p:nvGrpSpPr>
        <p:grpSpPr>
          <a:xfrm>
            <a:off x="-1" y="6553200"/>
            <a:ext cx="12192001" cy="304800"/>
            <a:chOff x="0" y="6569404"/>
            <a:chExt cx="9144000" cy="288000"/>
          </a:xfrm>
        </p:grpSpPr>
        <p:sp>
          <p:nvSpPr>
            <p:cNvPr id="4" name="矩形 3">
              <a:extLst>
                <a:ext uri="{FF2B5EF4-FFF2-40B4-BE49-F238E27FC236}">
                  <a16:creationId xmlns:a16="http://schemas.microsoft.com/office/drawing/2014/main" id="{CC340ECA-4089-9826-5C91-D07FFEAA5781}"/>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DD9F51C0-1ACD-5028-2033-DAF07B9362C5}"/>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 name="灯片编号占位符 5">
            <a:extLst>
              <a:ext uri="{FF2B5EF4-FFF2-40B4-BE49-F238E27FC236}">
                <a16:creationId xmlns:a16="http://schemas.microsoft.com/office/drawing/2014/main" id="{FC92BE74-AC5C-18C2-3B79-8542FC4C0B20}"/>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53</a:t>
            </a:fld>
            <a:endParaRPr lang="zh-HK" altLang="en-US" sz="1600" dirty="0">
              <a:solidFill>
                <a:schemeClr val="bg1"/>
              </a:solidFill>
            </a:endParaRPr>
          </a:p>
        </p:txBody>
      </p:sp>
      <p:pic>
        <p:nvPicPr>
          <p:cNvPr id="7" name="图片 6">
            <a:extLst>
              <a:ext uri="{FF2B5EF4-FFF2-40B4-BE49-F238E27FC236}">
                <a16:creationId xmlns:a16="http://schemas.microsoft.com/office/drawing/2014/main" id="{98044630-4AFA-1AFF-86C6-56E24AB9DF1E}"/>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55" name="组合 18">
            <a:extLst>
              <a:ext uri="{FF2B5EF4-FFF2-40B4-BE49-F238E27FC236}">
                <a16:creationId xmlns:a16="http://schemas.microsoft.com/office/drawing/2014/main" id="{0F82D52C-F6C0-4AFC-8CAE-ADC1D9BD9817}"/>
              </a:ext>
            </a:extLst>
          </p:cNvPr>
          <p:cNvGrpSpPr/>
          <p:nvPr/>
        </p:nvGrpSpPr>
        <p:grpSpPr bwMode="auto">
          <a:xfrm>
            <a:off x="2409457" y="2650330"/>
            <a:ext cx="1505450" cy="1479472"/>
            <a:chOff x="1709739" y="2636838"/>
            <a:chExt cx="1590160" cy="1584325"/>
          </a:xfrm>
          <a:solidFill>
            <a:srgbClr val="044875"/>
          </a:solidFill>
        </p:grpSpPr>
        <p:sp>
          <p:nvSpPr>
            <p:cNvPr id="59" name="Freeform 6">
              <a:extLst>
                <a:ext uri="{FF2B5EF4-FFF2-40B4-BE49-F238E27FC236}">
                  <a16:creationId xmlns:a16="http://schemas.microsoft.com/office/drawing/2014/main" id="{94F52977-7D3F-4CD8-9020-4BD991209C4E}"/>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3" name="Freeform 7">
              <a:extLst>
                <a:ext uri="{FF2B5EF4-FFF2-40B4-BE49-F238E27FC236}">
                  <a16:creationId xmlns:a16="http://schemas.microsoft.com/office/drawing/2014/main" id="{34C17D31-FC94-4792-8327-91DBC9423172}"/>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6" name="Freeform 8">
              <a:extLst>
                <a:ext uri="{FF2B5EF4-FFF2-40B4-BE49-F238E27FC236}">
                  <a16:creationId xmlns:a16="http://schemas.microsoft.com/office/drawing/2014/main" id="{179AD212-3DC7-4842-8DBF-923E6D177812}"/>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7" name="Freeform 9">
              <a:extLst>
                <a:ext uri="{FF2B5EF4-FFF2-40B4-BE49-F238E27FC236}">
                  <a16:creationId xmlns:a16="http://schemas.microsoft.com/office/drawing/2014/main" id="{28E72CCB-C2A0-4D6C-95E1-84C959FA85F9}"/>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8" name="Freeform 10">
              <a:extLst>
                <a:ext uri="{FF2B5EF4-FFF2-40B4-BE49-F238E27FC236}">
                  <a16:creationId xmlns:a16="http://schemas.microsoft.com/office/drawing/2014/main" id="{C6B47A17-BD05-4A83-A794-3AA5422D5C5A}"/>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11">
              <a:extLst>
                <a:ext uri="{FF2B5EF4-FFF2-40B4-BE49-F238E27FC236}">
                  <a16:creationId xmlns:a16="http://schemas.microsoft.com/office/drawing/2014/main" id="{738B0A14-742B-4272-8684-7C1305260D33}"/>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12">
              <a:extLst>
                <a:ext uri="{FF2B5EF4-FFF2-40B4-BE49-F238E27FC236}">
                  <a16:creationId xmlns:a16="http://schemas.microsoft.com/office/drawing/2014/main" id="{26B9E863-86FF-4894-B20A-28DE94E405CB}"/>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1" name="Freeform 13">
              <a:extLst>
                <a:ext uri="{FF2B5EF4-FFF2-40B4-BE49-F238E27FC236}">
                  <a16:creationId xmlns:a16="http://schemas.microsoft.com/office/drawing/2014/main" id="{5205E6C5-9099-44C2-9517-FA58BCEA094C}"/>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2" name="Freeform 14">
              <a:extLst>
                <a:ext uri="{FF2B5EF4-FFF2-40B4-BE49-F238E27FC236}">
                  <a16:creationId xmlns:a16="http://schemas.microsoft.com/office/drawing/2014/main" id="{991E2DD9-E65F-44BE-A9D1-1D99BA7D9C68}"/>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3" name="文本框 72">
            <a:extLst>
              <a:ext uri="{FF2B5EF4-FFF2-40B4-BE49-F238E27FC236}">
                <a16:creationId xmlns:a16="http://schemas.microsoft.com/office/drawing/2014/main" id="{6C66DD8C-9F98-4D97-AE05-2502D5DD3ECE}"/>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4" name="组合 73">
            <a:extLst>
              <a:ext uri="{FF2B5EF4-FFF2-40B4-BE49-F238E27FC236}">
                <a16:creationId xmlns:a16="http://schemas.microsoft.com/office/drawing/2014/main" id="{B1F6A8BA-4B04-437D-9335-609338409BAC}"/>
              </a:ext>
            </a:extLst>
          </p:cNvPr>
          <p:cNvGrpSpPr/>
          <p:nvPr>
            <p:custDataLst>
              <p:tags r:id="rId1"/>
            </p:custDataLst>
          </p:nvPr>
        </p:nvGrpSpPr>
        <p:grpSpPr>
          <a:xfrm>
            <a:off x="4523741" y="2047924"/>
            <a:ext cx="5370513" cy="534987"/>
            <a:chOff x="3281952" y="1484784"/>
            <a:chExt cx="5370513" cy="534987"/>
          </a:xfrm>
        </p:grpSpPr>
        <p:grpSp>
          <p:nvGrpSpPr>
            <p:cNvPr id="75" name="组合 74">
              <a:extLst>
                <a:ext uri="{FF2B5EF4-FFF2-40B4-BE49-F238E27FC236}">
                  <a16:creationId xmlns:a16="http://schemas.microsoft.com/office/drawing/2014/main" id="{64ED1BB8-4C04-43ED-BB92-AC9ED2CF0C82}"/>
                </a:ext>
              </a:extLst>
            </p:cNvPr>
            <p:cNvGrpSpPr/>
            <p:nvPr/>
          </p:nvGrpSpPr>
          <p:grpSpPr>
            <a:xfrm>
              <a:off x="3943940" y="1484784"/>
              <a:ext cx="4708525" cy="534987"/>
              <a:chOff x="3943940" y="1626760"/>
              <a:chExt cx="4708525" cy="534987"/>
            </a:xfrm>
          </p:grpSpPr>
          <p:sp>
            <p:nvSpPr>
              <p:cNvPr id="79" name="Freeform 74">
                <a:extLst>
                  <a:ext uri="{FF2B5EF4-FFF2-40B4-BE49-F238E27FC236}">
                    <a16:creationId xmlns:a16="http://schemas.microsoft.com/office/drawing/2014/main" id="{CC70BC50-C439-41A4-82F3-198EF492906E}"/>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80" name="文本框 20">
                <a:extLst>
                  <a:ext uri="{FF2B5EF4-FFF2-40B4-BE49-F238E27FC236}">
                    <a16:creationId xmlns:a16="http://schemas.microsoft.com/office/drawing/2014/main" id="{892A6CB2-8E97-43C9-B050-B53E6A327668}"/>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81" name="矩形 80">
                <a:extLst>
                  <a:ext uri="{FF2B5EF4-FFF2-40B4-BE49-F238E27FC236}">
                    <a16:creationId xmlns:a16="http://schemas.microsoft.com/office/drawing/2014/main" id="{1DE279A7-AAF6-412E-85F4-DCBC5E38B09D}"/>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2" name="直接连接符 81">
                <a:extLst>
                  <a:ext uri="{FF2B5EF4-FFF2-40B4-BE49-F238E27FC236}">
                    <a16:creationId xmlns:a16="http://schemas.microsoft.com/office/drawing/2014/main" id="{8E78F919-268B-42DC-8AC4-C19616C11FE4}"/>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6" name="组合 75">
              <a:extLst>
                <a:ext uri="{FF2B5EF4-FFF2-40B4-BE49-F238E27FC236}">
                  <a16:creationId xmlns:a16="http://schemas.microsoft.com/office/drawing/2014/main" id="{15C21C36-0FFF-46DF-8031-21A402A9E0E7}"/>
                </a:ext>
              </a:extLst>
            </p:cNvPr>
            <p:cNvGrpSpPr/>
            <p:nvPr/>
          </p:nvGrpSpPr>
          <p:grpSpPr>
            <a:xfrm>
              <a:off x="3281952" y="1484784"/>
              <a:ext cx="689642" cy="534987"/>
              <a:chOff x="3281952" y="1626760"/>
              <a:chExt cx="689642" cy="534987"/>
            </a:xfrm>
          </p:grpSpPr>
          <p:sp>
            <p:nvSpPr>
              <p:cNvPr id="77" name="矩形 76">
                <a:extLst>
                  <a:ext uri="{FF2B5EF4-FFF2-40B4-BE49-F238E27FC236}">
                    <a16:creationId xmlns:a16="http://schemas.microsoft.com/office/drawing/2014/main" id="{651F61DA-0BFF-413A-853C-342C301F4D9C}"/>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8" name="文本框 18">
                <a:extLst>
                  <a:ext uri="{FF2B5EF4-FFF2-40B4-BE49-F238E27FC236}">
                    <a16:creationId xmlns:a16="http://schemas.microsoft.com/office/drawing/2014/main" id="{C8092928-AB26-4DF3-8F9B-2DBE704919ED}"/>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3" name="组合 82">
            <a:extLst>
              <a:ext uri="{FF2B5EF4-FFF2-40B4-BE49-F238E27FC236}">
                <a16:creationId xmlns:a16="http://schemas.microsoft.com/office/drawing/2014/main" id="{A8300395-0A39-4501-B68A-8E29FA7D4F90}"/>
              </a:ext>
            </a:extLst>
          </p:cNvPr>
          <p:cNvGrpSpPr/>
          <p:nvPr>
            <p:custDataLst>
              <p:tags r:id="rId2"/>
            </p:custDataLst>
          </p:nvPr>
        </p:nvGrpSpPr>
        <p:grpSpPr>
          <a:xfrm>
            <a:off x="4503593" y="3688642"/>
            <a:ext cx="5372100" cy="534987"/>
            <a:chOff x="3261805" y="3188752"/>
            <a:chExt cx="5372100" cy="534987"/>
          </a:xfrm>
        </p:grpSpPr>
        <p:grpSp>
          <p:nvGrpSpPr>
            <p:cNvPr id="84" name="组合 83">
              <a:extLst>
                <a:ext uri="{FF2B5EF4-FFF2-40B4-BE49-F238E27FC236}">
                  <a16:creationId xmlns:a16="http://schemas.microsoft.com/office/drawing/2014/main" id="{B7C17D15-2E7E-449C-81CB-0BBB227347D1}"/>
                </a:ext>
              </a:extLst>
            </p:cNvPr>
            <p:cNvGrpSpPr/>
            <p:nvPr/>
          </p:nvGrpSpPr>
          <p:grpSpPr>
            <a:xfrm>
              <a:off x="3261805" y="3188752"/>
              <a:ext cx="689593" cy="534987"/>
              <a:chOff x="3261805" y="3188752"/>
              <a:chExt cx="689593" cy="534987"/>
            </a:xfrm>
          </p:grpSpPr>
          <p:sp>
            <p:nvSpPr>
              <p:cNvPr id="100" name="矩形 99">
                <a:extLst>
                  <a:ext uri="{FF2B5EF4-FFF2-40B4-BE49-F238E27FC236}">
                    <a16:creationId xmlns:a16="http://schemas.microsoft.com/office/drawing/2014/main" id="{2A7E907C-0CDF-4564-9333-1A24526BA182}"/>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1" name="文本框 86">
                <a:extLst>
                  <a:ext uri="{FF2B5EF4-FFF2-40B4-BE49-F238E27FC236}">
                    <a16:creationId xmlns:a16="http://schemas.microsoft.com/office/drawing/2014/main" id="{EA342509-A657-478D-BC26-C4A279A271BA}"/>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85" name="组合 84">
              <a:extLst>
                <a:ext uri="{FF2B5EF4-FFF2-40B4-BE49-F238E27FC236}">
                  <a16:creationId xmlns:a16="http://schemas.microsoft.com/office/drawing/2014/main" id="{12D48083-A106-4461-A163-D21D6F839D5A}"/>
                </a:ext>
              </a:extLst>
            </p:cNvPr>
            <p:cNvGrpSpPr/>
            <p:nvPr/>
          </p:nvGrpSpPr>
          <p:grpSpPr>
            <a:xfrm>
              <a:off x="3923792" y="3188752"/>
              <a:ext cx="4710113" cy="534987"/>
              <a:chOff x="3923792" y="3188752"/>
              <a:chExt cx="4710113" cy="534987"/>
            </a:xfrm>
          </p:grpSpPr>
          <p:sp>
            <p:nvSpPr>
              <p:cNvPr id="87" name="文本框 81">
                <a:extLst>
                  <a:ext uri="{FF2B5EF4-FFF2-40B4-BE49-F238E27FC236}">
                    <a16:creationId xmlns:a16="http://schemas.microsoft.com/office/drawing/2014/main" id="{A51022DC-A596-42FC-86E1-B4E6970B3FB3}"/>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91" name="矩形 90">
                <a:extLst>
                  <a:ext uri="{FF2B5EF4-FFF2-40B4-BE49-F238E27FC236}">
                    <a16:creationId xmlns:a16="http://schemas.microsoft.com/office/drawing/2014/main" id="{82ECC155-BFBC-4A56-BC57-F53576A95C71}"/>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5" name="直接连接符 94">
                <a:extLst>
                  <a:ext uri="{FF2B5EF4-FFF2-40B4-BE49-F238E27FC236}">
                    <a16:creationId xmlns:a16="http://schemas.microsoft.com/office/drawing/2014/main" id="{473BBAFE-1FFC-420B-9B16-08B4AB5DF28C}"/>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9" name="Freeform 71">
                <a:extLst>
                  <a:ext uri="{FF2B5EF4-FFF2-40B4-BE49-F238E27FC236}">
                    <a16:creationId xmlns:a16="http://schemas.microsoft.com/office/drawing/2014/main" id="{636C5C65-C70F-491E-A7C2-F6BE3CE647D2}"/>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2" name="组合 101">
            <a:extLst>
              <a:ext uri="{FF2B5EF4-FFF2-40B4-BE49-F238E27FC236}">
                <a16:creationId xmlns:a16="http://schemas.microsoft.com/office/drawing/2014/main" id="{BE0A1940-40B4-43B8-9259-555C01927DFF}"/>
              </a:ext>
            </a:extLst>
          </p:cNvPr>
          <p:cNvGrpSpPr/>
          <p:nvPr>
            <p:custDataLst>
              <p:tags r:id="rId3"/>
            </p:custDataLst>
          </p:nvPr>
        </p:nvGrpSpPr>
        <p:grpSpPr>
          <a:xfrm>
            <a:off x="4503593" y="4509001"/>
            <a:ext cx="5372100" cy="534987"/>
            <a:chOff x="3261805" y="4046141"/>
            <a:chExt cx="5372100" cy="534987"/>
          </a:xfrm>
        </p:grpSpPr>
        <p:grpSp>
          <p:nvGrpSpPr>
            <p:cNvPr id="103" name="组合 102">
              <a:extLst>
                <a:ext uri="{FF2B5EF4-FFF2-40B4-BE49-F238E27FC236}">
                  <a16:creationId xmlns:a16="http://schemas.microsoft.com/office/drawing/2014/main" id="{870C656E-BC98-41E1-BFF4-703BC82E4242}"/>
                </a:ext>
              </a:extLst>
            </p:cNvPr>
            <p:cNvGrpSpPr/>
            <p:nvPr/>
          </p:nvGrpSpPr>
          <p:grpSpPr>
            <a:xfrm>
              <a:off x="3261805" y="4046141"/>
              <a:ext cx="689447" cy="534987"/>
              <a:chOff x="3261805" y="3969748"/>
              <a:chExt cx="689447" cy="534987"/>
            </a:xfrm>
          </p:grpSpPr>
          <p:sp>
            <p:nvSpPr>
              <p:cNvPr id="109" name="矩形 108">
                <a:extLst>
                  <a:ext uri="{FF2B5EF4-FFF2-40B4-BE49-F238E27FC236}">
                    <a16:creationId xmlns:a16="http://schemas.microsoft.com/office/drawing/2014/main" id="{50559FF8-EF6D-4589-AC37-434FD4281CF1}"/>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0" name="文本框 131">
                <a:extLst>
                  <a:ext uri="{FF2B5EF4-FFF2-40B4-BE49-F238E27FC236}">
                    <a16:creationId xmlns:a16="http://schemas.microsoft.com/office/drawing/2014/main" id="{DDAD54D4-58CB-49EF-AF8C-E433E9F4E6C4}"/>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04" name="组合 103">
              <a:extLst>
                <a:ext uri="{FF2B5EF4-FFF2-40B4-BE49-F238E27FC236}">
                  <a16:creationId xmlns:a16="http://schemas.microsoft.com/office/drawing/2014/main" id="{33E0C7FE-5B6D-4052-AC17-FF35271D8E2E}"/>
                </a:ext>
              </a:extLst>
            </p:cNvPr>
            <p:cNvGrpSpPr/>
            <p:nvPr/>
          </p:nvGrpSpPr>
          <p:grpSpPr>
            <a:xfrm>
              <a:off x="3923792" y="4046141"/>
              <a:ext cx="4710113" cy="534987"/>
              <a:chOff x="3923792" y="3969748"/>
              <a:chExt cx="4710113" cy="534987"/>
            </a:xfrm>
          </p:grpSpPr>
          <p:sp>
            <p:nvSpPr>
              <p:cNvPr id="105" name="文本框 126">
                <a:extLst>
                  <a:ext uri="{FF2B5EF4-FFF2-40B4-BE49-F238E27FC236}">
                    <a16:creationId xmlns:a16="http://schemas.microsoft.com/office/drawing/2014/main" id="{1917348A-A97A-41CF-8B97-6F1FBDE168D7}"/>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6" name="矩形 105">
                <a:extLst>
                  <a:ext uri="{FF2B5EF4-FFF2-40B4-BE49-F238E27FC236}">
                    <a16:creationId xmlns:a16="http://schemas.microsoft.com/office/drawing/2014/main" id="{7A19C96F-CB9C-4360-A744-B9A1FBC65DAD}"/>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7" name="直接连接符 106">
                <a:extLst>
                  <a:ext uri="{FF2B5EF4-FFF2-40B4-BE49-F238E27FC236}">
                    <a16:creationId xmlns:a16="http://schemas.microsoft.com/office/drawing/2014/main" id="{3255BE2A-76F0-4721-BA27-235057F4C560}"/>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8" name="Freeform 306">
                <a:extLst>
                  <a:ext uri="{FF2B5EF4-FFF2-40B4-BE49-F238E27FC236}">
                    <a16:creationId xmlns:a16="http://schemas.microsoft.com/office/drawing/2014/main" id="{8EBDBB50-E3C9-4548-B7D9-5CD78C2A69A2}"/>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11" name="组合 110">
            <a:extLst>
              <a:ext uri="{FF2B5EF4-FFF2-40B4-BE49-F238E27FC236}">
                <a16:creationId xmlns:a16="http://schemas.microsoft.com/office/drawing/2014/main" id="{6E899286-7F20-47E1-B2ED-E8E0B141682A}"/>
              </a:ext>
            </a:extLst>
          </p:cNvPr>
          <p:cNvGrpSpPr/>
          <p:nvPr>
            <p:custDataLst>
              <p:tags r:id="rId4"/>
            </p:custDataLst>
          </p:nvPr>
        </p:nvGrpSpPr>
        <p:grpSpPr>
          <a:xfrm>
            <a:off x="4517645" y="2868283"/>
            <a:ext cx="5370513" cy="534987"/>
            <a:chOff x="3275856" y="2348880"/>
            <a:chExt cx="5370513" cy="534987"/>
          </a:xfrm>
        </p:grpSpPr>
        <p:grpSp>
          <p:nvGrpSpPr>
            <p:cNvPr id="112" name="组合 111">
              <a:extLst>
                <a:ext uri="{FF2B5EF4-FFF2-40B4-BE49-F238E27FC236}">
                  <a16:creationId xmlns:a16="http://schemas.microsoft.com/office/drawing/2014/main" id="{4BA6BC5C-558D-4F80-BA72-FB2367AE0038}"/>
                </a:ext>
              </a:extLst>
            </p:cNvPr>
            <p:cNvGrpSpPr/>
            <p:nvPr/>
          </p:nvGrpSpPr>
          <p:grpSpPr>
            <a:xfrm>
              <a:off x="3275856" y="2348880"/>
              <a:ext cx="689474" cy="534987"/>
              <a:chOff x="3275856" y="2407756"/>
              <a:chExt cx="689474" cy="534987"/>
            </a:xfrm>
          </p:grpSpPr>
          <p:sp>
            <p:nvSpPr>
              <p:cNvPr id="118" name="矩形 117">
                <a:extLst>
                  <a:ext uri="{FF2B5EF4-FFF2-40B4-BE49-F238E27FC236}">
                    <a16:creationId xmlns:a16="http://schemas.microsoft.com/office/drawing/2014/main" id="{6D94F133-FE71-4B2B-8E63-712AE608DDD1}"/>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9" name="文本框 78">
                <a:extLst>
                  <a:ext uri="{FF2B5EF4-FFF2-40B4-BE49-F238E27FC236}">
                    <a16:creationId xmlns:a16="http://schemas.microsoft.com/office/drawing/2014/main" id="{2097678B-7C73-41B0-AED2-2C55AF0CDC1B}"/>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13" name="组合 112">
              <a:extLst>
                <a:ext uri="{FF2B5EF4-FFF2-40B4-BE49-F238E27FC236}">
                  <a16:creationId xmlns:a16="http://schemas.microsoft.com/office/drawing/2014/main" id="{6BAECBA3-AC93-47BC-A5F5-05BA922182E2}"/>
                </a:ext>
              </a:extLst>
            </p:cNvPr>
            <p:cNvGrpSpPr/>
            <p:nvPr/>
          </p:nvGrpSpPr>
          <p:grpSpPr>
            <a:xfrm>
              <a:off x="3937844" y="2348880"/>
              <a:ext cx="4708525" cy="534987"/>
              <a:chOff x="3937844" y="2407756"/>
              <a:chExt cx="4708525" cy="534987"/>
            </a:xfrm>
          </p:grpSpPr>
          <p:sp>
            <p:nvSpPr>
              <p:cNvPr id="114" name="文本框 73">
                <a:extLst>
                  <a:ext uri="{FF2B5EF4-FFF2-40B4-BE49-F238E27FC236}">
                    <a16:creationId xmlns:a16="http://schemas.microsoft.com/office/drawing/2014/main" id="{807ADF67-B2F6-42E0-87AA-E99944F224EF}"/>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15" name="矩形 114">
                <a:extLst>
                  <a:ext uri="{FF2B5EF4-FFF2-40B4-BE49-F238E27FC236}">
                    <a16:creationId xmlns:a16="http://schemas.microsoft.com/office/drawing/2014/main" id="{6F07D3AE-A3BD-4239-AEB2-2D8959570AA0}"/>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6" name="直接连接符 115">
                <a:extLst>
                  <a:ext uri="{FF2B5EF4-FFF2-40B4-BE49-F238E27FC236}">
                    <a16:creationId xmlns:a16="http://schemas.microsoft.com/office/drawing/2014/main" id="{AAF168DC-43E6-475A-BEA6-4452F6305AEB}"/>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7" name="Freeform 30">
                <a:extLst>
                  <a:ext uri="{FF2B5EF4-FFF2-40B4-BE49-F238E27FC236}">
                    <a16:creationId xmlns:a16="http://schemas.microsoft.com/office/drawing/2014/main" id="{89B56431-8D96-4FED-B784-B50002B0C8EB}"/>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dirty="0">
                  <a:solidFill>
                    <a:prstClr val="black"/>
                  </a:solidFill>
                </a:endParaRPr>
              </a:p>
            </p:txBody>
          </p:sp>
        </p:grpSp>
      </p:grpSp>
    </p:spTree>
    <p:extLst>
      <p:ext uri="{BB962C8B-B14F-4D97-AF65-F5344CB8AC3E}">
        <p14:creationId xmlns:p14="http://schemas.microsoft.com/office/powerpoint/2010/main" val="3026786090"/>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C1CE9-7FBF-51C4-DE4B-7AE9F016E5D3}"/>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9775506B-D4C2-8959-9C73-802F03EB1035}"/>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8077F010-A4B3-0CC1-65B8-A66288E1FB3D}"/>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a:extLst>
              <a:ext uri="{FF2B5EF4-FFF2-40B4-BE49-F238E27FC236}">
                <a16:creationId xmlns:a16="http://schemas.microsoft.com/office/drawing/2014/main" id="{19392994-8C51-BD4E-88FF-50826631C40D}"/>
              </a:ext>
            </a:extLst>
          </p:cNvPr>
          <p:cNvGrpSpPr/>
          <p:nvPr/>
        </p:nvGrpSpPr>
        <p:grpSpPr>
          <a:xfrm>
            <a:off x="-1" y="6553200"/>
            <a:ext cx="12192001" cy="304800"/>
            <a:chOff x="0" y="6569404"/>
            <a:chExt cx="9144000" cy="288000"/>
          </a:xfrm>
        </p:grpSpPr>
        <p:sp>
          <p:nvSpPr>
            <p:cNvPr id="56" name="矩形 55">
              <a:extLst>
                <a:ext uri="{FF2B5EF4-FFF2-40B4-BE49-F238E27FC236}">
                  <a16:creationId xmlns:a16="http://schemas.microsoft.com/office/drawing/2014/main" id="{370BE755-D12B-8244-F1E2-14E1BC48A492}"/>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043B3472-0AF8-05AE-0C6F-FC74713D648E}"/>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a:extLst>
              <a:ext uri="{FF2B5EF4-FFF2-40B4-BE49-F238E27FC236}">
                <a16:creationId xmlns:a16="http://schemas.microsoft.com/office/drawing/2014/main" id="{589F7579-F1D9-E206-351B-8511C0807210}"/>
              </a:ext>
            </a:extLst>
          </p:cNvPr>
          <p:cNvSpPr txBox="1">
            <a:spLocks/>
          </p:cNvSpPr>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54</a:t>
            </a:fld>
            <a:endParaRPr lang="zh-HK" altLang="en-US" sz="1600" dirty="0">
              <a:solidFill>
                <a:schemeClr val="bg1"/>
              </a:solidFill>
            </a:endParaRPr>
          </a:p>
        </p:txBody>
      </p:sp>
      <p:pic>
        <p:nvPicPr>
          <p:cNvPr id="3" name="图片 2">
            <a:extLst>
              <a:ext uri="{FF2B5EF4-FFF2-40B4-BE49-F238E27FC236}">
                <a16:creationId xmlns:a16="http://schemas.microsoft.com/office/drawing/2014/main" id="{51D248FA-CF34-14F9-91B7-2EEE965A08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594" y="795561"/>
            <a:ext cx="11060810" cy="5297439"/>
          </a:xfrm>
          <a:prstGeom prst="rect">
            <a:avLst/>
          </a:prstGeom>
        </p:spPr>
      </p:pic>
    </p:spTree>
    <p:extLst>
      <p:ext uri="{BB962C8B-B14F-4D97-AF65-F5344CB8AC3E}">
        <p14:creationId xmlns:p14="http://schemas.microsoft.com/office/powerpoint/2010/main" val="1293544811"/>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E16AC-8CCF-25FF-52D5-3004700ED1A3}"/>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53CB5752-D81D-E057-0FE0-3369BF100293}"/>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29FC4041-09DF-945E-11E2-B51E0C5D9109}"/>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a:extLst>
              <a:ext uri="{FF2B5EF4-FFF2-40B4-BE49-F238E27FC236}">
                <a16:creationId xmlns:a16="http://schemas.microsoft.com/office/drawing/2014/main" id="{5AC23B86-7AE0-6BBC-9B95-6085261AF71D}"/>
              </a:ext>
            </a:extLst>
          </p:cNvPr>
          <p:cNvGrpSpPr/>
          <p:nvPr/>
        </p:nvGrpSpPr>
        <p:grpSpPr>
          <a:xfrm>
            <a:off x="-1" y="6553200"/>
            <a:ext cx="12192001" cy="304800"/>
            <a:chOff x="0" y="6569404"/>
            <a:chExt cx="9144000" cy="288000"/>
          </a:xfrm>
        </p:grpSpPr>
        <p:sp>
          <p:nvSpPr>
            <p:cNvPr id="56" name="矩形 55">
              <a:extLst>
                <a:ext uri="{FF2B5EF4-FFF2-40B4-BE49-F238E27FC236}">
                  <a16:creationId xmlns:a16="http://schemas.microsoft.com/office/drawing/2014/main" id="{411FED5D-9210-FF88-B9DB-45EABD142728}"/>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37F541F6-10C8-15D4-F47B-0C1DBE3C0FE7}"/>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a:extLst>
              <a:ext uri="{FF2B5EF4-FFF2-40B4-BE49-F238E27FC236}">
                <a16:creationId xmlns:a16="http://schemas.microsoft.com/office/drawing/2014/main" id="{43EEB028-5D48-5AD1-8ABD-7169D37633CC}"/>
              </a:ext>
            </a:extLst>
          </p:cNvPr>
          <p:cNvSpPr txBox="1">
            <a:spLocks/>
          </p:cNvSpPr>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55</a:t>
            </a:fld>
            <a:endParaRPr lang="zh-HK" altLang="en-US" sz="1600" dirty="0">
              <a:solidFill>
                <a:schemeClr val="bg1"/>
              </a:solidFill>
            </a:endParaRPr>
          </a:p>
        </p:txBody>
      </p:sp>
      <p:sp>
        <p:nvSpPr>
          <p:cNvPr id="6" name="文本框 5">
            <a:extLst>
              <a:ext uri="{FF2B5EF4-FFF2-40B4-BE49-F238E27FC236}">
                <a16:creationId xmlns:a16="http://schemas.microsoft.com/office/drawing/2014/main" id="{3AAAAA1F-C7C2-BE41-04DC-E2EFF1192792}"/>
              </a:ext>
            </a:extLst>
          </p:cNvPr>
          <p:cNvSpPr txBox="1"/>
          <p:nvPr/>
        </p:nvSpPr>
        <p:spPr>
          <a:xfrm>
            <a:off x="552000" y="981000"/>
            <a:ext cx="6149340" cy="369332"/>
          </a:xfrm>
          <a:prstGeom prst="rect">
            <a:avLst/>
          </a:prstGeom>
          <a:noFill/>
        </p:spPr>
        <p:txBody>
          <a:bodyPr wrap="square">
            <a:spAutoFit/>
          </a:bodyPr>
          <a:lstStyle/>
          <a:p>
            <a:pPr algn="l"/>
            <a:r>
              <a:rPr lang="en-US" altLang="zh-CN" b="1" dirty="0">
                <a:solidFill>
                  <a:srgbClr val="0F1115"/>
                </a:solidFill>
                <a:effectLst/>
                <a:latin typeface="Times New Roman" panose="02020603050405020304" pitchFamily="18" charset="0"/>
                <a:cs typeface="Times New Roman" panose="02020603050405020304" pitchFamily="18" charset="0"/>
              </a:rPr>
              <a:t>Graph-Based Encoder</a:t>
            </a:r>
          </a:p>
        </p:txBody>
      </p:sp>
      <p:pic>
        <p:nvPicPr>
          <p:cNvPr id="8" name="图片 7">
            <a:extLst>
              <a:ext uri="{FF2B5EF4-FFF2-40B4-BE49-F238E27FC236}">
                <a16:creationId xmlns:a16="http://schemas.microsoft.com/office/drawing/2014/main" id="{50A1B88D-8C49-BE10-9411-41DA03145D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2000" y="817641"/>
            <a:ext cx="4819048" cy="2276190"/>
          </a:xfrm>
          <a:prstGeom prst="rect">
            <a:avLst/>
          </a:prstGeom>
        </p:spPr>
      </p:pic>
      <p:pic>
        <p:nvPicPr>
          <p:cNvPr id="10" name="图片 9">
            <a:extLst>
              <a:ext uri="{FF2B5EF4-FFF2-40B4-BE49-F238E27FC236}">
                <a16:creationId xmlns:a16="http://schemas.microsoft.com/office/drawing/2014/main" id="{A16AF300-B131-8E6F-2A79-E22AAC0196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3721" y="3191471"/>
            <a:ext cx="5095238" cy="3152381"/>
          </a:xfrm>
          <a:prstGeom prst="rect">
            <a:avLst/>
          </a:prstGeom>
        </p:spPr>
      </p:pic>
    </p:spTree>
    <p:extLst>
      <p:ext uri="{BB962C8B-B14F-4D97-AF65-F5344CB8AC3E}">
        <p14:creationId xmlns:p14="http://schemas.microsoft.com/office/powerpoint/2010/main" val="3911043613"/>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A32B2-472A-E81F-F299-47B1BC7862DF}"/>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07E85C78-E2D8-D069-5A0F-CC5AC64F09A5}"/>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EB01FD90-1853-1AED-3852-FA389809F614}"/>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a:extLst>
              <a:ext uri="{FF2B5EF4-FFF2-40B4-BE49-F238E27FC236}">
                <a16:creationId xmlns:a16="http://schemas.microsoft.com/office/drawing/2014/main" id="{5AD487F5-669B-AA11-CB55-EF9C3371DD39}"/>
              </a:ext>
            </a:extLst>
          </p:cNvPr>
          <p:cNvGrpSpPr/>
          <p:nvPr/>
        </p:nvGrpSpPr>
        <p:grpSpPr>
          <a:xfrm>
            <a:off x="-1" y="6553200"/>
            <a:ext cx="12192001" cy="304800"/>
            <a:chOff x="0" y="6569404"/>
            <a:chExt cx="9144000" cy="288000"/>
          </a:xfrm>
        </p:grpSpPr>
        <p:sp>
          <p:nvSpPr>
            <p:cNvPr id="56" name="矩形 55">
              <a:extLst>
                <a:ext uri="{FF2B5EF4-FFF2-40B4-BE49-F238E27FC236}">
                  <a16:creationId xmlns:a16="http://schemas.microsoft.com/office/drawing/2014/main" id="{1D6975B3-CBDC-7E05-E1EF-CDE0F4ED76D5}"/>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6AEB374A-A0DA-50B1-146D-541E53E5CB73}"/>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a:extLst>
              <a:ext uri="{FF2B5EF4-FFF2-40B4-BE49-F238E27FC236}">
                <a16:creationId xmlns:a16="http://schemas.microsoft.com/office/drawing/2014/main" id="{E5FA56CD-C1BC-C917-319B-43852AA2B3C0}"/>
              </a:ext>
            </a:extLst>
          </p:cNvPr>
          <p:cNvSpPr txBox="1">
            <a:spLocks/>
          </p:cNvSpPr>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56</a:t>
            </a:fld>
            <a:endParaRPr lang="zh-HK" altLang="en-US" sz="1600" dirty="0">
              <a:solidFill>
                <a:schemeClr val="bg1"/>
              </a:solidFill>
            </a:endParaRPr>
          </a:p>
        </p:txBody>
      </p:sp>
      <p:pic>
        <p:nvPicPr>
          <p:cNvPr id="3" name="图片 2">
            <a:extLst>
              <a:ext uri="{FF2B5EF4-FFF2-40B4-BE49-F238E27FC236}">
                <a16:creationId xmlns:a16="http://schemas.microsoft.com/office/drawing/2014/main" id="{ECBE7D1B-8385-222D-5D49-736A24AAAC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2000" y="612619"/>
            <a:ext cx="5028571" cy="476190"/>
          </a:xfrm>
          <a:prstGeom prst="rect">
            <a:avLst/>
          </a:prstGeom>
        </p:spPr>
      </p:pic>
      <p:pic>
        <p:nvPicPr>
          <p:cNvPr id="6" name="图片 5">
            <a:extLst>
              <a:ext uri="{FF2B5EF4-FFF2-40B4-BE49-F238E27FC236}">
                <a16:creationId xmlns:a16="http://schemas.microsoft.com/office/drawing/2014/main" id="{549AFB34-FE6F-4C3C-C1BA-C4E2E8FA91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8190" y="1116619"/>
            <a:ext cx="5076190" cy="5552381"/>
          </a:xfrm>
          <a:prstGeom prst="rect">
            <a:avLst/>
          </a:prstGeom>
        </p:spPr>
      </p:pic>
      <p:pic>
        <p:nvPicPr>
          <p:cNvPr id="8" name="图片 7">
            <a:extLst>
              <a:ext uri="{FF2B5EF4-FFF2-40B4-BE49-F238E27FC236}">
                <a16:creationId xmlns:a16="http://schemas.microsoft.com/office/drawing/2014/main" id="{AF3EA0D3-F19A-D78D-8DE0-A7EB27C844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22158" y="-27000"/>
            <a:ext cx="5104762" cy="2228571"/>
          </a:xfrm>
          <a:prstGeom prst="rect">
            <a:avLst/>
          </a:prstGeom>
        </p:spPr>
      </p:pic>
      <p:pic>
        <p:nvPicPr>
          <p:cNvPr id="10" name="图片 9">
            <a:extLst>
              <a:ext uri="{FF2B5EF4-FFF2-40B4-BE49-F238E27FC236}">
                <a16:creationId xmlns:a16="http://schemas.microsoft.com/office/drawing/2014/main" id="{171D8F1D-1681-83A5-152F-7E71E743B9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22158" y="2203359"/>
            <a:ext cx="5066667" cy="4542857"/>
          </a:xfrm>
          <a:prstGeom prst="rect">
            <a:avLst/>
          </a:prstGeom>
        </p:spPr>
      </p:pic>
    </p:spTree>
    <p:extLst>
      <p:ext uri="{BB962C8B-B14F-4D97-AF65-F5344CB8AC3E}">
        <p14:creationId xmlns:p14="http://schemas.microsoft.com/office/powerpoint/2010/main" val="3748396242"/>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A32B2-472A-E81F-F299-47B1BC7862DF}"/>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07E85C78-E2D8-D069-5A0F-CC5AC64F09A5}"/>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EB01FD90-1853-1AED-3852-FA389809F614}"/>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5" name="组合 54">
            <a:extLst>
              <a:ext uri="{FF2B5EF4-FFF2-40B4-BE49-F238E27FC236}">
                <a16:creationId xmlns:a16="http://schemas.microsoft.com/office/drawing/2014/main" id="{5AD487F5-669B-AA11-CB55-EF9C3371DD39}"/>
              </a:ext>
            </a:extLst>
          </p:cNvPr>
          <p:cNvGrpSpPr/>
          <p:nvPr/>
        </p:nvGrpSpPr>
        <p:grpSpPr>
          <a:xfrm>
            <a:off x="-1" y="6553200"/>
            <a:ext cx="12192001" cy="304800"/>
            <a:chOff x="0" y="6569404"/>
            <a:chExt cx="9144000" cy="288000"/>
          </a:xfrm>
        </p:grpSpPr>
        <p:sp>
          <p:nvSpPr>
            <p:cNvPr id="56" name="矩形 55">
              <a:extLst>
                <a:ext uri="{FF2B5EF4-FFF2-40B4-BE49-F238E27FC236}">
                  <a16:creationId xmlns:a16="http://schemas.microsoft.com/office/drawing/2014/main" id="{1D6975B3-CBDC-7E05-E1EF-CDE0F4ED76D5}"/>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6AEB374A-A0DA-50B1-146D-541E53E5CB73}"/>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a:extLst>
              <a:ext uri="{FF2B5EF4-FFF2-40B4-BE49-F238E27FC236}">
                <a16:creationId xmlns:a16="http://schemas.microsoft.com/office/drawing/2014/main" id="{E5FA56CD-C1BC-C917-319B-43852AA2B3C0}"/>
              </a:ext>
            </a:extLst>
          </p:cNvPr>
          <p:cNvSpPr txBox="1">
            <a:spLocks/>
          </p:cNvSpPr>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57</a:t>
            </a:fld>
            <a:endParaRPr lang="zh-HK" altLang="en-US" sz="1600" dirty="0">
              <a:solidFill>
                <a:schemeClr val="bg1"/>
              </a:solidFill>
            </a:endParaRPr>
          </a:p>
        </p:txBody>
      </p:sp>
      <p:sp>
        <p:nvSpPr>
          <p:cNvPr id="5" name="文本框 4">
            <a:extLst>
              <a:ext uri="{FF2B5EF4-FFF2-40B4-BE49-F238E27FC236}">
                <a16:creationId xmlns:a16="http://schemas.microsoft.com/office/drawing/2014/main" id="{50A36EAE-5F8E-0E2A-CBFE-E3DE0D467884}"/>
              </a:ext>
            </a:extLst>
          </p:cNvPr>
          <p:cNvSpPr txBox="1"/>
          <p:nvPr/>
        </p:nvSpPr>
        <p:spPr>
          <a:xfrm>
            <a:off x="4440000" y="223558"/>
            <a:ext cx="6149340" cy="369332"/>
          </a:xfrm>
          <a:prstGeom prst="rect">
            <a:avLst/>
          </a:prstGeom>
          <a:noFill/>
        </p:spPr>
        <p:txBody>
          <a:bodyPr wrap="square">
            <a:spAutoFit/>
          </a:bodyPr>
          <a:lstStyle/>
          <a:p>
            <a:pPr algn="l"/>
            <a:r>
              <a:rPr lang="en-US" altLang="zh-CN" b="1" dirty="0">
                <a:solidFill>
                  <a:schemeClr val="bg1"/>
                </a:solidFill>
                <a:effectLst/>
                <a:latin typeface="Times New Roman" panose="02020603050405020304" pitchFamily="18" charset="0"/>
                <a:cs typeface="Times New Roman" panose="02020603050405020304" pitchFamily="18" charset="0"/>
              </a:rPr>
              <a:t>Endo-Feature Alignment</a:t>
            </a:r>
          </a:p>
        </p:txBody>
      </p:sp>
      <p:pic>
        <p:nvPicPr>
          <p:cNvPr id="16" name="图片 15">
            <a:extLst>
              <a:ext uri="{FF2B5EF4-FFF2-40B4-BE49-F238E27FC236}">
                <a16:creationId xmlns:a16="http://schemas.microsoft.com/office/drawing/2014/main" id="{BE23312E-9DA5-4C01-23CF-D443823DE2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8856" y="916757"/>
            <a:ext cx="9114286" cy="5409524"/>
          </a:xfrm>
          <a:prstGeom prst="rect">
            <a:avLst/>
          </a:prstGeom>
        </p:spPr>
      </p:pic>
    </p:spTree>
    <p:extLst>
      <p:ext uri="{BB962C8B-B14F-4D97-AF65-F5344CB8AC3E}">
        <p14:creationId xmlns:p14="http://schemas.microsoft.com/office/powerpoint/2010/main" val="1281551501"/>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A12DB193-F8DD-6FCA-B5E9-7121D87439AB}"/>
              </a:ext>
            </a:extLst>
          </p:cNvPr>
          <p:cNvGrpSpPr/>
          <p:nvPr/>
        </p:nvGrpSpPr>
        <p:grpSpPr>
          <a:xfrm>
            <a:off x="-1" y="6553200"/>
            <a:ext cx="12192001" cy="304800"/>
            <a:chOff x="0" y="6569404"/>
            <a:chExt cx="9144000" cy="288000"/>
          </a:xfrm>
        </p:grpSpPr>
        <p:sp>
          <p:nvSpPr>
            <p:cNvPr id="7" name="矩形 6">
              <a:extLst>
                <a:ext uri="{FF2B5EF4-FFF2-40B4-BE49-F238E27FC236}">
                  <a16:creationId xmlns:a16="http://schemas.microsoft.com/office/drawing/2014/main" id="{00980EC1-C6F8-0E50-82B5-760A984290C4}"/>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8" name="矩形 7">
              <a:extLst>
                <a:ext uri="{FF2B5EF4-FFF2-40B4-BE49-F238E27FC236}">
                  <a16:creationId xmlns:a16="http://schemas.microsoft.com/office/drawing/2014/main" id="{8D956A88-734D-3030-DA71-6B1F2DAC6F50}"/>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9" name="灯片编号占位符 5">
            <a:extLst>
              <a:ext uri="{FF2B5EF4-FFF2-40B4-BE49-F238E27FC236}">
                <a16:creationId xmlns:a16="http://schemas.microsoft.com/office/drawing/2014/main" id="{D5816DBB-D797-AED8-3BE7-1DAEC92B0450}"/>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58</a:t>
            </a:fld>
            <a:endParaRPr lang="zh-HK" altLang="en-US" sz="1600" dirty="0">
              <a:solidFill>
                <a:schemeClr val="bg1"/>
              </a:solidFill>
            </a:endParaRPr>
          </a:p>
        </p:txBody>
      </p:sp>
      <p:pic>
        <p:nvPicPr>
          <p:cNvPr id="21" name="图片 20">
            <a:extLst>
              <a:ext uri="{FF2B5EF4-FFF2-40B4-BE49-F238E27FC236}">
                <a16:creationId xmlns:a16="http://schemas.microsoft.com/office/drawing/2014/main" id="{64B072C6-BD53-F038-B3AE-39D5EE3AD758}"/>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55" name="组合 18">
            <a:extLst>
              <a:ext uri="{FF2B5EF4-FFF2-40B4-BE49-F238E27FC236}">
                <a16:creationId xmlns:a16="http://schemas.microsoft.com/office/drawing/2014/main" id="{E32F0986-EAFC-42AC-BAF2-0E44F28EF569}"/>
              </a:ext>
            </a:extLst>
          </p:cNvPr>
          <p:cNvGrpSpPr/>
          <p:nvPr/>
        </p:nvGrpSpPr>
        <p:grpSpPr bwMode="auto">
          <a:xfrm>
            <a:off x="2409457" y="2650330"/>
            <a:ext cx="1505450" cy="1479472"/>
            <a:chOff x="1709739" y="2636838"/>
            <a:chExt cx="1590160" cy="1584325"/>
          </a:xfrm>
          <a:solidFill>
            <a:srgbClr val="044875"/>
          </a:solidFill>
        </p:grpSpPr>
        <p:sp>
          <p:nvSpPr>
            <p:cNvPr id="56" name="Freeform 6">
              <a:extLst>
                <a:ext uri="{FF2B5EF4-FFF2-40B4-BE49-F238E27FC236}">
                  <a16:creationId xmlns:a16="http://schemas.microsoft.com/office/drawing/2014/main" id="{6BC668FF-4F10-4586-ADC4-36BED2D9F29B}"/>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9" name="Freeform 7">
              <a:extLst>
                <a:ext uri="{FF2B5EF4-FFF2-40B4-BE49-F238E27FC236}">
                  <a16:creationId xmlns:a16="http://schemas.microsoft.com/office/drawing/2014/main" id="{FD6CF2D6-7E21-41AC-A49D-1EACB43374B2}"/>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0" name="Freeform 8">
              <a:extLst>
                <a:ext uri="{FF2B5EF4-FFF2-40B4-BE49-F238E27FC236}">
                  <a16:creationId xmlns:a16="http://schemas.microsoft.com/office/drawing/2014/main" id="{5649D085-732C-4910-92D1-EC6327B63455}"/>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3" name="Freeform 9">
              <a:extLst>
                <a:ext uri="{FF2B5EF4-FFF2-40B4-BE49-F238E27FC236}">
                  <a16:creationId xmlns:a16="http://schemas.microsoft.com/office/drawing/2014/main" id="{3B614722-3B3E-439B-8B0F-812039E7B78D}"/>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6" name="Freeform 10">
              <a:extLst>
                <a:ext uri="{FF2B5EF4-FFF2-40B4-BE49-F238E27FC236}">
                  <a16:creationId xmlns:a16="http://schemas.microsoft.com/office/drawing/2014/main" id="{598065AD-DB07-44F3-B049-C24DFCB73558}"/>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7" name="Freeform 11">
              <a:extLst>
                <a:ext uri="{FF2B5EF4-FFF2-40B4-BE49-F238E27FC236}">
                  <a16:creationId xmlns:a16="http://schemas.microsoft.com/office/drawing/2014/main" id="{37FCEFB3-9BFF-470A-83A2-F782D70A1905}"/>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8" name="Freeform 12">
              <a:extLst>
                <a:ext uri="{FF2B5EF4-FFF2-40B4-BE49-F238E27FC236}">
                  <a16:creationId xmlns:a16="http://schemas.microsoft.com/office/drawing/2014/main" id="{D85DB7BE-3FBE-4B92-BC67-1D6589E5B53E}"/>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13">
              <a:extLst>
                <a:ext uri="{FF2B5EF4-FFF2-40B4-BE49-F238E27FC236}">
                  <a16:creationId xmlns:a16="http://schemas.microsoft.com/office/drawing/2014/main" id="{F304822D-4C18-4D70-85FF-0E738FA7C775}"/>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14">
              <a:extLst>
                <a:ext uri="{FF2B5EF4-FFF2-40B4-BE49-F238E27FC236}">
                  <a16:creationId xmlns:a16="http://schemas.microsoft.com/office/drawing/2014/main" id="{F00A4AFA-242A-4BD3-8FEB-47D699EE62B0}"/>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1" name="文本框 70">
            <a:extLst>
              <a:ext uri="{FF2B5EF4-FFF2-40B4-BE49-F238E27FC236}">
                <a16:creationId xmlns:a16="http://schemas.microsoft.com/office/drawing/2014/main" id="{52902BA6-C3BA-4B40-948A-83EBCD156303}"/>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2" name="组合 71">
            <a:extLst>
              <a:ext uri="{FF2B5EF4-FFF2-40B4-BE49-F238E27FC236}">
                <a16:creationId xmlns:a16="http://schemas.microsoft.com/office/drawing/2014/main" id="{68AEDE16-70EB-4628-BBE4-60E215EFAD6B}"/>
              </a:ext>
            </a:extLst>
          </p:cNvPr>
          <p:cNvGrpSpPr/>
          <p:nvPr>
            <p:custDataLst>
              <p:tags r:id="rId1"/>
            </p:custDataLst>
          </p:nvPr>
        </p:nvGrpSpPr>
        <p:grpSpPr>
          <a:xfrm>
            <a:off x="4523741" y="2047924"/>
            <a:ext cx="5370513" cy="534987"/>
            <a:chOff x="3281952" y="1484784"/>
            <a:chExt cx="5370513" cy="534987"/>
          </a:xfrm>
        </p:grpSpPr>
        <p:grpSp>
          <p:nvGrpSpPr>
            <p:cNvPr id="73" name="组合 72">
              <a:extLst>
                <a:ext uri="{FF2B5EF4-FFF2-40B4-BE49-F238E27FC236}">
                  <a16:creationId xmlns:a16="http://schemas.microsoft.com/office/drawing/2014/main" id="{01B9E524-2C2B-48D1-A176-38D4DA3E9C9E}"/>
                </a:ext>
              </a:extLst>
            </p:cNvPr>
            <p:cNvGrpSpPr/>
            <p:nvPr/>
          </p:nvGrpSpPr>
          <p:grpSpPr>
            <a:xfrm>
              <a:off x="3943940" y="1484784"/>
              <a:ext cx="4708525" cy="534987"/>
              <a:chOff x="3943940" y="1626760"/>
              <a:chExt cx="4708525" cy="534987"/>
            </a:xfrm>
          </p:grpSpPr>
          <p:sp>
            <p:nvSpPr>
              <p:cNvPr id="77" name="Freeform 74">
                <a:extLst>
                  <a:ext uri="{FF2B5EF4-FFF2-40B4-BE49-F238E27FC236}">
                    <a16:creationId xmlns:a16="http://schemas.microsoft.com/office/drawing/2014/main" id="{F172DBB6-F293-4E47-BBD5-E9800BD4C7F5}"/>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78" name="文本框 20">
                <a:extLst>
                  <a:ext uri="{FF2B5EF4-FFF2-40B4-BE49-F238E27FC236}">
                    <a16:creationId xmlns:a16="http://schemas.microsoft.com/office/drawing/2014/main" id="{52690CAE-BD52-4ACC-AC77-8610A13EA445}"/>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79" name="矩形 78">
                <a:extLst>
                  <a:ext uri="{FF2B5EF4-FFF2-40B4-BE49-F238E27FC236}">
                    <a16:creationId xmlns:a16="http://schemas.microsoft.com/office/drawing/2014/main" id="{4A5EB640-CFBB-4A2E-BE7D-047779D5100E}"/>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0" name="直接连接符 79">
                <a:extLst>
                  <a:ext uri="{FF2B5EF4-FFF2-40B4-BE49-F238E27FC236}">
                    <a16:creationId xmlns:a16="http://schemas.microsoft.com/office/drawing/2014/main" id="{7B9537FB-B653-464D-AB58-0410D8E93B39}"/>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4" name="组合 73">
              <a:extLst>
                <a:ext uri="{FF2B5EF4-FFF2-40B4-BE49-F238E27FC236}">
                  <a16:creationId xmlns:a16="http://schemas.microsoft.com/office/drawing/2014/main" id="{6D08EDEB-5994-4A0C-91AF-BD15CFEEF026}"/>
                </a:ext>
              </a:extLst>
            </p:cNvPr>
            <p:cNvGrpSpPr/>
            <p:nvPr/>
          </p:nvGrpSpPr>
          <p:grpSpPr>
            <a:xfrm>
              <a:off x="3281952" y="1484784"/>
              <a:ext cx="689642" cy="534987"/>
              <a:chOff x="3281952" y="1626760"/>
              <a:chExt cx="689642" cy="534987"/>
            </a:xfrm>
          </p:grpSpPr>
          <p:sp>
            <p:nvSpPr>
              <p:cNvPr id="75" name="矩形 74">
                <a:extLst>
                  <a:ext uri="{FF2B5EF4-FFF2-40B4-BE49-F238E27FC236}">
                    <a16:creationId xmlns:a16="http://schemas.microsoft.com/office/drawing/2014/main" id="{0F00C43A-D7C4-44D9-A7B4-C822845B6F74}"/>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6" name="文本框 18">
                <a:extLst>
                  <a:ext uri="{FF2B5EF4-FFF2-40B4-BE49-F238E27FC236}">
                    <a16:creationId xmlns:a16="http://schemas.microsoft.com/office/drawing/2014/main" id="{7E1B7378-43CE-4807-853D-F03E4DF42EBC}"/>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1" name="组合 80">
            <a:extLst>
              <a:ext uri="{FF2B5EF4-FFF2-40B4-BE49-F238E27FC236}">
                <a16:creationId xmlns:a16="http://schemas.microsoft.com/office/drawing/2014/main" id="{15421B80-2078-4A16-8A20-8A66F551F862}"/>
              </a:ext>
            </a:extLst>
          </p:cNvPr>
          <p:cNvGrpSpPr/>
          <p:nvPr>
            <p:custDataLst>
              <p:tags r:id="rId2"/>
            </p:custDataLst>
          </p:nvPr>
        </p:nvGrpSpPr>
        <p:grpSpPr>
          <a:xfrm>
            <a:off x="4503593" y="3688642"/>
            <a:ext cx="5372100" cy="534987"/>
            <a:chOff x="3261805" y="3188752"/>
            <a:chExt cx="5372100" cy="534987"/>
          </a:xfrm>
        </p:grpSpPr>
        <p:grpSp>
          <p:nvGrpSpPr>
            <p:cNvPr id="82" name="组合 81">
              <a:extLst>
                <a:ext uri="{FF2B5EF4-FFF2-40B4-BE49-F238E27FC236}">
                  <a16:creationId xmlns:a16="http://schemas.microsoft.com/office/drawing/2014/main" id="{14C26344-E1B8-4938-B9B7-348B29FC2C6D}"/>
                </a:ext>
              </a:extLst>
            </p:cNvPr>
            <p:cNvGrpSpPr/>
            <p:nvPr/>
          </p:nvGrpSpPr>
          <p:grpSpPr>
            <a:xfrm>
              <a:off x="3261805" y="3188752"/>
              <a:ext cx="689593" cy="534987"/>
              <a:chOff x="3261805" y="3188752"/>
              <a:chExt cx="689593" cy="534987"/>
            </a:xfrm>
          </p:grpSpPr>
          <p:sp>
            <p:nvSpPr>
              <p:cNvPr id="91" name="矩形 90">
                <a:extLst>
                  <a:ext uri="{FF2B5EF4-FFF2-40B4-BE49-F238E27FC236}">
                    <a16:creationId xmlns:a16="http://schemas.microsoft.com/office/drawing/2014/main" id="{0E0D74A3-90BD-4C6A-BF14-805B8661BC77}"/>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5" name="文本框 86">
                <a:extLst>
                  <a:ext uri="{FF2B5EF4-FFF2-40B4-BE49-F238E27FC236}">
                    <a16:creationId xmlns:a16="http://schemas.microsoft.com/office/drawing/2014/main" id="{4B242D75-C539-490D-B91C-2BB3C09F57FB}"/>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83" name="组合 82">
              <a:extLst>
                <a:ext uri="{FF2B5EF4-FFF2-40B4-BE49-F238E27FC236}">
                  <a16:creationId xmlns:a16="http://schemas.microsoft.com/office/drawing/2014/main" id="{C0CD5E4A-EC86-4A42-A22A-5C3263F309F2}"/>
                </a:ext>
              </a:extLst>
            </p:cNvPr>
            <p:cNvGrpSpPr/>
            <p:nvPr/>
          </p:nvGrpSpPr>
          <p:grpSpPr>
            <a:xfrm>
              <a:off x="3923792" y="3188752"/>
              <a:ext cx="4710113" cy="534987"/>
              <a:chOff x="3923792" y="3188752"/>
              <a:chExt cx="4710113" cy="534987"/>
            </a:xfrm>
          </p:grpSpPr>
          <p:sp>
            <p:nvSpPr>
              <p:cNvPr id="84" name="文本框 81">
                <a:extLst>
                  <a:ext uri="{FF2B5EF4-FFF2-40B4-BE49-F238E27FC236}">
                    <a16:creationId xmlns:a16="http://schemas.microsoft.com/office/drawing/2014/main" id="{F808113E-2EAF-48C5-BB2D-69D2AED47DD3}"/>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85" name="矩形 84">
                <a:extLst>
                  <a:ext uri="{FF2B5EF4-FFF2-40B4-BE49-F238E27FC236}">
                    <a16:creationId xmlns:a16="http://schemas.microsoft.com/office/drawing/2014/main" id="{E06B6AC1-F989-49FD-8B61-E5F716FBB948}"/>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7" name="直接连接符 86">
                <a:extLst>
                  <a:ext uri="{FF2B5EF4-FFF2-40B4-BE49-F238E27FC236}">
                    <a16:creationId xmlns:a16="http://schemas.microsoft.com/office/drawing/2014/main" id="{B695C450-73F0-43D2-A3DE-88257C1E6FBC}"/>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71">
                <a:extLst>
                  <a:ext uri="{FF2B5EF4-FFF2-40B4-BE49-F238E27FC236}">
                    <a16:creationId xmlns:a16="http://schemas.microsoft.com/office/drawing/2014/main" id="{BD527E85-1200-4867-AA8D-829DEB908AF4}"/>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srgbClr val="044875"/>
                  </a:solidFill>
                </a:endParaRPr>
              </a:p>
            </p:txBody>
          </p:sp>
        </p:grpSp>
      </p:grpSp>
      <p:grpSp>
        <p:nvGrpSpPr>
          <p:cNvPr id="99" name="组合 98">
            <a:extLst>
              <a:ext uri="{FF2B5EF4-FFF2-40B4-BE49-F238E27FC236}">
                <a16:creationId xmlns:a16="http://schemas.microsoft.com/office/drawing/2014/main" id="{A63A5674-B78C-45AE-A8D6-E7B7B6D5CF20}"/>
              </a:ext>
            </a:extLst>
          </p:cNvPr>
          <p:cNvGrpSpPr/>
          <p:nvPr>
            <p:custDataLst>
              <p:tags r:id="rId3"/>
            </p:custDataLst>
          </p:nvPr>
        </p:nvGrpSpPr>
        <p:grpSpPr>
          <a:xfrm>
            <a:off x="4503593" y="4509001"/>
            <a:ext cx="5372100" cy="534987"/>
            <a:chOff x="3261805" y="4046141"/>
            <a:chExt cx="5372100" cy="534987"/>
          </a:xfrm>
        </p:grpSpPr>
        <p:grpSp>
          <p:nvGrpSpPr>
            <p:cNvPr id="100" name="组合 99">
              <a:extLst>
                <a:ext uri="{FF2B5EF4-FFF2-40B4-BE49-F238E27FC236}">
                  <a16:creationId xmlns:a16="http://schemas.microsoft.com/office/drawing/2014/main" id="{EDE6C491-C2D7-41A3-9525-AACBB0298712}"/>
                </a:ext>
              </a:extLst>
            </p:cNvPr>
            <p:cNvGrpSpPr/>
            <p:nvPr/>
          </p:nvGrpSpPr>
          <p:grpSpPr>
            <a:xfrm>
              <a:off x="3261805" y="4046141"/>
              <a:ext cx="689447" cy="534987"/>
              <a:chOff x="3261805" y="3969748"/>
              <a:chExt cx="689447" cy="534987"/>
            </a:xfrm>
          </p:grpSpPr>
          <p:sp>
            <p:nvSpPr>
              <p:cNvPr id="106" name="矩形 105">
                <a:extLst>
                  <a:ext uri="{FF2B5EF4-FFF2-40B4-BE49-F238E27FC236}">
                    <a16:creationId xmlns:a16="http://schemas.microsoft.com/office/drawing/2014/main" id="{0F51E61D-28AF-41B7-855B-9FAD43BCFC3D}"/>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7" name="文本框 131">
                <a:extLst>
                  <a:ext uri="{FF2B5EF4-FFF2-40B4-BE49-F238E27FC236}">
                    <a16:creationId xmlns:a16="http://schemas.microsoft.com/office/drawing/2014/main" id="{B048DE40-4DBF-4716-BD03-A282282B8999}"/>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01" name="组合 100">
              <a:extLst>
                <a:ext uri="{FF2B5EF4-FFF2-40B4-BE49-F238E27FC236}">
                  <a16:creationId xmlns:a16="http://schemas.microsoft.com/office/drawing/2014/main" id="{F19223D8-0841-477F-89CE-054EDA35463B}"/>
                </a:ext>
              </a:extLst>
            </p:cNvPr>
            <p:cNvGrpSpPr/>
            <p:nvPr/>
          </p:nvGrpSpPr>
          <p:grpSpPr>
            <a:xfrm>
              <a:off x="3923792" y="4046141"/>
              <a:ext cx="4710113" cy="534987"/>
              <a:chOff x="3923792" y="3969748"/>
              <a:chExt cx="4710113" cy="534987"/>
            </a:xfrm>
          </p:grpSpPr>
          <p:sp>
            <p:nvSpPr>
              <p:cNvPr id="102" name="文本框 126">
                <a:extLst>
                  <a:ext uri="{FF2B5EF4-FFF2-40B4-BE49-F238E27FC236}">
                    <a16:creationId xmlns:a16="http://schemas.microsoft.com/office/drawing/2014/main" id="{26B380BB-72C1-4CE0-9903-CBDE07089714}"/>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3" name="矩形 102">
                <a:extLst>
                  <a:ext uri="{FF2B5EF4-FFF2-40B4-BE49-F238E27FC236}">
                    <a16:creationId xmlns:a16="http://schemas.microsoft.com/office/drawing/2014/main" id="{A38D2A4B-1834-4430-A642-D4140C17E14E}"/>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4" name="直接连接符 103">
                <a:extLst>
                  <a:ext uri="{FF2B5EF4-FFF2-40B4-BE49-F238E27FC236}">
                    <a16:creationId xmlns:a16="http://schemas.microsoft.com/office/drawing/2014/main" id="{81099C73-A91C-4B1D-9806-029495F65FE1}"/>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5" name="Freeform 306">
                <a:extLst>
                  <a:ext uri="{FF2B5EF4-FFF2-40B4-BE49-F238E27FC236}">
                    <a16:creationId xmlns:a16="http://schemas.microsoft.com/office/drawing/2014/main" id="{49024CD1-4517-4925-8BAE-3C4AE3F25764}"/>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8" name="组合 107">
            <a:extLst>
              <a:ext uri="{FF2B5EF4-FFF2-40B4-BE49-F238E27FC236}">
                <a16:creationId xmlns:a16="http://schemas.microsoft.com/office/drawing/2014/main" id="{F9E3C90D-DB3C-470A-8E04-8A571753BE0D}"/>
              </a:ext>
            </a:extLst>
          </p:cNvPr>
          <p:cNvGrpSpPr/>
          <p:nvPr>
            <p:custDataLst>
              <p:tags r:id="rId4"/>
            </p:custDataLst>
          </p:nvPr>
        </p:nvGrpSpPr>
        <p:grpSpPr>
          <a:xfrm>
            <a:off x="4517645" y="2868283"/>
            <a:ext cx="5370513" cy="534987"/>
            <a:chOff x="3275856" y="2348880"/>
            <a:chExt cx="5370513" cy="534987"/>
          </a:xfrm>
        </p:grpSpPr>
        <p:grpSp>
          <p:nvGrpSpPr>
            <p:cNvPr id="109" name="组合 108">
              <a:extLst>
                <a:ext uri="{FF2B5EF4-FFF2-40B4-BE49-F238E27FC236}">
                  <a16:creationId xmlns:a16="http://schemas.microsoft.com/office/drawing/2014/main" id="{37D2DD6E-6602-41A9-B3DB-DCCAA4E5DFD8}"/>
                </a:ext>
              </a:extLst>
            </p:cNvPr>
            <p:cNvGrpSpPr/>
            <p:nvPr/>
          </p:nvGrpSpPr>
          <p:grpSpPr>
            <a:xfrm>
              <a:off x="3275856" y="2348880"/>
              <a:ext cx="689474" cy="534987"/>
              <a:chOff x="3275856" y="2407756"/>
              <a:chExt cx="689474" cy="534987"/>
            </a:xfrm>
          </p:grpSpPr>
          <p:sp>
            <p:nvSpPr>
              <p:cNvPr id="115" name="矩形 114">
                <a:extLst>
                  <a:ext uri="{FF2B5EF4-FFF2-40B4-BE49-F238E27FC236}">
                    <a16:creationId xmlns:a16="http://schemas.microsoft.com/office/drawing/2014/main" id="{86728190-32D9-4D1A-A7FF-0FC39D0989C2}"/>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6" name="文本框 78">
                <a:extLst>
                  <a:ext uri="{FF2B5EF4-FFF2-40B4-BE49-F238E27FC236}">
                    <a16:creationId xmlns:a16="http://schemas.microsoft.com/office/drawing/2014/main" id="{20C8D3CF-C265-4C8B-82E5-F65D35A29C70}"/>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10" name="组合 109">
              <a:extLst>
                <a:ext uri="{FF2B5EF4-FFF2-40B4-BE49-F238E27FC236}">
                  <a16:creationId xmlns:a16="http://schemas.microsoft.com/office/drawing/2014/main" id="{A603605D-6EE9-46CB-93F5-13C15E9CB57A}"/>
                </a:ext>
              </a:extLst>
            </p:cNvPr>
            <p:cNvGrpSpPr/>
            <p:nvPr/>
          </p:nvGrpSpPr>
          <p:grpSpPr>
            <a:xfrm>
              <a:off x="3937844" y="2348880"/>
              <a:ext cx="4708525" cy="534987"/>
              <a:chOff x="3937844" y="2407756"/>
              <a:chExt cx="4708525" cy="534987"/>
            </a:xfrm>
          </p:grpSpPr>
          <p:sp>
            <p:nvSpPr>
              <p:cNvPr id="111" name="文本框 73">
                <a:extLst>
                  <a:ext uri="{FF2B5EF4-FFF2-40B4-BE49-F238E27FC236}">
                    <a16:creationId xmlns:a16="http://schemas.microsoft.com/office/drawing/2014/main" id="{A6A5D10E-9D49-46CD-8037-38EE4F9BE4B8}"/>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12" name="矩形 111">
                <a:extLst>
                  <a:ext uri="{FF2B5EF4-FFF2-40B4-BE49-F238E27FC236}">
                    <a16:creationId xmlns:a16="http://schemas.microsoft.com/office/drawing/2014/main" id="{09503885-09FC-442E-8A05-CFD25C72C1F1}"/>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3" name="直接连接符 112">
                <a:extLst>
                  <a:ext uri="{FF2B5EF4-FFF2-40B4-BE49-F238E27FC236}">
                    <a16:creationId xmlns:a16="http://schemas.microsoft.com/office/drawing/2014/main" id="{9606E423-0DFD-4F5C-ABF2-C830FF107C98}"/>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4" name="Freeform 30">
                <a:extLst>
                  <a:ext uri="{FF2B5EF4-FFF2-40B4-BE49-F238E27FC236}">
                    <a16:creationId xmlns:a16="http://schemas.microsoft.com/office/drawing/2014/main" id="{79C00B4E-7E08-4080-B379-8587A352960E}"/>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extLst>
      <p:ext uri="{BB962C8B-B14F-4D97-AF65-F5344CB8AC3E}">
        <p14:creationId xmlns:p14="http://schemas.microsoft.com/office/powerpoint/2010/main" val="4186679375"/>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8F8D1-2700-F05B-444B-344CD857BBB1}"/>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81476E98-12EE-BACD-CE2B-03A2282CE3C8}"/>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844D493C-3D49-1598-767A-B4A8CA2194C6}"/>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13E764CB-430D-B6D2-0D82-D663C1A56065}"/>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DB8240B8-5A07-93A5-DCCD-F614B5D3257F}"/>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26E0B192-0FE3-B5BF-EFE9-A2B98EF2A0FA}"/>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3A8E4A53-E9D4-E514-B73C-E49040EFFA6A}"/>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59</a:t>
            </a:fld>
            <a:endParaRPr lang="zh-HK" altLang="en-US" sz="1600" dirty="0">
              <a:solidFill>
                <a:schemeClr val="bg1"/>
              </a:solidFill>
            </a:endParaRPr>
          </a:p>
        </p:txBody>
      </p:sp>
      <p:sp>
        <p:nvSpPr>
          <p:cNvPr id="3" name="文本框 2">
            <a:extLst>
              <a:ext uri="{FF2B5EF4-FFF2-40B4-BE49-F238E27FC236}">
                <a16:creationId xmlns:a16="http://schemas.microsoft.com/office/drawing/2014/main" id="{4B196423-B2D6-9ED5-C1E2-99A035EF5B0C}"/>
              </a:ext>
            </a:extLst>
          </p:cNvPr>
          <p:cNvSpPr txBox="1"/>
          <p:nvPr/>
        </p:nvSpPr>
        <p:spPr>
          <a:xfrm>
            <a:off x="120000" y="839222"/>
            <a:ext cx="5328000" cy="400110"/>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dataset</a:t>
            </a:r>
            <a:endParaRPr lang="zh-CN" altLang="en-US" sz="2000" b="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3A802904-5EF6-5B68-39F3-A696E8218F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38857" y="1662333"/>
            <a:ext cx="5914286" cy="3533333"/>
          </a:xfrm>
          <a:prstGeom prst="rect">
            <a:avLst/>
          </a:prstGeom>
        </p:spPr>
      </p:pic>
    </p:spTree>
    <p:extLst>
      <p:ext uri="{BB962C8B-B14F-4D97-AF65-F5344CB8AC3E}">
        <p14:creationId xmlns:p14="http://schemas.microsoft.com/office/powerpoint/2010/main" val="3360805959"/>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636C2-9BBF-D0DA-BD07-B32E1DEB1BDB}"/>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D3C383EE-ECC7-DACD-ABAC-255D2F5BC3D8}"/>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804A88AB-2AD4-4E28-9C33-04C0A21171FA}"/>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78A9D33F-7985-73F2-E247-E4B2CB2FA85A}"/>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8A7C2C43-527D-7B16-0394-0D108632DC40}"/>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92B66386-61DB-C1B9-2795-1CBB79117517}"/>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384A2351-640B-B408-B885-D62A9C1EADC8}"/>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60</a:t>
            </a:fld>
            <a:endParaRPr lang="zh-HK" altLang="en-US" sz="1600" dirty="0">
              <a:solidFill>
                <a:schemeClr val="bg1"/>
              </a:solidFill>
            </a:endParaRPr>
          </a:p>
        </p:txBody>
      </p:sp>
      <p:sp>
        <p:nvSpPr>
          <p:cNvPr id="3" name="文本框 2">
            <a:extLst>
              <a:ext uri="{FF2B5EF4-FFF2-40B4-BE49-F238E27FC236}">
                <a16:creationId xmlns:a16="http://schemas.microsoft.com/office/drawing/2014/main" id="{5EE4AB68-FED3-74E8-54E4-1BBEF50F537A}"/>
              </a:ext>
            </a:extLst>
          </p:cNvPr>
          <p:cNvSpPr txBox="1"/>
          <p:nvPr/>
        </p:nvSpPr>
        <p:spPr>
          <a:xfrm>
            <a:off x="120000" y="839222"/>
            <a:ext cx="5328000" cy="400110"/>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Comparisons</a:t>
            </a:r>
            <a:endParaRPr lang="zh-CN" altLang="en-US" sz="2000" b="1" dirty="0">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554DFAC6-265D-6CE9-EE12-F41C69FD1B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38667" y="-35351"/>
            <a:ext cx="8333333" cy="3209524"/>
          </a:xfrm>
          <a:prstGeom prst="rect">
            <a:avLst/>
          </a:prstGeom>
        </p:spPr>
      </p:pic>
      <p:pic>
        <p:nvPicPr>
          <p:cNvPr id="11" name="图片 10">
            <a:extLst>
              <a:ext uri="{FF2B5EF4-FFF2-40B4-BE49-F238E27FC236}">
                <a16:creationId xmlns:a16="http://schemas.microsoft.com/office/drawing/2014/main" id="{98A61EC3-1B03-29B1-575E-25E0FC309D3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13806" y="3162742"/>
            <a:ext cx="7647619" cy="3542857"/>
          </a:xfrm>
          <a:prstGeom prst="rect">
            <a:avLst/>
          </a:prstGeom>
        </p:spPr>
      </p:pic>
    </p:spTree>
    <p:extLst>
      <p:ext uri="{BB962C8B-B14F-4D97-AF65-F5344CB8AC3E}">
        <p14:creationId xmlns:p14="http://schemas.microsoft.com/office/powerpoint/2010/main" val="4220097326"/>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8BE6A-E766-E033-7B95-8E275F4C53DE}"/>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352548CD-0E08-C366-7170-7E644A4BBBEE}"/>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887770AC-4248-66F5-6C49-4701F1C52720}"/>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8A7CF2D8-2370-0E4A-E497-3B082689B89D}"/>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244E8164-373E-E4A7-FA6C-4A6C754BFD11}"/>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7612E31B-A8CA-5248-CD2F-96172B3A82BB}"/>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4E81DE19-7A4A-9446-B7C9-E7B073589F52}"/>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61</a:t>
            </a:fld>
            <a:endParaRPr lang="zh-HK" altLang="en-US" sz="1600" dirty="0">
              <a:solidFill>
                <a:schemeClr val="bg1"/>
              </a:solidFill>
            </a:endParaRPr>
          </a:p>
        </p:txBody>
      </p:sp>
      <p:sp>
        <p:nvSpPr>
          <p:cNvPr id="3" name="文本框 2">
            <a:extLst>
              <a:ext uri="{FF2B5EF4-FFF2-40B4-BE49-F238E27FC236}">
                <a16:creationId xmlns:a16="http://schemas.microsoft.com/office/drawing/2014/main" id="{08274B49-6036-B96E-3308-A28C561C3DF1}"/>
              </a:ext>
            </a:extLst>
          </p:cNvPr>
          <p:cNvSpPr txBox="1"/>
          <p:nvPr/>
        </p:nvSpPr>
        <p:spPr>
          <a:xfrm>
            <a:off x="552000" y="839222"/>
            <a:ext cx="1656000" cy="400110"/>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Ablation</a:t>
            </a:r>
            <a:endParaRPr lang="zh-CN" altLang="en-US" sz="2000" b="1"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4DD0E035-14FF-4F69-8ECE-C5C7E48498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86677" y="1358553"/>
            <a:ext cx="7819048" cy="4685714"/>
          </a:xfrm>
          <a:prstGeom prst="rect">
            <a:avLst/>
          </a:prstGeom>
        </p:spPr>
      </p:pic>
    </p:spTree>
    <p:extLst>
      <p:ext uri="{BB962C8B-B14F-4D97-AF65-F5344CB8AC3E}">
        <p14:creationId xmlns:p14="http://schemas.microsoft.com/office/powerpoint/2010/main" val="2220800852"/>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1842C-452F-AB41-ED8F-01CEBCA7CCF7}"/>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25015385-95BF-E429-CC7A-B755F56406E6}"/>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B05F068E-7299-055D-60BF-C7D29211A7AC}"/>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AA6F5A9E-BAA0-1C11-AB1D-D35C76245711}"/>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67437CEF-3001-CB84-2970-526ADDE70EE4}"/>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94667799-E0CF-F0F7-C116-17ABC1B12D8C}"/>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3C93D467-0799-0338-00E6-B2D89763D8DA}"/>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62</a:t>
            </a:fld>
            <a:endParaRPr lang="zh-HK" altLang="en-US" sz="1600" dirty="0">
              <a:solidFill>
                <a:schemeClr val="bg1"/>
              </a:solidFill>
            </a:endParaRPr>
          </a:p>
        </p:txBody>
      </p:sp>
      <p:sp>
        <p:nvSpPr>
          <p:cNvPr id="3" name="文本框 2">
            <a:extLst>
              <a:ext uri="{FF2B5EF4-FFF2-40B4-BE49-F238E27FC236}">
                <a16:creationId xmlns:a16="http://schemas.microsoft.com/office/drawing/2014/main" id="{FB7678D3-1041-CAFB-C637-4121CF372354}"/>
              </a:ext>
            </a:extLst>
          </p:cNvPr>
          <p:cNvSpPr txBox="1"/>
          <p:nvPr/>
        </p:nvSpPr>
        <p:spPr>
          <a:xfrm>
            <a:off x="120000" y="839222"/>
            <a:ext cx="5328000" cy="400110"/>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Improvements of SEA++ over SEA</a:t>
            </a:r>
            <a:endParaRPr lang="zh-CN" altLang="en-US" sz="2000" b="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014F5A84-E727-32A3-2D4A-A2714C9127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80000" y="1269000"/>
            <a:ext cx="8659292" cy="5097388"/>
          </a:xfrm>
          <a:prstGeom prst="rect">
            <a:avLst/>
          </a:prstGeom>
        </p:spPr>
      </p:pic>
    </p:spTree>
    <p:extLst>
      <p:ext uri="{BB962C8B-B14F-4D97-AF65-F5344CB8AC3E}">
        <p14:creationId xmlns:p14="http://schemas.microsoft.com/office/powerpoint/2010/main" val="1118511948"/>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 name="组合 108"/>
          <p:cNvGrpSpPr/>
          <p:nvPr/>
        </p:nvGrpSpPr>
        <p:grpSpPr>
          <a:xfrm>
            <a:off x="1524000" y="6569404"/>
            <a:ext cx="9144000" cy="288596"/>
            <a:chOff x="0" y="6569404"/>
            <a:chExt cx="9144000" cy="288596"/>
          </a:xfrm>
        </p:grpSpPr>
        <p:sp>
          <p:nvSpPr>
            <p:cNvPr id="110"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11"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3"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66"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sp>
        <p:nvSpPr>
          <p:cNvPr id="7" name="灯片编号占位符 6">
            <a:extLst>
              <a:ext uri="{FF2B5EF4-FFF2-40B4-BE49-F238E27FC236}">
                <a16:creationId xmlns:a16="http://schemas.microsoft.com/office/drawing/2014/main" id="{D72DC067-6454-5C44-5478-3C2D99CA6DBC}"/>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63</a:t>
            </a:fld>
            <a:endParaRPr lang="zh-HK" altLang="en-US">
              <a:solidFill>
                <a:prstClr val="black">
                  <a:tint val="75000"/>
                </a:prstClr>
              </a:solidFill>
            </a:endParaRPr>
          </a:p>
        </p:txBody>
      </p:sp>
      <p:grpSp>
        <p:nvGrpSpPr>
          <p:cNvPr id="8" name="组合 7">
            <a:extLst>
              <a:ext uri="{FF2B5EF4-FFF2-40B4-BE49-F238E27FC236}">
                <a16:creationId xmlns:a16="http://schemas.microsoft.com/office/drawing/2014/main" id="{0A1864C7-D576-1BFC-9C32-9970CA7847B7}"/>
              </a:ext>
            </a:extLst>
          </p:cNvPr>
          <p:cNvGrpSpPr/>
          <p:nvPr/>
        </p:nvGrpSpPr>
        <p:grpSpPr>
          <a:xfrm>
            <a:off x="-1" y="6553200"/>
            <a:ext cx="12192001" cy="304800"/>
            <a:chOff x="0" y="6569404"/>
            <a:chExt cx="9144000" cy="288000"/>
          </a:xfrm>
        </p:grpSpPr>
        <p:sp>
          <p:nvSpPr>
            <p:cNvPr id="9" name="矩形 8">
              <a:extLst>
                <a:ext uri="{FF2B5EF4-FFF2-40B4-BE49-F238E27FC236}">
                  <a16:creationId xmlns:a16="http://schemas.microsoft.com/office/drawing/2014/main" id="{AF016458-5FED-AF55-ADAE-409033E334EA}"/>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CC8E0358-54C8-7C0C-D39E-08D973659E64}"/>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a:extLst>
              <a:ext uri="{FF2B5EF4-FFF2-40B4-BE49-F238E27FC236}">
                <a16:creationId xmlns:a16="http://schemas.microsoft.com/office/drawing/2014/main" id="{065D8500-7A0C-7EA1-C76B-C1DF81943882}"/>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63</a:t>
            </a:fld>
            <a:endParaRPr lang="zh-HK" altLang="en-US" sz="1600" dirty="0">
              <a:solidFill>
                <a:schemeClr val="bg1"/>
              </a:solidFill>
            </a:endParaRPr>
          </a:p>
        </p:txBody>
      </p:sp>
      <p:pic>
        <p:nvPicPr>
          <p:cNvPr id="24" name="图片 23">
            <a:extLst>
              <a:ext uri="{FF2B5EF4-FFF2-40B4-BE49-F238E27FC236}">
                <a16:creationId xmlns:a16="http://schemas.microsoft.com/office/drawing/2014/main" id="{2E7D5127-C24F-6A7D-5B34-F0A1F5CA65D7}"/>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67" name="组合 18">
            <a:extLst>
              <a:ext uri="{FF2B5EF4-FFF2-40B4-BE49-F238E27FC236}">
                <a16:creationId xmlns:a16="http://schemas.microsoft.com/office/drawing/2014/main" id="{4F4B3B72-1112-4CE0-9C55-56CA3A0F8C45}"/>
              </a:ext>
            </a:extLst>
          </p:cNvPr>
          <p:cNvGrpSpPr/>
          <p:nvPr/>
        </p:nvGrpSpPr>
        <p:grpSpPr bwMode="auto">
          <a:xfrm>
            <a:off x="2409457" y="2650330"/>
            <a:ext cx="1505450" cy="1479472"/>
            <a:chOff x="1709739" y="2636838"/>
            <a:chExt cx="1590160" cy="1584325"/>
          </a:xfrm>
          <a:solidFill>
            <a:srgbClr val="044875"/>
          </a:solidFill>
        </p:grpSpPr>
        <p:sp>
          <p:nvSpPr>
            <p:cNvPr id="68" name="Freeform 6">
              <a:extLst>
                <a:ext uri="{FF2B5EF4-FFF2-40B4-BE49-F238E27FC236}">
                  <a16:creationId xmlns:a16="http://schemas.microsoft.com/office/drawing/2014/main" id="{6D56F852-A466-426C-8419-DA70488DF3BF}"/>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7">
              <a:extLst>
                <a:ext uri="{FF2B5EF4-FFF2-40B4-BE49-F238E27FC236}">
                  <a16:creationId xmlns:a16="http://schemas.microsoft.com/office/drawing/2014/main" id="{1CAFAF37-C2C2-4B4E-A11F-6688675D38E7}"/>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8">
              <a:extLst>
                <a:ext uri="{FF2B5EF4-FFF2-40B4-BE49-F238E27FC236}">
                  <a16:creationId xmlns:a16="http://schemas.microsoft.com/office/drawing/2014/main" id="{A7E6BDDD-830F-4C38-8C40-869A13E61944}"/>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1" name="Freeform 9">
              <a:extLst>
                <a:ext uri="{FF2B5EF4-FFF2-40B4-BE49-F238E27FC236}">
                  <a16:creationId xmlns:a16="http://schemas.microsoft.com/office/drawing/2014/main" id="{47B9CF8A-402F-44C7-9B6C-3981649071BF}"/>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2" name="Freeform 10">
              <a:extLst>
                <a:ext uri="{FF2B5EF4-FFF2-40B4-BE49-F238E27FC236}">
                  <a16:creationId xmlns:a16="http://schemas.microsoft.com/office/drawing/2014/main" id="{B66EAF6B-0748-472B-943C-1070775E93B1}"/>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3" name="Freeform 11">
              <a:extLst>
                <a:ext uri="{FF2B5EF4-FFF2-40B4-BE49-F238E27FC236}">
                  <a16:creationId xmlns:a16="http://schemas.microsoft.com/office/drawing/2014/main" id="{7D24E581-A7A5-4CDB-BB32-CD61869E6752}"/>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4" name="Freeform 12">
              <a:extLst>
                <a:ext uri="{FF2B5EF4-FFF2-40B4-BE49-F238E27FC236}">
                  <a16:creationId xmlns:a16="http://schemas.microsoft.com/office/drawing/2014/main" id="{FDA1F43C-7CE0-4598-B8BE-744ED67238FD}"/>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5" name="Freeform 13">
              <a:extLst>
                <a:ext uri="{FF2B5EF4-FFF2-40B4-BE49-F238E27FC236}">
                  <a16:creationId xmlns:a16="http://schemas.microsoft.com/office/drawing/2014/main" id="{058DAFF1-766E-48D2-B288-B90CE383D4FC}"/>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6" name="Freeform 14">
              <a:extLst>
                <a:ext uri="{FF2B5EF4-FFF2-40B4-BE49-F238E27FC236}">
                  <a16:creationId xmlns:a16="http://schemas.microsoft.com/office/drawing/2014/main" id="{42CC6597-35D9-43B5-A3ED-63614DD410DA}"/>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7" name="文本框 76">
            <a:extLst>
              <a:ext uri="{FF2B5EF4-FFF2-40B4-BE49-F238E27FC236}">
                <a16:creationId xmlns:a16="http://schemas.microsoft.com/office/drawing/2014/main" id="{57DAAB26-BD15-492B-97E8-B6E4D7B680B6}"/>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8" name="组合 77">
            <a:extLst>
              <a:ext uri="{FF2B5EF4-FFF2-40B4-BE49-F238E27FC236}">
                <a16:creationId xmlns:a16="http://schemas.microsoft.com/office/drawing/2014/main" id="{D2344DC4-9F2C-4ED8-8B17-C227EEA5B48D}"/>
              </a:ext>
            </a:extLst>
          </p:cNvPr>
          <p:cNvGrpSpPr/>
          <p:nvPr>
            <p:custDataLst>
              <p:tags r:id="rId1"/>
            </p:custDataLst>
          </p:nvPr>
        </p:nvGrpSpPr>
        <p:grpSpPr>
          <a:xfrm>
            <a:off x="4523741" y="2047924"/>
            <a:ext cx="5370513" cy="534987"/>
            <a:chOff x="3281952" y="1484784"/>
            <a:chExt cx="5370513" cy="534987"/>
          </a:xfrm>
        </p:grpSpPr>
        <p:grpSp>
          <p:nvGrpSpPr>
            <p:cNvPr id="79" name="组合 78">
              <a:extLst>
                <a:ext uri="{FF2B5EF4-FFF2-40B4-BE49-F238E27FC236}">
                  <a16:creationId xmlns:a16="http://schemas.microsoft.com/office/drawing/2014/main" id="{89972190-B8B9-4CDB-98A6-E09DCD77CDD2}"/>
                </a:ext>
              </a:extLst>
            </p:cNvPr>
            <p:cNvGrpSpPr/>
            <p:nvPr/>
          </p:nvGrpSpPr>
          <p:grpSpPr>
            <a:xfrm>
              <a:off x="3943940" y="1484784"/>
              <a:ext cx="4708525" cy="534987"/>
              <a:chOff x="3943940" y="1626760"/>
              <a:chExt cx="4708525" cy="534987"/>
            </a:xfrm>
          </p:grpSpPr>
          <p:sp>
            <p:nvSpPr>
              <p:cNvPr id="83" name="Freeform 74">
                <a:extLst>
                  <a:ext uri="{FF2B5EF4-FFF2-40B4-BE49-F238E27FC236}">
                    <a16:creationId xmlns:a16="http://schemas.microsoft.com/office/drawing/2014/main" id="{965C614A-78EF-4F5B-8B7B-F2A84706EA05}"/>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84" name="文本框 20">
                <a:extLst>
                  <a:ext uri="{FF2B5EF4-FFF2-40B4-BE49-F238E27FC236}">
                    <a16:creationId xmlns:a16="http://schemas.microsoft.com/office/drawing/2014/main" id="{0AECAA5A-E96F-4BBF-B707-57EA00AE266E}"/>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85" name="矩形 84">
                <a:extLst>
                  <a:ext uri="{FF2B5EF4-FFF2-40B4-BE49-F238E27FC236}">
                    <a16:creationId xmlns:a16="http://schemas.microsoft.com/office/drawing/2014/main" id="{24283366-B30C-441B-888B-3F54623FE6B2}"/>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7" name="直接连接符 86">
                <a:extLst>
                  <a:ext uri="{FF2B5EF4-FFF2-40B4-BE49-F238E27FC236}">
                    <a16:creationId xmlns:a16="http://schemas.microsoft.com/office/drawing/2014/main" id="{1BDB7EE8-BB2D-40E3-AE5F-51E9C9E1C8B1}"/>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80" name="组合 79">
              <a:extLst>
                <a:ext uri="{FF2B5EF4-FFF2-40B4-BE49-F238E27FC236}">
                  <a16:creationId xmlns:a16="http://schemas.microsoft.com/office/drawing/2014/main" id="{B405A948-24DE-4B52-B45E-88718AC2C2A9}"/>
                </a:ext>
              </a:extLst>
            </p:cNvPr>
            <p:cNvGrpSpPr/>
            <p:nvPr/>
          </p:nvGrpSpPr>
          <p:grpSpPr>
            <a:xfrm>
              <a:off x="3281952" y="1484784"/>
              <a:ext cx="689642" cy="534987"/>
              <a:chOff x="3281952" y="1626760"/>
              <a:chExt cx="689642" cy="534987"/>
            </a:xfrm>
          </p:grpSpPr>
          <p:sp>
            <p:nvSpPr>
              <p:cNvPr id="81" name="矩形 80">
                <a:extLst>
                  <a:ext uri="{FF2B5EF4-FFF2-40B4-BE49-F238E27FC236}">
                    <a16:creationId xmlns:a16="http://schemas.microsoft.com/office/drawing/2014/main" id="{20DA4F1E-C999-485D-B24D-50BA390E67EF}"/>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2" name="文本框 18">
                <a:extLst>
                  <a:ext uri="{FF2B5EF4-FFF2-40B4-BE49-F238E27FC236}">
                    <a16:creationId xmlns:a16="http://schemas.microsoft.com/office/drawing/2014/main" id="{C041ABC9-E4EE-42E5-887A-075619736F15}"/>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8" name="组合 87">
            <a:extLst>
              <a:ext uri="{FF2B5EF4-FFF2-40B4-BE49-F238E27FC236}">
                <a16:creationId xmlns:a16="http://schemas.microsoft.com/office/drawing/2014/main" id="{A2C0EBBD-46D7-4207-957B-ED21CEE3930E}"/>
              </a:ext>
            </a:extLst>
          </p:cNvPr>
          <p:cNvGrpSpPr/>
          <p:nvPr>
            <p:custDataLst>
              <p:tags r:id="rId2"/>
            </p:custDataLst>
          </p:nvPr>
        </p:nvGrpSpPr>
        <p:grpSpPr>
          <a:xfrm>
            <a:off x="4503593" y="3688642"/>
            <a:ext cx="5372100" cy="534987"/>
            <a:chOff x="3261805" y="3188752"/>
            <a:chExt cx="5372100" cy="534987"/>
          </a:xfrm>
        </p:grpSpPr>
        <p:grpSp>
          <p:nvGrpSpPr>
            <p:cNvPr id="91" name="组合 90">
              <a:extLst>
                <a:ext uri="{FF2B5EF4-FFF2-40B4-BE49-F238E27FC236}">
                  <a16:creationId xmlns:a16="http://schemas.microsoft.com/office/drawing/2014/main" id="{F92C03BE-65E4-4480-82C0-9DB5A99A3CC7}"/>
                </a:ext>
              </a:extLst>
            </p:cNvPr>
            <p:cNvGrpSpPr/>
            <p:nvPr/>
          </p:nvGrpSpPr>
          <p:grpSpPr>
            <a:xfrm>
              <a:off x="3261805" y="3188752"/>
              <a:ext cx="689593" cy="534987"/>
              <a:chOff x="3261805" y="3188752"/>
              <a:chExt cx="689593" cy="534987"/>
            </a:xfrm>
          </p:grpSpPr>
          <p:sp>
            <p:nvSpPr>
              <p:cNvPr id="103" name="矩形 102">
                <a:extLst>
                  <a:ext uri="{FF2B5EF4-FFF2-40B4-BE49-F238E27FC236}">
                    <a16:creationId xmlns:a16="http://schemas.microsoft.com/office/drawing/2014/main" id="{0088DFEA-7C96-4145-8936-3E750168ED57}"/>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4" name="文本框 86">
                <a:extLst>
                  <a:ext uri="{FF2B5EF4-FFF2-40B4-BE49-F238E27FC236}">
                    <a16:creationId xmlns:a16="http://schemas.microsoft.com/office/drawing/2014/main" id="{20E3A24E-D6F7-49F3-B639-A64E3A6BCF0D}"/>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95" name="组合 94">
              <a:extLst>
                <a:ext uri="{FF2B5EF4-FFF2-40B4-BE49-F238E27FC236}">
                  <a16:creationId xmlns:a16="http://schemas.microsoft.com/office/drawing/2014/main" id="{2C607980-899F-4ED3-AB4F-FF72F2E12BFA}"/>
                </a:ext>
              </a:extLst>
            </p:cNvPr>
            <p:cNvGrpSpPr/>
            <p:nvPr/>
          </p:nvGrpSpPr>
          <p:grpSpPr>
            <a:xfrm>
              <a:off x="3923792" y="3188752"/>
              <a:ext cx="4710113" cy="534987"/>
              <a:chOff x="3923792" y="3188752"/>
              <a:chExt cx="4710113" cy="534987"/>
            </a:xfrm>
          </p:grpSpPr>
          <p:sp>
            <p:nvSpPr>
              <p:cNvPr id="99" name="文本框 81">
                <a:extLst>
                  <a:ext uri="{FF2B5EF4-FFF2-40B4-BE49-F238E27FC236}">
                    <a16:creationId xmlns:a16="http://schemas.microsoft.com/office/drawing/2014/main" id="{3B659916-9D0E-4555-B612-38751A98F437}"/>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0" name="矩形 99">
                <a:extLst>
                  <a:ext uri="{FF2B5EF4-FFF2-40B4-BE49-F238E27FC236}">
                    <a16:creationId xmlns:a16="http://schemas.microsoft.com/office/drawing/2014/main" id="{C8AEA70D-0605-436F-9FAB-4DFAD5EB981E}"/>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1" name="直接连接符 100">
                <a:extLst>
                  <a:ext uri="{FF2B5EF4-FFF2-40B4-BE49-F238E27FC236}">
                    <a16:creationId xmlns:a16="http://schemas.microsoft.com/office/drawing/2014/main" id="{B2F39B48-40EE-4AE9-A60D-F033E79E09BC}"/>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2" name="Freeform 71">
                <a:extLst>
                  <a:ext uri="{FF2B5EF4-FFF2-40B4-BE49-F238E27FC236}">
                    <a16:creationId xmlns:a16="http://schemas.microsoft.com/office/drawing/2014/main" id="{1BD051D1-9D87-42D9-8659-9F6B8796AB83}"/>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5" name="组合 104">
            <a:extLst>
              <a:ext uri="{FF2B5EF4-FFF2-40B4-BE49-F238E27FC236}">
                <a16:creationId xmlns:a16="http://schemas.microsoft.com/office/drawing/2014/main" id="{C611EC0C-7CEC-462C-96FC-1D09093E5D30}"/>
              </a:ext>
            </a:extLst>
          </p:cNvPr>
          <p:cNvGrpSpPr/>
          <p:nvPr>
            <p:custDataLst>
              <p:tags r:id="rId3"/>
            </p:custDataLst>
          </p:nvPr>
        </p:nvGrpSpPr>
        <p:grpSpPr>
          <a:xfrm>
            <a:off x="4503593" y="4509001"/>
            <a:ext cx="5372100" cy="534987"/>
            <a:chOff x="3261805" y="4046141"/>
            <a:chExt cx="5372100" cy="534987"/>
          </a:xfrm>
        </p:grpSpPr>
        <p:grpSp>
          <p:nvGrpSpPr>
            <p:cNvPr id="106" name="组合 105">
              <a:extLst>
                <a:ext uri="{FF2B5EF4-FFF2-40B4-BE49-F238E27FC236}">
                  <a16:creationId xmlns:a16="http://schemas.microsoft.com/office/drawing/2014/main" id="{7BE24A72-8444-4978-A874-447324F54CF3}"/>
                </a:ext>
              </a:extLst>
            </p:cNvPr>
            <p:cNvGrpSpPr/>
            <p:nvPr/>
          </p:nvGrpSpPr>
          <p:grpSpPr>
            <a:xfrm>
              <a:off x="3261805" y="4046141"/>
              <a:ext cx="689447" cy="534987"/>
              <a:chOff x="3261805" y="3969748"/>
              <a:chExt cx="689447" cy="534987"/>
            </a:xfrm>
          </p:grpSpPr>
          <p:sp>
            <p:nvSpPr>
              <p:cNvPr id="115" name="矩形 114">
                <a:extLst>
                  <a:ext uri="{FF2B5EF4-FFF2-40B4-BE49-F238E27FC236}">
                    <a16:creationId xmlns:a16="http://schemas.microsoft.com/office/drawing/2014/main" id="{E8F5DB9C-16BD-4CD5-9CE2-B9CFECD87AF4}"/>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6" name="文本框 131">
                <a:extLst>
                  <a:ext uri="{FF2B5EF4-FFF2-40B4-BE49-F238E27FC236}">
                    <a16:creationId xmlns:a16="http://schemas.microsoft.com/office/drawing/2014/main" id="{7F2523E2-4A08-4AD4-B339-97137A301499}"/>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107" name="组合 106">
              <a:extLst>
                <a:ext uri="{FF2B5EF4-FFF2-40B4-BE49-F238E27FC236}">
                  <a16:creationId xmlns:a16="http://schemas.microsoft.com/office/drawing/2014/main" id="{FA47ACB0-DE5F-48DB-AFD5-10E93E9AAFFD}"/>
                </a:ext>
              </a:extLst>
            </p:cNvPr>
            <p:cNvGrpSpPr/>
            <p:nvPr/>
          </p:nvGrpSpPr>
          <p:grpSpPr>
            <a:xfrm>
              <a:off x="3923792" y="4046141"/>
              <a:ext cx="4710113" cy="534987"/>
              <a:chOff x="3923792" y="3969748"/>
              <a:chExt cx="4710113" cy="534987"/>
            </a:xfrm>
          </p:grpSpPr>
          <p:sp>
            <p:nvSpPr>
              <p:cNvPr id="108" name="文本框 126">
                <a:extLst>
                  <a:ext uri="{FF2B5EF4-FFF2-40B4-BE49-F238E27FC236}">
                    <a16:creationId xmlns:a16="http://schemas.microsoft.com/office/drawing/2014/main" id="{716FD88E-995F-426B-A5C1-F56B657F2788}"/>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12" name="矩形 111">
                <a:extLst>
                  <a:ext uri="{FF2B5EF4-FFF2-40B4-BE49-F238E27FC236}">
                    <a16:creationId xmlns:a16="http://schemas.microsoft.com/office/drawing/2014/main" id="{6D02989E-C02A-4DC4-89A8-1A3FE4067E8B}"/>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3" name="直接连接符 112">
                <a:extLst>
                  <a:ext uri="{FF2B5EF4-FFF2-40B4-BE49-F238E27FC236}">
                    <a16:creationId xmlns:a16="http://schemas.microsoft.com/office/drawing/2014/main" id="{1C90C3CE-0D58-48FA-AE66-1C3EAFB3896C}"/>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4" name="Freeform 306">
                <a:extLst>
                  <a:ext uri="{FF2B5EF4-FFF2-40B4-BE49-F238E27FC236}">
                    <a16:creationId xmlns:a16="http://schemas.microsoft.com/office/drawing/2014/main" id="{E466659E-8FE1-4BA3-919D-2AB4C1CB8B41}"/>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117" name="组合 116">
            <a:extLst>
              <a:ext uri="{FF2B5EF4-FFF2-40B4-BE49-F238E27FC236}">
                <a16:creationId xmlns:a16="http://schemas.microsoft.com/office/drawing/2014/main" id="{072634BD-43B4-4F9C-8BC7-9DA097FCDD50}"/>
              </a:ext>
            </a:extLst>
          </p:cNvPr>
          <p:cNvGrpSpPr/>
          <p:nvPr>
            <p:custDataLst>
              <p:tags r:id="rId4"/>
            </p:custDataLst>
          </p:nvPr>
        </p:nvGrpSpPr>
        <p:grpSpPr>
          <a:xfrm>
            <a:off x="4517645" y="2868283"/>
            <a:ext cx="5370513" cy="534987"/>
            <a:chOff x="3275856" y="2348880"/>
            <a:chExt cx="5370513" cy="534987"/>
          </a:xfrm>
        </p:grpSpPr>
        <p:grpSp>
          <p:nvGrpSpPr>
            <p:cNvPr id="118" name="组合 117">
              <a:extLst>
                <a:ext uri="{FF2B5EF4-FFF2-40B4-BE49-F238E27FC236}">
                  <a16:creationId xmlns:a16="http://schemas.microsoft.com/office/drawing/2014/main" id="{B0F98D02-F491-47E1-A265-8F60B171BCF7}"/>
                </a:ext>
              </a:extLst>
            </p:cNvPr>
            <p:cNvGrpSpPr/>
            <p:nvPr/>
          </p:nvGrpSpPr>
          <p:grpSpPr>
            <a:xfrm>
              <a:off x="3275856" y="2348880"/>
              <a:ext cx="689474" cy="534987"/>
              <a:chOff x="3275856" y="2407756"/>
              <a:chExt cx="689474" cy="534987"/>
            </a:xfrm>
          </p:grpSpPr>
          <p:sp>
            <p:nvSpPr>
              <p:cNvPr id="124" name="矩形 123">
                <a:extLst>
                  <a:ext uri="{FF2B5EF4-FFF2-40B4-BE49-F238E27FC236}">
                    <a16:creationId xmlns:a16="http://schemas.microsoft.com/office/drawing/2014/main" id="{367B2F9B-9FB2-498C-AD93-DAC733D47948}"/>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5" name="文本框 78">
                <a:extLst>
                  <a:ext uri="{FF2B5EF4-FFF2-40B4-BE49-F238E27FC236}">
                    <a16:creationId xmlns:a16="http://schemas.microsoft.com/office/drawing/2014/main" id="{DAD6E879-E510-40FC-87E1-4935F06844FD}"/>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19" name="组合 118">
              <a:extLst>
                <a:ext uri="{FF2B5EF4-FFF2-40B4-BE49-F238E27FC236}">
                  <a16:creationId xmlns:a16="http://schemas.microsoft.com/office/drawing/2014/main" id="{CDF420F0-3708-4C04-934E-AAEAB0788A2E}"/>
                </a:ext>
              </a:extLst>
            </p:cNvPr>
            <p:cNvGrpSpPr/>
            <p:nvPr/>
          </p:nvGrpSpPr>
          <p:grpSpPr>
            <a:xfrm>
              <a:off x="3937844" y="2348880"/>
              <a:ext cx="4708525" cy="534987"/>
              <a:chOff x="3937844" y="2407756"/>
              <a:chExt cx="4708525" cy="534987"/>
            </a:xfrm>
          </p:grpSpPr>
          <p:sp>
            <p:nvSpPr>
              <p:cNvPr id="120" name="文本框 73">
                <a:extLst>
                  <a:ext uri="{FF2B5EF4-FFF2-40B4-BE49-F238E27FC236}">
                    <a16:creationId xmlns:a16="http://schemas.microsoft.com/office/drawing/2014/main" id="{02730070-61B1-49F7-9068-492DABCD78C8}"/>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21" name="矩形 120">
                <a:extLst>
                  <a:ext uri="{FF2B5EF4-FFF2-40B4-BE49-F238E27FC236}">
                    <a16:creationId xmlns:a16="http://schemas.microsoft.com/office/drawing/2014/main" id="{A61893DD-082A-48F3-8F5C-5D39568D1CCB}"/>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22" name="直接连接符 121">
                <a:extLst>
                  <a:ext uri="{FF2B5EF4-FFF2-40B4-BE49-F238E27FC236}">
                    <a16:creationId xmlns:a16="http://schemas.microsoft.com/office/drawing/2014/main" id="{2975DF1B-F386-4182-B0F3-C5E835BCF4C6}"/>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3" name="Freeform 30">
                <a:extLst>
                  <a:ext uri="{FF2B5EF4-FFF2-40B4-BE49-F238E27FC236}">
                    <a16:creationId xmlns:a16="http://schemas.microsoft.com/office/drawing/2014/main" id="{92B711A4-043B-4289-9DCD-651E549DD05B}"/>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extLst>
      <p:ext uri="{BB962C8B-B14F-4D97-AF65-F5344CB8AC3E}">
        <p14:creationId xmlns:p14="http://schemas.microsoft.com/office/powerpoint/2010/main" val="1614139823"/>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2950C-1543-4534-EBA3-23214FF7BFF5}"/>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9B6ACCF6-1BE5-E3AA-99E4-3D281AAEC9FF}"/>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2" name="文本框 71">
            <a:extLst>
              <a:ext uri="{FF2B5EF4-FFF2-40B4-BE49-F238E27FC236}">
                <a16:creationId xmlns:a16="http://schemas.microsoft.com/office/drawing/2014/main" id="{BC786FA7-A0A1-71AC-4640-27CE70070484}"/>
              </a:ext>
            </a:extLst>
          </p:cNvPr>
          <p:cNvSpPr txBox="1"/>
          <p:nvPr/>
        </p:nvSpPr>
        <p:spPr>
          <a:xfrm>
            <a:off x="-8687" y="72603"/>
            <a:ext cx="4914152" cy="58477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2" name="矩形 1">
            <a:extLst>
              <a:ext uri="{FF2B5EF4-FFF2-40B4-BE49-F238E27FC236}">
                <a16:creationId xmlns:a16="http://schemas.microsoft.com/office/drawing/2014/main" id="{11B57778-EFE5-07A8-7975-93C56605E191}"/>
              </a:ext>
            </a:extLst>
          </p:cNvPr>
          <p:cNvSpPr/>
          <p:nvPr/>
        </p:nvSpPr>
        <p:spPr>
          <a:xfrm>
            <a:off x="336000" y="2183617"/>
            <a:ext cx="11469725" cy="2469383"/>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4" name="文本框 13">
            <a:extLst>
              <a:ext uri="{FF2B5EF4-FFF2-40B4-BE49-F238E27FC236}">
                <a16:creationId xmlns:a16="http://schemas.microsoft.com/office/drawing/2014/main" id="{39B190EB-7133-10B7-7D32-BABCFF74946F}"/>
              </a:ext>
            </a:extLst>
          </p:cNvPr>
          <p:cNvSpPr txBox="1"/>
          <p:nvPr/>
        </p:nvSpPr>
        <p:spPr>
          <a:xfrm>
            <a:off x="480000" y="2588431"/>
            <a:ext cx="11215537" cy="1704569"/>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By analyzing the problems underlying this task, we propose </a:t>
            </a:r>
            <a:r>
              <a:rPr kumimoji="0" lang="en-US" altLang="zh-CN" sz="1800"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SEnSor</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Alignment (SEA) to address these issues. To reduce the domain discrepancy at both the local and global sensor levels, we design endo-feature alignment and </a:t>
            </a:r>
            <a:r>
              <a:rPr kumimoji="0" lang="en-US" altLang="zh-CN" sz="1800"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exo</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-feature alignment.</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nvGrpSpPr>
          <p:cNvPr id="20" name="组合 19">
            <a:extLst>
              <a:ext uri="{FF2B5EF4-FFF2-40B4-BE49-F238E27FC236}">
                <a16:creationId xmlns:a16="http://schemas.microsoft.com/office/drawing/2014/main" id="{32D4E781-C73F-20C3-19DD-2539DFEDB774}"/>
              </a:ext>
            </a:extLst>
          </p:cNvPr>
          <p:cNvGrpSpPr/>
          <p:nvPr/>
        </p:nvGrpSpPr>
        <p:grpSpPr>
          <a:xfrm>
            <a:off x="-1" y="6553200"/>
            <a:ext cx="12192001" cy="304800"/>
            <a:chOff x="0" y="6569404"/>
            <a:chExt cx="9144000" cy="288000"/>
          </a:xfrm>
        </p:grpSpPr>
        <p:sp>
          <p:nvSpPr>
            <p:cNvPr id="21" name="矩形 20">
              <a:extLst>
                <a:ext uri="{FF2B5EF4-FFF2-40B4-BE49-F238E27FC236}">
                  <a16:creationId xmlns:a16="http://schemas.microsoft.com/office/drawing/2014/main" id="{CA36B897-9B76-F0CD-CA2B-56895A33C42D}"/>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2" name="矩形 21">
              <a:extLst>
                <a:ext uri="{FF2B5EF4-FFF2-40B4-BE49-F238E27FC236}">
                  <a16:creationId xmlns:a16="http://schemas.microsoft.com/office/drawing/2014/main" id="{0B913248-EDBE-B707-8DF5-BE77D8766937}"/>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3" name="灯片编号占位符 5">
            <a:extLst>
              <a:ext uri="{FF2B5EF4-FFF2-40B4-BE49-F238E27FC236}">
                <a16:creationId xmlns:a16="http://schemas.microsoft.com/office/drawing/2014/main" id="{F8919599-DA74-7688-4490-3F773D97EA07}"/>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357926729"/>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3130F-84CE-2C07-7F57-6BC5C6097ACA}"/>
            </a:ext>
          </a:extLst>
        </p:cNvPr>
        <p:cNvGrpSpPr/>
        <p:nvPr/>
      </p:nvGrpSpPr>
      <p:grpSpPr>
        <a:xfrm>
          <a:off x="0" y="0"/>
          <a:ext cx="0" cy="0"/>
          <a:chOff x="0" y="0"/>
          <a:chExt cx="0" cy="0"/>
        </a:xfrm>
      </p:grpSpPr>
      <p:pic>
        <p:nvPicPr>
          <p:cNvPr id="21" name="图片 20">
            <a:extLst>
              <a:ext uri="{FF2B5EF4-FFF2-40B4-BE49-F238E27FC236}">
                <a16:creationId xmlns:a16="http://schemas.microsoft.com/office/drawing/2014/main" id="{33A13DEE-22C3-5DCC-DC75-F2D4EC870CB1}"/>
              </a:ext>
            </a:extLst>
          </p:cNvPr>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4" name="组合 3">
            <a:extLst>
              <a:ext uri="{FF2B5EF4-FFF2-40B4-BE49-F238E27FC236}">
                <a16:creationId xmlns:a16="http://schemas.microsoft.com/office/drawing/2014/main" id="{875C1EFA-06F4-4401-5C4C-69C8EC46E38E}"/>
              </a:ext>
            </a:extLst>
          </p:cNvPr>
          <p:cNvGrpSpPr/>
          <p:nvPr/>
        </p:nvGrpSpPr>
        <p:grpSpPr>
          <a:xfrm>
            <a:off x="-375" y="1874943"/>
            <a:ext cx="12192375" cy="2130321"/>
            <a:chOff x="1522095" y="1874943"/>
            <a:chExt cx="9147893" cy="2130321"/>
          </a:xfrm>
        </p:grpSpPr>
        <p:sp>
          <p:nvSpPr>
            <p:cNvPr id="8" name="矩形 7">
              <a:extLst>
                <a:ext uri="{FF2B5EF4-FFF2-40B4-BE49-F238E27FC236}">
                  <a16:creationId xmlns:a16="http://schemas.microsoft.com/office/drawing/2014/main" id="{6AEC1178-DFAA-2EEC-7BCC-75D60EE0C129}"/>
                </a:ext>
              </a:extLst>
            </p:cNvPr>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9" name="文本框 8">
              <a:extLst>
                <a:ext uri="{FF2B5EF4-FFF2-40B4-BE49-F238E27FC236}">
                  <a16:creationId xmlns:a16="http://schemas.microsoft.com/office/drawing/2014/main" id="{87888CC1-8A42-2669-A8D9-BA4AD296F8C4}"/>
                </a:ext>
              </a:extLst>
            </p:cNvPr>
            <p:cNvSpPr txBox="1"/>
            <p:nvPr/>
          </p:nvSpPr>
          <p:spPr>
            <a:xfrm>
              <a:off x="1522095" y="1874943"/>
              <a:ext cx="9147893" cy="1554272"/>
            </a:xfrm>
            <a:prstGeom prst="rect">
              <a:avLst/>
            </a:prstGeom>
            <a:noFill/>
          </p:spPr>
          <p:txBody>
            <a:bodyPr wrap="square" rtlCol="0" anchor="ctr">
              <a:spAutoFit/>
            </a:bodyPr>
            <a:lstStyle/>
            <a:p>
              <a:pPr marL="0" marR="0" lvl="0" indent="0" algn="ctr" defTabSz="914400" rtl="0" eaLnBrk="1" fontAlgn="auto" latinLnBrk="0" hangingPunct="1">
                <a:lnSpc>
                  <a:spcPts val="384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Arial" panose="020B0604020202020204" pitchFamily="34" charset="0"/>
                </a:rPr>
                <a:t>Time-frequency-spatial fusion-driven local-global contrastive discrepancy learning for industrial </a:t>
              </a:r>
              <a:r>
                <a:rPr kumimoji="0" lang="en-US" altLang="zh-CN" sz="3200" b="1" i="0" u="none" strike="noStrike" kern="1200" cap="none" spc="0" normalizeH="0" baseline="0" noProof="0" dirty="0" err="1">
                  <a:ln>
                    <a:noFill/>
                  </a:ln>
                  <a:solidFill>
                    <a:prstClr val="white"/>
                  </a:solidFill>
                  <a:effectLst/>
                  <a:uLnTx/>
                  <a:uFillTx/>
                  <a:latin typeface="Times New Roman" panose="02020603050405020304" pitchFamily="18" charset="0"/>
                  <a:ea typeface="微软雅黑" panose="020B0503020204020204" pitchFamily="34" charset="-122"/>
                  <a:cs typeface="Arial" panose="020B0604020202020204" pitchFamily="34" charset="0"/>
                </a:rPr>
                <a:t>multisensor</a:t>
              </a:r>
              <a:r>
                <a:rPr kumimoji="0" lang="en-US" altLang="zh-CN"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Arial" panose="020B0604020202020204" pitchFamily="34" charset="0"/>
                </a:rPr>
                <a:t> time-series anomaly detection</a:t>
              </a:r>
            </a:p>
          </p:txBody>
        </p:sp>
        <p:sp>
          <p:nvSpPr>
            <p:cNvPr id="3" name="文本框 2">
              <a:extLst>
                <a:ext uri="{FF2B5EF4-FFF2-40B4-BE49-F238E27FC236}">
                  <a16:creationId xmlns:a16="http://schemas.microsoft.com/office/drawing/2014/main" id="{9B85F51E-7B9C-13B7-AF86-DFDD25CCD30F}"/>
                </a:ext>
              </a:extLst>
            </p:cNvPr>
            <p:cNvSpPr txBox="1"/>
            <p:nvPr/>
          </p:nvSpPr>
          <p:spPr>
            <a:xfrm>
              <a:off x="1703705" y="3500756"/>
              <a:ext cx="5905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Lei Chen, </a:t>
              </a:r>
              <a:r>
                <a:rPr kumimoji="0" lang="en-US" altLang="zh-CN" sz="1600" b="0" i="0" u="none" strike="noStrike" kern="1200" cap="none" spc="0" normalizeH="0" baseline="0" noProof="0" dirty="0" err="1">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Yuhao</a:t>
              </a:r>
              <a:r>
                <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Peng, Ming Lu, Ying Zou</a:t>
              </a:r>
              <a:r>
                <a:rPr lang="en-US" altLang="zh-CN" sz="1600" dirty="0">
                  <a:solidFill>
                    <a:prstClr val="white"/>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sz="1600" dirty="0" err="1">
                  <a:solidFill>
                    <a:prstClr val="white"/>
                  </a:solidFill>
                  <a:latin typeface="Times New Roman" panose="02020603050405020304" pitchFamily="18" charset="0"/>
                  <a:ea typeface="等线" panose="02010600030101010101" pitchFamily="2" charset="-122"/>
                  <a:cs typeface="Times New Roman" panose="02020603050405020304" pitchFamily="18" charset="0"/>
                </a:rPr>
                <a:t>Mingyang</a:t>
              </a:r>
              <a:r>
                <a:rPr lang="en-US" altLang="zh-CN" sz="1600" dirty="0">
                  <a:solidFill>
                    <a:prstClr val="white"/>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sz="1600" dirty="0" err="1">
                  <a:solidFill>
                    <a:prstClr val="white"/>
                  </a:solidFill>
                  <a:latin typeface="Times New Roman" panose="02020603050405020304" pitchFamily="18" charset="0"/>
                  <a:ea typeface="等线" panose="02010600030101010101" pitchFamily="2" charset="-122"/>
                  <a:cs typeface="Times New Roman" panose="02020603050405020304" pitchFamily="18" charset="0"/>
                </a:rPr>
                <a:t>Lv</a:t>
              </a:r>
              <a:r>
                <a:rPr lang="en-US" altLang="zh-CN" sz="1600" dirty="0">
                  <a:solidFill>
                    <a:prstClr val="white"/>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sz="1600" dirty="0" err="1">
                  <a:solidFill>
                    <a:prstClr val="white"/>
                  </a:solidFill>
                  <a:latin typeface="Times New Roman" panose="02020603050405020304" pitchFamily="18" charset="0"/>
                  <a:ea typeface="等线" panose="02010600030101010101" pitchFamily="2" charset="-122"/>
                  <a:cs typeface="Times New Roman" panose="02020603050405020304" pitchFamily="18" charset="0"/>
                </a:rPr>
                <a:t>Jiaao</a:t>
              </a:r>
              <a:r>
                <a:rPr lang="en-US" altLang="zh-CN" sz="1600" dirty="0">
                  <a:solidFill>
                    <a:prstClr val="white"/>
                  </a:solidFill>
                  <a:latin typeface="Times New Roman" panose="02020603050405020304" pitchFamily="18" charset="0"/>
                  <a:ea typeface="等线" panose="02010600030101010101" pitchFamily="2" charset="-122"/>
                  <a:cs typeface="Times New Roman" panose="02020603050405020304" pitchFamily="18" charset="0"/>
                </a:rPr>
                <a:t> Peng</a:t>
              </a:r>
              <a:endParaRPr kumimoji="0" lang="en-US" altLang="zh-CN" sz="1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grpSp>
        <p:nvGrpSpPr>
          <p:cNvPr id="11" name="组合 10">
            <a:extLst>
              <a:ext uri="{FF2B5EF4-FFF2-40B4-BE49-F238E27FC236}">
                <a16:creationId xmlns:a16="http://schemas.microsoft.com/office/drawing/2014/main" id="{EB935FF2-24CC-17B1-1857-90A29F3C30BB}"/>
              </a:ext>
            </a:extLst>
          </p:cNvPr>
          <p:cNvGrpSpPr/>
          <p:nvPr/>
        </p:nvGrpSpPr>
        <p:grpSpPr>
          <a:xfrm>
            <a:off x="387776" y="4549747"/>
            <a:ext cx="11036224" cy="872490"/>
            <a:chOff x="623" y="7327"/>
            <a:chExt cx="9488" cy="1374"/>
          </a:xfrm>
        </p:grpSpPr>
        <p:sp>
          <p:nvSpPr>
            <p:cNvPr id="5" name="文本框 4">
              <a:extLst>
                <a:ext uri="{FF2B5EF4-FFF2-40B4-BE49-F238E27FC236}">
                  <a16:creationId xmlns:a16="http://schemas.microsoft.com/office/drawing/2014/main" id="{C0A4D3EE-0C1E-81CA-0E09-C52EF4F015E2}"/>
                </a:ext>
              </a:extLst>
            </p:cNvPr>
            <p:cNvSpPr txBox="1"/>
            <p:nvPr/>
          </p:nvSpPr>
          <p:spPr>
            <a:xfrm>
              <a:off x="623" y="7327"/>
              <a:ext cx="9488" cy="5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Published in:</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Information Fusion</a:t>
              </a:r>
            </a:p>
          </p:txBody>
        </p:sp>
        <p:sp>
          <p:nvSpPr>
            <p:cNvPr id="7" name="文本框 6">
              <a:extLst>
                <a:ext uri="{FF2B5EF4-FFF2-40B4-BE49-F238E27FC236}">
                  <a16:creationId xmlns:a16="http://schemas.microsoft.com/office/drawing/2014/main" id="{2AED0C50-9086-BDBC-BFF3-52DE70FD40D9}"/>
                </a:ext>
              </a:extLst>
            </p:cNvPr>
            <p:cNvSpPr txBox="1"/>
            <p:nvPr/>
          </p:nvSpPr>
          <p:spPr>
            <a:xfrm>
              <a:off x="623" y="8121"/>
              <a:ext cx="2431" cy="5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Published Time:</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2026</a:t>
              </a:r>
            </a:p>
          </p:txBody>
        </p:sp>
      </p:grpSp>
      <p:sp>
        <p:nvSpPr>
          <p:cNvPr id="2" name="文本框 1">
            <a:extLst>
              <a:ext uri="{FF2B5EF4-FFF2-40B4-BE49-F238E27FC236}">
                <a16:creationId xmlns:a16="http://schemas.microsoft.com/office/drawing/2014/main" id="{72FE2B92-CDE4-E711-940A-25B992A366A7}"/>
              </a:ext>
            </a:extLst>
          </p:cNvPr>
          <p:cNvSpPr txBox="1"/>
          <p:nvPr/>
        </p:nvSpPr>
        <p:spPr bwMode="auto">
          <a:xfrm>
            <a:off x="351876" y="165152"/>
            <a:ext cx="2054225" cy="646331"/>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1">
                <a:ln>
                  <a:noFill/>
                </a:ln>
                <a:solidFill>
                  <a:srgbClr val="044875"/>
                </a:solidFill>
                <a:effectLst/>
                <a:uLnTx/>
                <a:uFillTx/>
                <a:latin typeface="Times New Roman" panose="02020603050405020304" pitchFamily="18" charset="0"/>
                <a:ea typeface="微软雅黑" panose="020B0503020204020204" charset="-122"/>
                <a:cs typeface="Times New Roman" panose="02020603050405020304" pitchFamily="18" charset="0"/>
              </a:rPr>
              <a:t>Paper 5</a:t>
            </a:r>
            <a:endParaRPr kumimoji="0" lang="zh-HK" altLang="en-US" sz="3600" b="1" i="0" u="none" strike="noStrike" kern="1200" cap="none" spc="0" normalizeH="0" baseline="0" noProof="1">
              <a:ln>
                <a:noFill/>
              </a:ln>
              <a:solidFill>
                <a:srgbClr val="044875"/>
              </a:solidFill>
              <a:effectLst/>
              <a:uLnTx/>
              <a:uFillTx/>
              <a:latin typeface="Times New Roman" panose="02020603050405020304" pitchFamily="18" charset="0"/>
              <a:ea typeface="微软雅黑" panose="020B0503020204020204" charset="-122"/>
              <a:cs typeface="Times New Roman" panose="02020603050405020304" pitchFamily="18" charset="0"/>
            </a:endParaRPr>
          </a:p>
        </p:txBody>
      </p:sp>
      <p:grpSp>
        <p:nvGrpSpPr>
          <p:cNvPr id="16" name="组合 15">
            <a:extLst>
              <a:ext uri="{FF2B5EF4-FFF2-40B4-BE49-F238E27FC236}">
                <a16:creationId xmlns:a16="http://schemas.microsoft.com/office/drawing/2014/main" id="{647E7173-EDDF-B0C5-7237-9CEB4D7E7D8C}"/>
              </a:ext>
            </a:extLst>
          </p:cNvPr>
          <p:cNvGrpSpPr/>
          <p:nvPr/>
        </p:nvGrpSpPr>
        <p:grpSpPr>
          <a:xfrm>
            <a:off x="-1" y="6553200"/>
            <a:ext cx="12192001" cy="304800"/>
            <a:chOff x="0" y="6569404"/>
            <a:chExt cx="9144000" cy="288000"/>
          </a:xfrm>
        </p:grpSpPr>
        <p:sp>
          <p:nvSpPr>
            <p:cNvPr id="17" name="矩形 16">
              <a:extLst>
                <a:ext uri="{FF2B5EF4-FFF2-40B4-BE49-F238E27FC236}">
                  <a16:creationId xmlns:a16="http://schemas.microsoft.com/office/drawing/2014/main" id="{95B74EF7-8773-900F-D825-1F90A33FED80}"/>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8" name="矩形 17">
              <a:extLst>
                <a:ext uri="{FF2B5EF4-FFF2-40B4-BE49-F238E27FC236}">
                  <a16:creationId xmlns:a16="http://schemas.microsoft.com/office/drawing/2014/main" id="{FC4B4797-8C81-99A8-7080-1BDF840A75D3}"/>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9" name="灯片编号占位符 5">
            <a:extLst>
              <a:ext uri="{FF2B5EF4-FFF2-40B4-BE49-F238E27FC236}">
                <a16:creationId xmlns:a16="http://schemas.microsoft.com/office/drawing/2014/main" id="{F9C57FAF-84C8-80EE-EAB5-D5451116E7E0}"/>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40606005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18"/>
          <p:cNvGrpSpPr/>
          <p:nvPr/>
        </p:nvGrpSpPr>
        <p:grpSpPr bwMode="auto">
          <a:xfrm>
            <a:off x="2409457" y="2650330"/>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31"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19" name="组合 18"/>
          <p:cNvGrpSpPr/>
          <p:nvPr>
            <p:custDataLst>
              <p:tags r:id="rId1"/>
            </p:custDataLst>
          </p:nvPr>
        </p:nvGrpSpPr>
        <p:grpSpPr>
          <a:xfrm>
            <a:off x="4523741" y="2047924"/>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22" name="组合 21"/>
          <p:cNvGrpSpPr/>
          <p:nvPr>
            <p:custDataLst>
              <p:tags r:id="rId2"/>
            </p:custDataLst>
          </p:nvPr>
        </p:nvGrpSpPr>
        <p:grpSpPr>
          <a:xfrm>
            <a:off x="4503593" y="3688642"/>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03</a:t>
                </a:r>
                <a:endParaRPr lang="zh-CN" altLang="en-US" sz="2700">
                  <a:solidFill>
                    <a:srgbClr val="044875"/>
                  </a:solidFill>
                  <a:latin typeface="Impact" panose="020B0806030902050204" pitchFamily="34" charset="0"/>
                </a:endParaRP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23" name="组合 22"/>
          <p:cNvGrpSpPr/>
          <p:nvPr>
            <p:custDataLst>
              <p:tags r:id="rId3"/>
            </p:custDataLst>
          </p:nvPr>
        </p:nvGrpSpPr>
        <p:grpSpPr>
          <a:xfrm>
            <a:off x="4503593" y="4509001"/>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04</a:t>
                </a:r>
                <a:endParaRPr lang="zh-CN" altLang="en-US" sz="2700">
                  <a:solidFill>
                    <a:srgbClr val="044875"/>
                  </a:solidFill>
                  <a:latin typeface="Impact" panose="020B0806030902050204" pitchFamily="34" charset="0"/>
                </a:endParaRP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20" name="组合 19"/>
          <p:cNvGrpSpPr/>
          <p:nvPr>
            <p:custDataLst>
              <p:tags r:id="rId4"/>
            </p:custDataLst>
          </p:nvPr>
        </p:nvGrpSpPr>
        <p:grpSpPr>
          <a:xfrm>
            <a:off x="4517645" y="2868283"/>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7" name="组合 6">
            <a:extLst>
              <a:ext uri="{FF2B5EF4-FFF2-40B4-BE49-F238E27FC236}">
                <a16:creationId xmlns:a16="http://schemas.microsoft.com/office/drawing/2014/main" id="{672FB0C7-6772-C5DC-6A66-12D51CF0A762}"/>
              </a:ext>
            </a:extLst>
          </p:cNvPr>
          <p:cNvGrpSpPr/>
          <p:nvPr/>
        </p:nvGrpSpPr>
        <p:grpSpPr>
          <a:xfrm>
            <a:off x="-1" y="6553200"/>
            <a:ext cx="12192001" cy="304800"/>
            <a:chOff x="0" y="6569404"/>
            <a:chExt cx="9144000" cy="288000"/>
          </a:xfrm>
        </p:grpSpPr>
        <p:sp>
          <p:nvSpPr>
            <p:cNvPr id="8" name="矩形 7">
              <a:extLst>
                <a:ext uri="{FF2B5EF4-FFF2-40B4-BE49-F238E27FC236}">
                  <a16:creationId xmlns:a16="http://schemas.microsoft.com/office/drawing/2014/main" id="{903259D7-88E6-A587-BA69-01AE6CF91591}"/>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47FD3BCE-ABFB-87F9-D242-364D216475B9}"/>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a:extLst>
              <a:ext uri="{FF2B5EF4-FFF2-40B4-BE49-F238E27FC236}">
                <a16:creationId xmlns:a16="http://schemas.microsoft.com/office/drawing/2014/main" id="{7F24C048-A359-FE98-7E80-DBD473F807D5}"/>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66</a:t>
            </a:fld>
            <a:endParaRPr lang="zh-HK" altLang="en-US" sz="1600" dirty="0">
              <a:solidFill>
                <a:schemeClr val="bg1"/>
              </a:solidFill>
            </a:endParaRPr>
          </a:p>
        </p:txBody>
      </p:sp>
      <p:pic>
        <p:nvPicPr>
          <p:cNvPr id="25" name="图片 24">
            <a:extLst>
              <a:ext uri="{FF2B5EF4-FFF2-40B4-BE49-F238E27FC236}">
                <a16:creationId xmlns:a16="http://schemas.microsoft.com/office/drawing/2014/main" id="{68852B2E-7B2D-C4E9-E6D8-3B5AFB39E0BC}"/>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extLst>
      <p:ext uri="{BB962C8B-B14F-4D97-AF65-F5344CB8AC3E}">
        <p14:creationId xmlns:p14="http://schemas.microsoft.com/office/powerpoint/2010/main" val="1257160778"/>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77A46353-A232-0E71-0097-136BC0172C9F}"/>
              </a:ext>
            </a:extLst>
          </p:cNvPr>
          <p:cNvGrpSpPr/>
          <p:nvPr/>
        </p:nvGrpSpPr>
        <p:grpSpPr>
          <a:xfrm>
            <a:off x="-1" y="6553200"/>
            <a:ext cx="12192001" cy="304800"/>
            <a:chOff x="0" y="6569404"/>
            <a:chExt cx="9144000" cy="288000"/>
          </a:xfrm>
        </p:grpSpPr>
        <p:sp>
          <p:nvSpPr>
            <p:cNvPr id="8" name="矩形 7">
              <a:extLst>
                <a:ext uri="{FF2B5EF4-FFF2-40B4-BE49-F238E27FC236}">
                  <a16:creationId xmlns:a16="http://schemas.microsoft.com/office/drawing/2014/main" id="{C736AE62-8F6D-9AFA-06E6-ECD72B955DE3}"/>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964C272F-1841-C57F-DC15-D2BD90A5377A}"/>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a:extLst>
              <a:ext uri="{FF2B5EF4-FFF2-40B4-BE49-F238E27FC236}">
                <a16:creationId xmlns:a16="http://schemas.microsoft.com/office/drawing/2014/main" id="{F5B60254-3F94-ACC4-54C2-28D1691F371D}"/>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67</a:t>
            </a:fld>
            <a:endParaRPr lang="zh-HK" altLang="en-US" sz="1600" dirty="0">
              <a:solidFill>
                <a:schemeClr val="bg1"/>
              </a:solidFill>
            </a:endParaRPr>
          </a:p>
        </p:txBody>
      </p:sp>
      <p:pic>
        <p:nvPicPr>
          <p:cNvPr id="25" name="图片 24">
            <a:extLst>
              <a:ext uri="{FF2B5EF4-FFF2-40B4-BE49-F238E27FC236}">
                <a16:creationId xmlns:a16="http://schemas.microsoft.com/office/drawing/2014/main" id="{A3018AC7-0553-43E2-B350-F76141839A8A}"/>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496" name="组合 18">
            <a:extLst>
              <a:ext uri="{FF2B5EF4-FFF2-40B4-BE49-F238E27FC236}">
                <a16:creationId xmlns:a16="http://schemas.microsoft.com/office/drawing/2014/main" id="{854B8CB7-1A4B-42D3-8E48-76F185ACDD9B}"/>
              </a:ext>
            </a:extLst>
          </p:cNvPr>
          <p:cNvGrpSpPr/>
          <p:nvPr/>
        </p:nvGrpSpPr>
        <p:grpSpPr bwMode="auto">
          <a:xfrm>
            <a:off x="2409457" y="2650330"/>
            <a:ext cx="1505450" cy="1479472"/>
            <a:chOff x="1709739" y="2636838"/>
            <a:chExt cx="1590160" cy="1584325"/>
          </a:xfrm>
          <a:solidFill>
            <a:srgbClr val="044875"/>
          </a:solidFill>
        </p:grpSpPr>
        <p:sp>
          <p:nvSpPr>
            <p:cNvPr id="497" name="Freeform 6">
              <a:extLst>
                <a:ext uri="{FF2B5EF4-FFF2-40B4-BE49-F238E27FC236}">
                  <a16:creationId xmlns:a16="http://schemas.microsoft.com/office/drawing/2014/main" id="{C39E0309-EB67-4EAC-9531-B1D4B30CB162}"/>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98" name="Freeform 7">
              <a:extLst>
                <a:ext uri="{FF2B5EF4-FFF2-40B4-BE49-F238E27FC236}">
                  <a16:creationId xmlns:a16="http://schemas.microsoft.com/office/drawing/2014/main" id="{0AA0A214-FCF0-4EE7-BE06-5CE2BEF86F5F}"/>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499" name="Freeform 8">
              <a:extLst>
                <a:ext uri="{FF2B5EF4-FFF2-40B4-BE49-F238E27FC236}">
                  <a16:creationId xmlns:a16="http://schemas.microsoft.com/office/drawing/2014/main" id="{39B1141A-2D04-4370-B98B-2B86BD8F614E}"/>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0" name="Freeform 9">
              <a:extLst>
                <a:ext uri="{FF2B5EF4-FFF2-40B4-BE49-F238E27FC236}">
                  <a16:creationId xmlns:a16="http://schemas.microsoft.com/office/drawing/2014/main" id="{4FC49958-F150-4EEF-AA46-9D6603396EB1}"/>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1" name="Freeform 10">
              <a:extLst>
                <a:ext uri="{FF2B5EF4-FFF2-40B4-BE49-F238E27FC236}">
                  <a16:creationId xmlns:a16="http://schemas.microsoft.com/office/drawing/2014/main" id="{C1D6D8F0-2D62-4DAF-B424-B8632A2EACD1}"/>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2" name="Freeform 11">
              <a:extLst>
                <a:ext uri="{FF2B5EF4-FFF2-40B4-BE49-F238E27FC236}">
                  <a16:creationId xmlns:a16="http://schemas.microsoft.com/office/drawing/2014/main" id="{426A6134-3ACE-48CA-8A8B-647FD5342B10}"/>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3" name="Freeform 12">
              <a:extLst>
                <a:ext uri="{FF2B5EF4-FFF2-40B4-BE49-F238E27FC236}">
                  <a16:creationId xmlns:a16="http://schemas.microsoft.com/office/drawing/2014/main" id="{51608EB7-8C24-4021-B07D-BCBA2182EB77}"/>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4" name="Freeform 13">
              <a:extLst>
                <a:ext uri="{FF2B5EF4-FFF2-40B4-BE49-F238E27FC236}">
                  <a16:creationId xmlns:a16="http://schemas.microsoft.com/office/drawing/2014/main" id="{826E87AD-0AC4-47F9-AE91-D8215BE92B5F}"/>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05" name="Freeform 14">
              <a:extLst>
                <a:ext uri="{FF2B5EF4-FFF2-40B4-BE49-F238E27FC236}">
                  <a16:creationId xmlns:a16="http://schemas.microsoft.com/office/drawing/2014/main" id="{E0EB99D6-33E0-442C-BD90-B33985A01CA3}"/>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506" name="文本框 505">
            <a:extLst>
              <a:ext uri="{FF2B5EF4-FFF2-40B4-BE49-F238E27FC236}">
                <a16:creationId xmlns:a16="http://schemas.microsoft.com/office/drawing/2014/main" id="{AFBCCE6B-C21A-4359-9525-E41661851CE6}"/>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507" name="组合 506">
            <a:extLst>
              <a:ext uri="{FF2B5EF4-FFF2-40B4-BE49-F238E27FC236}">
                <a16:creationId xmlns:a16="http://schemas.microsoft.com/office/drawing/2014/main" id="{C4F8B5E0-3A9E-43DC-9750-04C5C01D969D}"/>
              </a:ext>
            </a:extLst>
          </p:cNvPr>
          <p:cNvGrpSpPr/>
          <p:nvPr>
            <p:custDataLst>
              <p:tags r:id="rId1"/>
            </p:custDataLst>
          </p:nvPr>
        </p:nvGrpSpPr>
        <p:grpSpPr>
          <a:xfrm>
            <a:off x="4523741" y="2047924"/>
            <a:ext cx="5370513" cy="534987"/>
            <a:chOff x="3281952" y="1484784"/>
            <a:chExt cx="5370513" cy="534987"/>
          </a:xfrm>
        </p:grpSpPr>
        <p:grpSp>
          <p:nvGrpSpPr>
            <p:cNvPr id="508" name="组合 507">
              <a:extLst>
                <a:ext uri="{FF2B5EF4-FFF2-40B4-BE49-F238E27FC236}">
                  <a16:creationId xmlns:a16="http://schemas.microsoft.com/office/drawing/2014/main" id="{D0CD1FD4-E30B-4C04-ADA0-E00A723092D8}"/>
                </a:ext>
              </a:extLst>
            </p:cNvPr>
            <p:cNvGrpSpPr/>
            <p:nvPr/>
          </p:nvGrpSpPr>
          <p:grpSpPr>
            <a:xfrm>
              <a:off x="3943940" y="1484784"/>
              <a:ext cx="4708525" cy="534987"/>
              <a:chOff x="3943940" y="1626760"/>
              <a:chExt cx="4708525" cy="534987"/>
            </a:xfrm>
          </p:grpSpPr>
          <p:sp>
            <p:nvSpPr>
              <p:cNvPr id="512" name="Freeform 74">
                <a:extLst>
                  <a:ext uri="{FF2B5EF4-FFF2-40B4-BE49-F238E27FC236}">
                    <a16:creationId xmlns:a16="http://schemas.microsoft.com/office/drawing/2014/main" id="{134D63FA-7F97-4DC5-A1CC-DE424B1B768C}"/>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endParaRPr>
              </a:p>
            </p:txBody>
          </p:sp>
          <p:sp>
            <p:nvSpPr>
              <p:cNvPr id="513" name="文本框 20">
                <a:extLst>
                  <a:ext uri="{FF2B5EF4-FFF2-40B4-BE49-F238E27FC236}">
                    <a16:creationId xmlns:a16="http://schemas.microsoft.com/office/drawing/2014/main" id="{F52D626D-9F1F-491D-86BE-C25C64971066}"/>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514" name="矩形 513">
                <a:extLst>
                  <a:ext uri="{FF2B5EF4-FFF2-40B4-BE49-F238E27FC236}">
                    <a16:creationId xmlns:a16="http://schemas.microsoft.com/office/drawing/2014/main" id="{3D285A3A-933C-4B17-9A33-1D437AF90F1B}"/>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15" name="直接连接符 514">
                <a:extLst>
                  <a:ext uri="{FF2B5EF4-FFF2-40B4-BE49-F238E27FC236}">
                    <a16:creationId xmlns:a16="http://schemas.microsoft.com/office/drawing/2014/main" id="{EF5D593A-ADFC-455F-8AAB-003B9E42C3C3}"/>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09" name="组合 508">
              <a:extLst>
                <a:ext uri="{FF2B5EF4-FFF2-40B4-BE49-F238E27FC236}">
                  <a16:creationId xmlns:a16="http://schemas.microsoft.com/office/drawing/2014/main" id="{1864DC6D-5AEC-4949-90DC-7620EC854008}"/>
                </a:ext>
              </a:extLst>
            </p:cNvPr>
            <p:cNvGrpSpPr/>
            <p:nvPr/>
          </p:nvGrpSpPr>
          <p:grpSpPr>
            <a:xfrm>
              <a:off x="3281952" y="1484784"/>
              <a:ext cx="689642" cy="534987"/>
              <a:chOff x="3281952" y="1626760"/>
              <a:chExt cx="689642" cy="534987"/>
            </a:xfrm>
          </p:grpSpPr>
          <p:sp>
            <p:nvSpPr>
              <p:cNvPr id="510" name="矩形 509">
                <a:extLst>
                  <a:ext uri="{FF2B5EF4-FFF2-40B4-BE49-F238E27FC236}">
                    <a16:creationId xmlns:a16="http://schemas.microsoft.com/office/drawing/2014/main" id="{02CA0AF2-F206-4FEB-A585-FAC07E799030}"/>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11" name="文本框 18">
                <a:extLst>
                  <a:ext uri="{FF2B5EF4-FFF2-40B4-BE49-F238E27FC236}">
                    <a16:creationId xmlns:a16="http://schemas.microsoft.com/office/drawing/2014/main" id="{B9FF2992-AC1D-4401-AAE7-A69E646B3D2F}"/>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516" name="组合 515">
            <a:extLst>
              <a:ext uri="{FF2B5EF4-FFF2-40B4-BE49-F238E27FC236}">
                <a16:creationId xmlns:a16="http://schemas.microsoft.com/office/drawing/2014/main" id="{84A838AD-CD74-4AE7-BA04-F6DBB95CCD2A}"/>
              </a:ext>
            </a:extLst>
          </p:cNvPr>
          <p:cNvGrpSpPr/>
          <p:nvPr>
            <p:custDataLst>
              <p:tags r:id="rId2"/>
            </p:custDataLst>
          </p:nvPr>
        </p:nvGrpSpPr>
        <p:grpSpPr>
          <a:xfrm>
            <a:off x="4503593" y="3688642"/>
            <a:ext cx="5372100" cy="534987"/>
            <a:chOff x="3261805" y="3188752"/>
            <a:chExt cx="5372100" cy="534987"/>
          </a:xfrm>
        </p:grpSpPr>
        <p:grpSp>
          <p:nvGrpSpPr>
            <p:cNvPr id="517" name="组合 516">
              <a:extLst>
                <a:ext uri="{FF2B5EF4-FFF2-40B4-BE49-F238E27FC236}">
                  <a16:creationId xmlns:a16="http://schemas.microsoft.com/office/drawing/2014/main" id="{DD2A4271-CF3A-4BF3-A9AC-D12549973C04}"/>
                </a:ext>
              </a:extLst>
            </p:cNvPr>
            <p:cNvGrpSpPr/>
            <p:nvPr/>
          </p:nvGrpSpPr>
          <p:grpSpPr>
            <a:xfrm>
              <a:off x="3261805" y="3188752"/>
              <a:ext cx="689593" cy="534987"/>
              <a:chOff x="3261805" y="3188752"/>
              <a:chExt cx="689593" cy="534987"/>
            </a:xfrm>
          </p:grpSpPr>
          <p:sp>
            <p:nvSpPr>
              <p:cNvPr id="523" name="矩形 522">
                <a:extLst>
                  <a:ext uri="{FF2B5EF4-FFF2-40B4-BE49-F238E27FC236}">
                    <a16:creationId xmlns:a16="http://schemas.microsoft.com/office/drawing/2014/main" id="{4EE51B82-A563-4EE6-BE8A-8040A42E59E7}"/>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24" name="文本框 86">
                <a:extLst>
                  <a:ext uri="{FF2B5EF4-FFF2-40B4-BE49-F238E27FC236}">
                    <a16:creationId xmlns:a16="http://schemas.microsoft.com/office/drawing/2014/main" id="{5ED9416D-199A-4636-8C28-E61818D0EB56}"/>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518" name="组合 517">
              <a:extLst>
                <a:ext uri="{FF2B5EF4-FFF2-40B4-BE49-F238E27FC236}">
                  <a16:creationId xmlns:a16="http://schemas.microsoft.com/office/drawing/2014/main" id="{C4AF836E-E7BE-4563-9AAA-2D60E7FA6DC1}"/>
                </a:ext>
              </a:extLst>
            </p:cNvPr>
            <p:cNvGrpSpPr/>
            <p:nvPr/>
          </p:nvGrpSpPr>
          <p:grpSpPr>
            <a:xfrm>
              <a:off x="3923792" y="3188752"/>
              <a:ext cx="4710113" cy="534987"/>
              <a:chOff x="3923792" y="3188752"/>
              <a:chExt cx="4710113" cy="534987"/>
            </a:xfrm>
          </p:grpSpPr>
          <p:sp>
            <p:nvSpPr>
              <p:cNvPr id="519" name="文本框 81">
                <a:extLst>
                  <a:ext uri="{FF2B5EF4-FFF2-40B4-BE49-F238E27FC236}">
                    <a16:creationId xmlns:a16="http://schemas.microsoft.com/office/drawing/2014/main" id="{2B3C1DB6-A8FF-42D6-AE3B-655420AE68FF}"/>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520" name="矩形 519">
                <a:extLst>
                  <a:ext uri="{FF2B5EF4-FFF2-40B4-BE49-F238E27FC236}">
                    <a16:creationId xmlns:a16="http://schemas.microsoft.com/office/drawing/2014/main" id="{39BA8051-DF84-4EB2-90D2-1E281C3262A4}"/>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21" name="直接连接符 520">
                <a:extLst>
                  <a:ext uri="{FF2B5EF4-FFF2-40B4-BE49-F238E27FC236}">
                    <a16:creationId xmlns:a16="http://schemas.microsoft.com/office/drawing/2014/main" id="{16C251FC-7268-4403-A8AE-D4894BF5926D}"/>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22" name="Freeform 71">
                <a:extLst>
                  <a:ext uri="{FF2B5EF4-FFF2-40B4-BE49-F238E27FC236}">
                    <a16:creationId xmlns:a16="http://schemas.microsoft.com/office/drawing/2014/main" id="{ED583CC2-5D27-4094-8CC5-ECE2010769B5}"/>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525" name="组合 524">
            <a:extLst>
              <a:ext uri="{FF2B5EF4-FFF2-40B4-BE49-F238E27FC236}">
                <a16:creationId xmlns:a16="http://schemas.microsoft.com/office/drawing/2014/main" id="{9F51C812-CC6C-4FD9-99FC-4348BA8C74AD}"/>
              </a:ext>
            </a:extLst>
          </p:cNvPr>
          <p:cNvGrpSpPr/>
          <p:nvPr>
            <p:custDataLst>
              <p:tags r:id="rId3"/>
            </p:custDataLst>
          </p:nvPr>
        </p:nvGrpSpPr>
        <p:grpSpPr>
          <a:xfrm>
            <a:off x="4503593" y="4509001"/>
            <a:ext cx="5372100" cy="534987"/>
            <a:chOff x="3261805" y="4046141"/>
            <a:chExt cx="5372100" cy="534987"/>
          </a:xfrm>
        </p:grpSpPr>
        <p:grpSp>
          <p:nvGrpSpPr>
            <p:cNvPr id="526" name="组合 525">
              <a:extLst>
                <a:ext uri="{FF2B5EF4-FFF2-40B4-BE49-F238E27FC236}">
                  <a16:creationId xmlns:a16="http://schemas.microsoft.com/office/drawing/2014/main" id="{4EBAED5E-AFC8-49A4-867D-E61816C657E7}"/>
                </a:ext>
              </a:extLst>
            </p:cNvPr>
            <p:cNvGrpSpPr/>
            <p:nvPr/>
          </p:nvGrpSpPr>
          <p:grpSpPr>
            <a:xfrm>
              <a:off x="3261805" y="4046141"/>
              <a:ext cx="689447" cy="534987"/>
              <a:chOff x="3261805" y="3969748"/>
              <a:chExt cx="689447" cy="534987"/>
            </a:xfrm>
          </p:grpSpPr>
          <p:sp>
            <p:nvSpPr>
              <p:cNvPr id="532" name="矩形 531">
                <a:extLst>
                  <a:ext uri="{FF2B5EF4-FFF2-40B4-BE49-F238E27FC236}">
                    <a16:creationId xmlns:a16="http://schemas.microsoft.com/office/drawing/2014/main" id="{0AD37FD8-2FE5-4443-9158-0641FECA672D}"/>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33" name="文本框 131">
                <a:extLst>
                  <a:ext uri="{FF2B5EF4-FFF2-40B4-BE49-F238E27FC236}">
                    <a16:creationId xmlns:a16="http://schemas.microsoft.com/office/drawing/2014/main" id="{45471F71-351E-4432-87C7-A08283FFDAF5}"/>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527" name="组合 526">
              <a:extLst>
                <a:ext uri="{FF2B5EF4-FFF2-40B4-BE49-F238E27FC236}">
                  <a16:creationId xmlns:a16="http://schemas.microsoft.com/office/drawing/2014/main" id="{04B8DA8C-88CE-4F66-A26A-BCB41C318861}"/>
                </a:ext>
              </a:extLst>
            </p:cNvPr>
            <p:cNvGrpSpPr/>
            <p:nvPr/>
          </p:nvGrpSpPr>
          <p:grpSpPr>
            <a:xfrm>
              <a:off x="3923792" y="4046141"/>
              <a:ext cx="4710113" cy="534987"/>
              <a:chOff x="3923792" y="3969748"/>
              <a:chExt cx="4710113" cy="534987"/>
            </a:xfrm>
          </p:grpSpPr>
          <p:sp>
            <p:nvSpPr>
              <p:cNvPr id="528" name="文本框 126">
                <a:extLst>
                  <a:ext uri="{FF2B5EF4-FFF2-40B4-BE49-F238E27FC236}">
                    <a16:creationId xmlns:a16="http://schemas.microsoft.com/office/drawing/2014/main" id="{AC4111AA-D3B0-4B5B-88D2-9F02478D3137}"/>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529" name="矩形 528">
                <a:extLst>
                  <a:ext uri="{FF2B5EF4-FFF2-40B4-BE49-F238E27FC236}">
                    <a16:creationId xmlns:a16="http://schemas.microsoft.com/office/drawing/2014/main" id="{22B8483A-1D6E-4779-B1D3-F24E06B0E491}"/>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30" name="直接连接符 529">
                <a:extLst>
                  <a:ext uri="{FF2B5EF4-FFF2-40B4-BE49-F238E27FC236}">
                    <a16:creationId xmlns:a16="http://schemas.microsoft.com/office/drawing/2014/main" id="{DBFB00E9-F273-402D-A99F-D71B8AB1FEB1}"/>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1" name="Freeform 306">
                <a:extLst>
                  <a:ext uri="{FF2B5EF4-FFF2-40B4-BE49-F238E27FC236}">
                    <a16:creationId xmlns:a16="http://schemas.microsoft.com/office/drawing/2014/main" id="{298BC56F-2B34-4573-B9AA-8E7FD94246C3}"/>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534" name="组合 533">
            <a:extLst>
              <a:ext uri="{FF2B5EF4-FFF2-40B4-BE49-F238E27FC236}">
                <a16:creationId xmlns:a16="http://schemas.microsoft.com/office/drawing/2014/main" id="{0175A34B-BDC0-4B2F-9161-49DF63DE2C3E}"/>
              </a:ext>
            </a:extLst>
          </p:cNvPr>
          <p:cNvGrpSpPr/>
          <p:nvPr>
            <p:custDataLst>
              <p:tags r:id="rId4"/>
            </p:custDataLst>
          </p:nvPr>
        </p:nvGrpSpPr>
        <p:grpSpPr>
          <a:xfrm>
            <a:off x="4517645" y="2868283"/>
            <a:ext cx="5370513" cy="534987"/>
            <a:chOff x="3275856" y="2348880"/>
            <a:chExt cx="5370513" cy="534987"/>
          </a:xfrm>
        </p:grpSpPr>
        <p:grpSp>
          <p:nvGrpSpPr>
            <p:cNvPr id="535" name="组合 534">
              <a:extLst>
                <a:ext uri="{FF2B5EF4-FFF2-40B4-BE49-F238E27FC236}">
                  <a16:creationId xmlns:a16="http://schemas.microsoft.com/office/drawing/2014/main" id="{B1BD14E7-09FB-415A-8106-72A17E16AD8C}"/>
                </a:ext>
              </a:extLst>
            </p:cNvPr>
            <p:cNvGrpSpPr/>
            <p:nvPr/>
          </p:nvGrpSpPr>
          <p:grpSpPr>
            <a:xfrm>
              <a:off x="3275856" y="2348880"/>
              <a:ext cx="689474" cy="534987"/>
              <a:chOff x="3275856" y="2407756"/>
              <a:chExt cx="689474" cy="534987"/>
            </a:xfrm>
          </p:grpSpPr>
          <p:sp>
            <p:nvSpPr>
              <p:cNvPr id="541" name="矩形 540">
                <a:extLst>
                  <a:ext uri="{FF2B5EF4-FFF2-40B4-BE49-F238E27FC236}">
                    <a16:creationId xmlns:a16="http://schemas.microsoft.com/office/drawing/2014/main" id="{79B45DDA-D399-4C5D-88A9-21BE3E793D65}"/>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2" name="文本框 78">
                <a:extLst>
                  <a:ext uri="{FF2B5EF4-FFF2-40B4-BE49-F238E27FC236}">
                    <a16:creationId xmlns:a16="http://schemas.microsoft.com/office/drawing/2014/main" id="{188CC224-E380-4AA3-97AF-10667293B89F}"/>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536" name="组合 535">
              <a:extLst>
                <a:ext uri="{FF2B5EF4-FFF2-40B4-BE49-F238E27FC236}">
                  <a16:creationId xmlns:a16="http://schemas.microsoft.com/office/drawing/2014/main" id="{1BA57E98-FEDB-43F7-A470-C072DCA8281F}"/>
                </a:ext>
              </a:extLst>
            </p:cNvPr>
            <p:cNvGrpSpPr/>
            <p:nvPr/>
          </p:nvGrpSpPr>
          <p:grpSpPr>
            <a:xfrm>
              <a:off x="3937844" y="2348880"/>
              <a:ext cx="4708525" cy="534987"/>
              <a:chOff x="3937844" y="2407756"/>
              <a:chExt cx="4708525" cy="534987"/>
            </a:xfrm>
          </p:grpSpPr>
          <p:sp>
            <p:nvSpPr>
              <p:cNvPr id="537" name="文本框 73">
                <a:extLst>
                  <a:ext uri="{FF2B5EF4-FFF2-40B4-BE49-F238E27FC236}">
                    <a16:creationId xmlns:a16="http://schemas.microsoft.com/office/drawing/2014/main" id="{B0D290E4-AE9D-4DDE-9883-0EADCD066FFE}"/>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538" name="矩形 537">
                <a:extLst>
                  <a:ext uri="{FF2B5EF4-FFF2-40B4-BE49-F238E27FC236}">
                    <a16:creationId xmlns:a16="http://schemas.microsoft.com/office/drawing/2014/main" id="{7098D5A6-8EA7-45F2-BAEC-EE8F975AD253}"/>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539" name="直接连接符 538">
                <a:extLst>
                  <a:ext uri="{FF2B5EF4-FFF2-40B4-BE49-F238E27FC236}">
                    <a16:creationId xmlns:a16="http://schemas.microsoft.com/office/drawing/2014/main" id="{BBA5EAED-0674-419A-89C1-679D1D85F1EA}"/>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40" name="Freeform 30">
                <a:extLst>
                  <a:ext uri="{FF2B5EF4-FFF2-40B4-BE49-F238E27FC236}">
                    <a16:creationId xmlns:a16="http://schemas.microsoft.com/office/drawing/2014/main" id="{6E71CFC7-C54A-4EE2-931F-62EBB9B6BE18}"/>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extLst>
      <p:ext uri="{BB962C8B-B14F-4D97-AF65-F5344CB8AC3E}">
        <p14:creationId xmlns:p14="http://schemas.microsoft.com/office/powerpoint/2010/main" val="307980989"/>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A44F2-7818-DDB6-BAE1-75D8EB6A5C50}"/>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910F255E-E556-0FA9-FDB6-B0D86F9611B9}"/>
              </a:ext>
            </a:extLst>
          </p:cNvPr>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2" name="文本框 71">
            <a:extLst>
              <a:ext uri="{FF2B5EF4-FFF2-40B4-BE49-F238E27FC236}">
                <a16:creationId xmlns:a16="http://schemas.microsoft.com/office/drawing/2014/main" id="{019018C3-FFC8-2BBA-E52A-7F0FE3C0A0AE}"/>
              </a:ext>
            </a:extLst>
          </p:cNvPr>
          <p:cNvSpPr txBox="1"/>
          <p:nvPr/>
        </p:nvSpPr>
        <p:spPr>
          <a:xfrm>
            <a:off x="120000" y="31704"/>
            <a:ext cx="4914152" cy="58477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Problem Description </a:t>
            </a:r>
          </a:p>
        </p:txBody>
      </p:sp>
      <p:sp>
        <p:nvSpPr>
          <p:cNvPr id="8" name="文本框 7">
            <a:extLst>
              <a:ext uri="{FF2B5EF4-FFF2-40B4-BE49-F238E27FC236}">
                <a16:creationId xmlns:a16="http://schemas.microsoft.com/office/drawing/2014/main" id="{F325BC7B-3142-D613-C9F8-29276BDB1E4A}"/>
              </a:ext>
            </a:extLst>
          </p:cNvPr>
          <p:cNvSpPr txBox="1"/>
          <p:nvPr/>
        </p:nvSpPr>
        <p:spPr>
          <a:xfrm>
            <a:off x="300000" y="621000"/>
            <a:ext cx="11592000" cy="5864875"/>
          </a:xfrm>
          <a:prstGeom prst="rect">
            <a:avLst/>
          </a:prstGeom>
          <a:noFill/>
          <a:ln>
            <a:solidFill>
              <a:srgbClr val="0174AB"/>
            </a:solidFill>
          </a:ln>
        </p:spPr>
        <p:txBody>
          <a:bodyPr wrap="square" rtlCol="0">
            <a:spAutoFit/>
          </a:bodyPr>
          <a:lstStyle/>
          <a:p>
            <a:pPr marR="0" lvl="0" algn="l" defTabSz="914400" rtl="0" eaLnBrk="1" fontAlgn="auto" latinLnBrk="0" hangingPunct="1">
              <a:lnSpc>
                <a:spcPct val="150000"/>
              </a:lnSpc>
              <a:spcBef>
                <a:spcPts val="0"/>
              </a:spcBef>
              <a:spcAft>
                <a:spcPts val="0"/>
              </a:spcAft>
              <a:buClrTx/>
              <a:buSzTx/>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Industrial sensor signals exhibit rich and heterogeneous characteristics. Cyclic operations, repetitive control commands, and rotating machinery introduce multi-periodicity, seasonality, and long-term trends, while </a:t>
            </a:r>
            <a:r>
              <a:rPr kumimoji="0" lang="en-US" altLang="zh-CN" sz="1800" b="0" i="0" u="none" strike="noStrike" kern="1200" cap="none" spc="0" normalizeH="0" baseline="0" noProof="0" dirty="0" err="1">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multisensor</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 systems induce strong inter-variable coupling and spatial dependencies.</a:t>
            </a:r>
          </a:p>
          <a:p>
            <a:pPr marR="0" lvl="0" algn="l" defTabSz="914400" rtl="0" eaLnBrk="1" fontAlgn="auto" latinLnBrk="0" hangingPunct="1">
              <a:lnSpc>
                <a:spcPct val="150000"/>
              </a:lnSpc>
              <a:spcBef>
                <a:spcPts val="0"/>
              </a:spcBef>
              <a:spcAft>
                <a:spcPts val="0"/>
              </a:spcAft>
              <a:buClrTx/>
              <a:buSzTx/>
              <a:tabLst/>
              <a:defRPr/>
            </a:pPr>
            <a:endParaRPr lang="en-US" altLang="zh-CN" dirty="0">
              <a:solidFill>
                <a:prstClr val="black"/>
              </a:solidFill>
              <a:latin typeface="Times New Roman" panose="02020603050405020304" pitchFamily="18" charset="0"/>
              <a:ea typeface="微软雅黑" panose="020B0503020204020204" charset="-122"/>
              <a:cs typeface="Times New Roman" panose="02020603050405020304" pitchFamily="18" charset="0"/>
            </a:endParaRPr>
          </a:p>
          <a:p>
            <a:pPr marR="0" lvl="0" algn="l" defTabSz="914400" rtl="0" eaLnBrk="1" fontAlgn="auto" latinLnBrk="0" hangingPunct="1">
              <a:lnSpc>
                <a:spcPct val="150000"/>
              </a:lnSpc>
              <a:spcBef>
                <a:spcPts val="0"/>
              </a:spcBef>
              <a:spcAft>
                <a:spcPts val="0"/>
              </a:spcAft>
              <a:buClrTx/>
              <a:buSzTx/>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Noise, measurement errors, and external disturbances further complicate signal behaviors.</a:t>
            </a:r>
          </a:p>
          <a:p>
            <a:pPr marR="0" lvl="0" algn="l" defTabSz="914400" rtl="0" eaLnBrk="1" fontAlgn="auto" latinLnBrk="0" hangingPunct="1">
              <a:lnSpc>
                <a:spcPct val="150000"/>
              </a:lnSpc>
              <a:spcBef>
                <a:spcPts val="0"/>
              </a:spcBef>
              <a:spcAft>
                <a:spcPts val="0"/>
              </a:spcAft>
              <a:buClrTx/>
              <a:buSzTx/>
              <a:tabLst/>
              <a:defRPr/>
            </a:pPr>
            <a:endParaRPr lang="en-US" altLang="zh-CN" dirty="0">
              <a:solidFill>
                <a:prstClr val="black"/>
              </a:solidFill>
              <a:latin typeface="Times New Roman" panose="02020603050405020304" pitchFamily="18" charset="0"/>
              <a:ea typeface="微软雅黑" panose="020B0503020204020204" charset="-122"/>
              <a:cs typeface="Times New Roman" panose="02020603050405020304" pitchFamily="18" charset="0"/>
            </a:endParaRPr>
          </a:p>
          <a:p>
            <a:pPr marR="0" lvl="0" algn="l" defTabSz="914400" rtl="0" eaLnBrk="1" fontAlgn="auto" latinLnBrk="0" hangingPunct="1">
              <a:lnSpc>
                <a:spcPct val="150000"/>
              </a:lnSpc>
              <a:spcBef>
                <a:spcPts val="0"/>
              </a:spcBef>
              <a:spcAft>
                <a:spcPts val="0"/>
              </a:spcAft>
              <a:buClrTx/>
              <a:buSzTx/>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Industrial sensors typically produce 1D discrete time-series signals, the representation characteristics of the anomalies are compressed and entangled within these 1D signals.</a:t>
            </a:r>
          </a:p>
          <a:p>
            <a:pPr marR="0" lvl="0" algn="l" defTabSz="914400" rtl="0" eaLnBrk="1" fontAlgn="auto" latinLnBrk="0" hangingPunct="1">
              <a:lnSpc>
                <a:spcPct val="150000"/>
              </a:lnSpc>
              <a:spcBef>
                <a:spcPts val="0"/>
              </a:spcBef>
              <a:spcAft>
                <a:spcPts val="0"/>
              </a:spcAft>
              <a:buClrTx/>
              <a:buSzTx/>
              <a:tabLst/>
              <a:defRPr/>
            </a:pPr>
            <a:endParaRPr lang="en-US" altLang="zh-CN" dirty="0">
              <a:solidFill>
                <a:prstClr val="black"/>
              </a:solidFill>
              <a:latin typeface="Times New Roman" panose="02020603050405020304" pitchFamily="18" charset="0"/>
              <a:ea typeface="微软雅黑" panose="020B0503020204020204" charset="-122"/>
              <a:cs typeface="Times New Roman" panose="02020603050405020304" pitchFamily="18" charset="0"/>
            </a:endParaRPr>
          </a:p>
          <a:p>
            <a:pPr marR="0" lvl="0" algn="l" defTabSz="914400" rtl="0" eaLnBrk="1" fontAlgn="auto" latinLnBrk="0" hangingPunct="1">
              <a:lnSpc>
                <a:spcPct val="150000"/>
              </a:lnSpc>
              <a:spcBef>
                <a:spcPts val="0"/>
              </a:spcBef>
              <a:spcAft>
                <a:spcPts val="0"/>
              </a:spcAft>
              <a:buClrTx/>
              <a:buSzTx/>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It is difficult to represent diverse characteristics, such as multi-periodic dynamics, noise disturbances, and inter-sensor coupling, using these 1D signals. In this case, it limits discriminability.</a:t>
            </a:r>
          </a:p>
          <a:p>
            <a:pPr marR="0" lvl="0" algn="l" defTabSz="914400" rtl="0" eaLnBrk="1" fontAlgn="auto" latinLnBrk="0" hangingPunct="1">
              <a:lnSpc>
                <a:spcPct val="150000"/>
              </a:lnSpc>
              <a:spcBef>
                <a:spcPts val="0"/>
              </a:spcBef>
              <a:spcAft>
                <a:spcPts val="0"/>
              </a:spcAft>
              <a:buClrTx/>
              <a:buSzTx/>
              <a:tabLst/>
              <a:defRPr/>
            </a:pPr>
            <a:endParaRPr lang="en-US" altLang="zh-CN" dirty="0">
              <a:solidFill>
                <a:prstClr val="black"/>
              </a:solidFill>
              <a:latin typeface="Times New Roman" panose="02020603050405020304" pitchFamily="18" charset="0"/>
              <a:ea typeface="微软雅黑" panose="020B0503020204020204" charset="-122"/>
              <a:cs typeface="Times New Roman" panose="02020603050405020304" pitchFamily="18" charset="0"/>
            </a:endParaRPr>
          </a:p>
          <a:p>
            <a:pPr>
              <a:lnSpc>
                <a:spcPct val="150000"/>
              </a:lnSpc>
              <a:defRPr/>
            </a:pPr>
            <a:r>
              <a:rPr lang="en-US" altLang="zh-CN" dirty="0">
                <a:solidFill>
                  <a:prstClr val="black"/>
                </a:solidFill>
                <a:latin typeface="Times New Roman" panose="02020603050405020304" pitchFamily="18" charset="0"/>
                <a:ea typeface="微软雅黑" panose="020B0503020204020204" charset="-122"/>
                <a:cs typeface="Times New Roman" panose="02020603050405020304" pitchFamily="18" charset="0"/>
              </a:rPr>
              <a:t>The time, frequency, and spatial domains are jointly modeled and integrated throughout the entire anomaly detection pipeline, spanning data-level representation, feature-level learning, and decision-level inference.</a:t>
            </a:r>
          </a:p>
        </p:txBody>
      </p:sp>
      <p:grpSp>
        <p:nvGrpSpPr>
          <p:cNvPr id="12" name="组合 11">
            <a:extLst>
              <a:ext uri="{FF2B5EF4-FFF2-40B4-BE49-F238E27FC236}">
                <a16:creationId xmlns:a16="http://schemas.microsoft.com/office/drawing/2014/main" id="{0BA2A81B-62FD-A657-CD1F-D4CB97D96D2B}"/>
              </a:ext>
            </a:extLst>
          </p:cNvPr>
          <p:cNvGrpSpPr/>
          <p:nvPr/>
        </p:nvGrpSpPr>
        <p:grpSpPr>
          <a:xfrm>
            <a:off x="-1" y="6553200"/>
            <a:ext cx="12192001" cy="304800"/>
            <a:chOff x="0" y="6569404"/>
            <a:chExt cx="9144000" cy="288000"/>
          </a:xfrm>
        </p:grpSpPr>
        <p:sp>
          <p:nvSpPr>
            <p:cNvPr id="13" name="矩形 12">
              <a:extLst>
                <a:ext uri="{FF2B5EF4-FFF2-40B4-BE49-F238E27FC236}">
                  <a16:creationId xmlns:a16="http://schemas.microsoft.com/office/drawing/2014/main" id="{06164998-4CB5-8629-CC3A-ED6C83F09751}"/>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4" name="矩形 13">
              <a:extLst>
                <a:ext uri="{FF2B5EF4-FFF2-40B4-BE49-F238E27FC236}">
                  <a16:creationId xmlns:a16="http://schemas.microsoft.com/office/drawing/2014/main" id="{86202D54-E2CF-56EA-35E6-0F413EFAC39F}"/>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a:extLst>
              <a:ext uri="{FF2B5EF4-FFF2-40B4-BE49-F238E27FC236}">
                <a16:creationId xmlns:a16="http://schemas.microsoft.com/office/drawing/2014/main" id="{EF19B3FD-45D4-84E2-C5F1-89118A4B813B}"/>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3546248715"/>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8FB0D72E-457E-9C06-2C62-E71E28E6B686}"/>
              </a:ext>
            </a:extLst>
          </p:cNvPr>
          <p:cNvGrpSpPr/>
          <p:nvPr/>
        </p:nvGrpSpPr>
        <p:grpSpPr>
          <a:xfrm>
            <a:off x="-1" y="6553200"/>
            <a:ext cx="12192001" cy="304800"/>
            <a:chOff x="0" y="6569404"/>
            <a:chExt cx="9144000" cy="288000"/>
          </a:xfrm>
        </p:grpSpPr>
        <p:sp>
          <p:nvSpPr>
            <p:cNvPr id="4" name="矩形 3">
              <a:extLst>
                <a:ext uri="{FF2B5EF4-FFF2-40B4-BE49-F238E27FC236}">
                  <a16:creationId xmlns:a16="http://schemas.microsoft.com/office/drawing/2014/main" id="{CC340ECA-4089-9826-5C91-D07FFEAA5781}"/>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DD9F51C0-1ACD-5028-2033-DAF07B9362C5}"/>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 name="灯片编号占位符 5">
            <a:extLst>
              <a:ext uri="{FF2B5EF4-FFF2-40B4-BE49-F238E27FC236}">
                <a16:creationId xmlns:a16="http://schemas.microsoft.com/office/drawing/2014/main" id="{FC92BE74-AC5C-18C2-3B79-8542FC4C0B20}"/>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69</a:t>
            </a:fld>
            <a:endParaRPr lang="zh-HK" altLang="en-US" sz="1600" dirty="0">
              <a:solidFill>
                <a:schemeClr val="bg1"/>
              </a:solidFill>
            </a:endParaRPr>
          </a:p>
        </p:txBody>
      </p:sp>
      <p:pic>
        <p:nvPicPr>
          <p:cNvPr id="7" name="图片 6">
            <a:extLst>
              <a:ext uri="{FF2B5EF4-FFF2-40B4-BE49-F238E27FC236}">
                <a16:creationId xmlns:a16="http://schemas.microsoft.com/office/drawing/2014/main" id="{98044630-4AFA-1AFF-86C6-56E24AB9DF1E}"/>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55" name="组合 18">
            <a:extLst>
              <a:ext uri="{FF2B5EF4-FFF2-40B4-BE49-F238E27FC236}">
                <a16:creationId xmlns:a16="http://schemas.microsoft.com/office/drawing/2014/main" id="{0F82D52C-F6C0-4AFC-8CAE-ADC1D9BD9817}"/>
              </a:ext>
            </a:extLst>
          </p:cNvPr>
          <p:cNvGrpSpPr/>
          <p:nvPr/>
        </p:nvGrpSpPr>
        <p:grpSpPr bwMode="auto">
          <a:xfrm>
            <a:off x="2409457" y="2650330"/>
            <a:ext cx="1505450" cy="1479472"/>
            <a:chOff x="1709739" y="2636838"/>
            <a:chExt cx="1590160" cy="1584325"/>
          </a:xfrm>
          <a:solidFill>
            <a:srgbClr val="044875"/>
          </a:solidFill>
        </p:grpSpPr>
        <p:sp>
          <p:nvSpPr>
            <p:cNvPr id="59" name="Freeform 6">
              <a:extLst>
                <a:ext uri="{FF2B5EF4-FFF2-40B4-BE49-F238E27FC236}">
                  <a16:creationId xmlns:a16="http://schemas.microsoft.com/office/drawing/2014/main" id="{94F52977-7D3F-4CD8-9020-4BD991209C4E}"/>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3" name="Freeform 7">
              <a:extLst>
                <a:ext uri="{FF2B5EF4-FFF2-40B4-BE49-F238E27FC236}">
                  <a16:creationId xmlns:a16="http://schemas.microsoft.com/office/drawing/2014/main" id="{34C17D31-FC94-4792-8327-91DBC9423172}"/>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6" name="Freeform 8">
              <a:extLst>
                <a:ext uri="{FF2B5EF4-FFF2-40B4-BE49-F238E27FC236}">
                  <a16:creationId xmlns:a16="http://schemas.microsoft.com/office/drawing/2014/main" id="{179AD212-3DC7-4842-8DBF-923E6D177812}"/>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7" name="Freeform 9">
              <a:extLst>
                <a:ext uri="{FF2B5EF4-FFF2-40B4-BE49-F238E27FC236}">
                  <a16:creationId xmlns:a16="http://schemas.microsoft.com/office/drawing/2014/main" id="{28E72CCB-C2A0-4D6C-95E1-84C959FA85F9}"/>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8" name="Freeform 10">
              <a:extLst>
                <a:ext uri="{FF2B5EF4-FFF2-40B4-BE49-F238E27FC236}">
                  <a16:creationId xmlns:a16="http://schemas.microsoft.com/office/drawing/2014/main" id="{C6B47A17-BD05-4A83-A794-3AA5422D5C5A}"/>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11">
              <a:extLst>
                <a:ext uri="{FF2B5EF4-FFF2-40B4-BE49-F238E27FC236}">
                  <a16:creationId xmlns:a16="http://schemas.microsoft.com/office/drawing/2014/main" id="{738B0A14-742B-4272-8684-7C1305260D33}"/>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12">
              <a:extLst>
                <a:ext uri="{FF2B5EF4-FFF2-40B4-BE49-F238E27FC236}">
                  <a16:creationId xmlns:a16="http://schemas.microsoft.com/office/drawing/2014/main" id="{26B9E863-86FF-4894-B20A-28DE94E405CB}"/>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1" name="Freeform 13">
              <a:extLst>
                <a:ext uri="{FF2B5EF4-FFF2-40B4-BE49-F238E27FC236}">
                  <a16:creationId xmlns:a16="http://schemas.microsoft.com/office/drawing/2014/main" id="{5205E6C5-9099-44C2-9517-FA58BCEA094C}"/>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2" name="Freeform 14">
              <a:extLst>
                <a:ext uri="{FF2B5EF4-FFF2-40B4-BE49-F238E27FC236}">
                  <a16:creationId xmlns:a16="http://schemas.microsoft.com/office/drawing/2014/main" id="{991E2DD9-E65F-44BE-A9D1-1D99BA7D9C68}"/>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3" name="文本框 72">
            <a:extLst>
              <a:ext uri="{FF2B5EF4-FFF2-40B4-BE49-F238E27FC236}">
                <a16:creationId xmlns:a16="http://schemas.microsoft.com/office/drawing/2014/main" id="{6C66DD8C-9F98-4D97-AE05-2502D5DD3ECE}"/>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4" name="组合 73">
            <a:extLst>
              <a:ext uri="{FF2B5EF4-FFF2-40B4-BE49-F238E27FC236}">
                <a16:creationId xmlns:a16="http://schemas.microsoft.com/office/drawing/2014/main" id="{B1F6A8BA-4B04-437D-9335-609338409BAC}"/>
              </a:ext>
            </a:extLst>
          </p:cNvPr>
          <p:cNvGrpSpPr/>
          <p:nvPr>
            <p:custDataLst>
              <p:tags r:id="rId1"/>
            </p:custDataLst>
          </p:nvPr>
        </p:nvGrpSpPr>
        <p:grpSpPr>
          <a:xfrm>
            <a:off x="4523741" y="2047924"/>
            <a:ext cx="5370513" cy="534987"/>
            <a:chOff x="3281952" y="1484784"/>
            <a:chExt cx="5370513" cy="534987"/>
          </a:xfrm>
        </p:grpSpPr>
        <p:grpSp>
          <p:nvGrpSpPr>
            <p:cNvPr id="75" name="组合 74">
              <a:extLst>
                <a:ext uri="{FF2B5EF4-FFF2-40B4-BE49-F238E27FC236}">
                  <a16:creationId xmlns:a16="http://schemas.microsoft.com/office/drawing/2014/main" id="{64ED1BB8-4C04-43ED-BB92-AC9ED2CF0C82}"/>
                </a:ext>
              </a:extLst>
            </p:cNvPr>
            <p:cNvGrpSpPr/>
            <p:nvPr/>
          </p:nvGrpSpPr>
          <p:grpSpPr>
            <a:xfrm>
              <a:off x="3943940" y="1484784"/>
              <a:ext cx="4708525" cy="534987"/>
              <a:chOff x="3943940" y="1626760"/>
              <a:chExt cx="4708525" cy="534987"/>
            </a:xfrm>
          </p:grpSpPr>
          <p:sp>
            <p:nvSpPr>
              <p:cNvPr id="79" name="Freeform 74">
                <a:extLst>
                  <a:ext uri="{FF2B5EF4-FFF2-40B4-BE49-F238E27FC236}">
                    <a16:creationId xmlns:a16="http://schemas.microsoft.com/office/drawing/2014/main" id="{CC70BC50-C439-41A4-82F3-198EF492906E}"/>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80" name="文本框 20">
                <a:extLst>
                  <a:ext uri="{FF2B5EF4-FFF2-40B4-BE49-F238E27FC236}">
                    <a16:creationId xmlns:a16="http://schemas.microsoft.com/office/drawing/2014/main" id="{892A6CB2-8E97-43C9-B050-B53E6A327668}"/>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81" name="矩形 80">
                <a:extLst>
                  <a:ext uri="{FF2B5EF4-FFF2-40B4-BE49-F238E27FC236}">
                    <a16:creationId xmlns:a16="http://schemas.microsoft.com/office/drawing/2014/main" id="{1DE279A7-AAF6-412E-85F4-DCBC5E38B09D}"/>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2" name="直接连接符 81">
                <a:extLst>
                  <a:ext uri="{FF2B5EF4-FFF2-40B4-BE49-F238E27FC236}">
                    <a16:creationId xmlns:a16="http://schemas.microsoft.com/office/drawing/2014/main" id="{8E78F919-268B-42DC-8AC4-C19616C11FE4}"/>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6" name="组合 75">
              <a:extLst>
                <a:ext uri="{FF2B5EF4-FFF2-40B4-BE49-F238E27FC236}">
                  <a16:creationId xmlns:a16="http://schemas.microsoft.com/office/drawing/2014/main" id="{15C21C36-0FFF-46DF-8031-21A402A9E0E7}"/>
                </a:ext>
              </a:extLst>
            </p:cNvPr>
            <p:cNvGrpSpPr/>
            <p:nvPr/>
          </p:nvGrpSpPr>
          <p:grpSpPr>
            <a:xfrm>
              <a:off x="3281952" y="1484784"/>
              <a:ext cx="689642" cy="534987"/>
              <a:chOff x="3281952" y="1626760"/>
              <a:chExt cx="689642" cy="534987"/>
            </a:xfrm>
          </p:grpSpPr>
          <p:sp>
            <p:nvSpPr>
              <p:cNvPr id="77" name="矩形 76">
                <a:extLst>
                  <a:ext uri="{FF2B5EF4-FFF2-40B4-BE49-F238E27FC236}">
                    <a16:creationId xmlns:a16="http://schemas.microsoft.com/office/drawing/2014/main" id="{651F61DA-0BFF-413A-853C-342C301F4D9C}"/>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8" name="文本框 18">
                <a:extLst>
                  <a:ext uri="{FF2B5EF4-FFF2-40B4-BE49-F238E27FC236}">
                    <a16:creationId xmlns:a16="http://schemas.microsoft.com/office/drawing/2014/main" id="{C8092928-AB26-4DF3-8F9B-2DBE704919ED}"/>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3" name="组合 82">
            <a:extLst>
              <a:ext uri="{FF2B5EF4-FFF2-40B4-BE49-F238E27FC236}">
                <a16:creationId xmlns:a16="http://schemas.microsoft.com/office/drawing/2014/main" id="{A8300395-0A39-4501-B68A-8E29FA7D4F90}"/>
              </a:ext>
            </a:extLst>
          </p:cNvPr>
          <p:cNvGrpSpPr/>
          <p:nvPr>
            <p:custDataLst>
              <p:tags r:id="rId2"/>
            </p:custDataLst>
          </p:nvPr>
        </p:nvGrpSpPr>
        <p:grpSpPr>
          <a:xfrm>
            <a:off x="4503593" y="3688642"/>
            <a:ext cx="5372100" cy="534987"/>
            <a:chOff x="3261805" y="3188752"/>
            <a:chExt cx="5372100" cy="534987"/>
          </a:xfrm>
        </p:grpSpPr>
        <p:grpSp>
          <p:nvGrpSpPr>
            <p:cNvPr id="84" name="组合 83">
              <a:extLst>
                <a:ext uri="{FF2B5EF4-FFF2-40B4-BE49-F238E27FC236}">
                  <a16:creationId xmlns:a16="http://schemas.microsoft.com/office/drawing/2014/main" id="{B7C17D15-2E7E-449C-81CB-0BBB227347D1}"/>
                </a:ext>
              </a:extLst>
            </p:cNvPr>
            <p:cNvGrpSpPr/>
            <p:nvPr/>
          </p:nvGrpSpPr>
          <p:grpSpPr>
            <a:xfrm>
              <a:off x="3261805" y="3188752"/>
              <a:ext cx="689593" cy="534987"/>
              <a:chOff x="3261805" y="3188752"/>
              <a:chExt cx="689593" cy="534987"/>
            </a:xfrm>
          </p:grpSpPr>
          <p:sp>
            <p:nvSpPr>
              <p:cNvPr id="100" name="矩形 99">
                <a:extLst>
                  <a:ext uri="{FF2B5EF4-FFF2-40B4-BE49-F238E27FC236}">
                    <a16:creationId xmlns:a16="http://schemas.microsoft.com/office/drawing/2014/main" id="{2A7E907C-0CDF-4564-9333-1A24526BA182}"/>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1" name="文本框 86">
                <a:extLst>
                  <a:ext uri="{FF2B5EF4-FFF2-40B4-BE49-F238E27FC236}">
                    <a16:creationId xmlns:a16="http://schemas.microsoft.com/office/drawing/2014/main" id="{EA342509-A657-478D-BC26-C4A279A271BA}"/>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85" name="组合 84">
              <a:extLst>
                <a:ext uri="{FF2B5EF4-FFF2-40B4-BE49-F238E27FC236}">
                  <a16:creationId xmlns:a16="http://schemas.microsoft.com/office/drawing/2014/main" id="{12D48083-A106-4461-A163-D21D6F839D5A}"/>
                </a:ext>
              </a:extLst>
            </p:cNvPr>
            <p:cNvGrpSpPr/>
            <p:nvPr/>
          </p:nvGrpSpPr>
          <p:grpSpPr>
            <a:xfrm>
              <a:off x="3923792" y="3188752"/>
              <a:ext cx="4710113" cy="534987"/>
              <a:chOff x="3923792" y="3188752"/>
              <a:chExt cx="4710113" cy="534987"/>
            </a:xfrm>
          </p:grpSpPr>
          <p:sp>
            <p:nvSpPr>
              <p:cNvPr id="87" name="文本框 81">
                <a:extLst>
                  <a:ext uri="{FF2B5EF4-FFF2-40B4-BE49-F238E27FC236}">
                    <a16:creationId xmlns:a16="http://schemas.microsoft.com/office/drawing/2014/main" id="{A51022DC-A596-42FC-86E1-B4E6970B3FB3}"/>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91" name="矩形 90">
                <a:extLst>
                  <a:ext uri="{FF2B5EF4-FFF2-40B4-BE49-F238E27FC236}">
                    <a16:creationId xmlns:a16="http://schemas.microsoft.com/office/drawing/2014/main" id="{82ECC155-BFBC-4A56-BC57-F53576A95C71}"/>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95" name="直接连接符 94">
                <a:extLst>
                  <a:ext uri="{FF2B5EF4-FFF2-40B4-BE49-F238E27FC236}">
                    <a16:creationId xmlns:a16="http://schemas.microsoft.com/office/drawing/2014/main" id="{473BBAFE-1FFC-420B-9B16-08B4AB5DF28C}"/>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9" name="Freeform 71">
                <a:extLst>
                  <a:ext uri="{FF2B5EF4-FFF2-40B4-BE49-F238E27FC236}">
                    <a16:creationId xmlns:a16="http://schemas.microsoft.com/office/drawing/2014/main" id="{636C5C65-C70F-491E-A7C2-F6BE3CE647D2}"/>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2" name="组合 101">
            <a:extLst>
              <a:ext uri="{FF2B5EF4-FFF2-40B4-BE49-F238E27FC236}">
                <a16:creationId xmlns:a16="http://schemas.microsoft.com/office/drawing/2014/main" id="{BE0A1940-40B4-43B8-9259-555C01927DFF}"/>
              </a:ext>
            </a:extLst>
          </p:cNvPr>
          <p:cNvGrpSpPr/>
          <p:nvPr>
            <p:custDataLst>
              <p:tags r:id="rId3"/>
            </p:custDataLst>
          </p:nvPr>
        </p:nvGrpSpPr>
        <p:grpSpPr>
          <a:xfrm>
            <a:off x="4503593" y="4509001"/>
            <a:ext cx="5372100" cy="534987"/>
            <a:chOff x="3261805" y="4046141"/>
            <a:chExt cx="5372100" cy="534987"/>
          </a:xfrm>
        </p:grpSpPr>
        <p:grpSp>
          <p:nvGrpSpPr>
            <p:cNvPr id="103" name="组合 102">
              <a:extLst>
                <a:ext uri="{FF2B5EF4-FFF2-40B4-BE49-F238E27FC236}">
                  <a16:creationId xmlns:a16="http://schemas.microsoft.com/office/drawing/2014/main" id="{870C656E-BC98-41E1-BFF4-703BC82E4242}"/>
                </a:ext>
              </a:extLst>
            </p:cNvPr>
            <p:cNvGrpSpPr/>
            <p:nvPr/>
          </p:nvGrpSpPr>
          <p:grpSpPr>
            <a:xfrm>
              <a:off x="3261805" y="4046141"/>
              <a:ext cx="689447" cy="534987"/>
              <a:chOff x="3261805" y="3969748"/>
              <a:chExt cx="689447" cy="534987"/>
            </a:xfrm>
          </p:grpSpPr>
          <p:sp>
            <p:nvSpPr>
              <p:cNvPr id="109" name="矩形 108">
                <a:extLst>
                  <a:ext uri="{FF2B5EF4-FFF2-40B4-BE49-F238E27FC236}">
                    <a16:creationId xmlns:a16="http://schemas.microsoft.com/office/drawing/2014/main" id="{50559FF8-EF6D-4589-AC37-434FD4281CF1}"/>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0" name="文本框 131">
                <a:extLst>
                  <a:ext uri="{FF2B5EF4-FFF2-40B4-BE49-F238E27FC236}">
                    <a16:creationId xmlns:a16="http://schemas.microsoft.com/office/drawing/2014/main" id="{DDAD54D4-58CB-49EF-AF8C-E433E9F4E6C4}"/>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04" name="组合 103">
              <a:extLst>
                <a:ext uri="{FF2B5EF4-FFF2-40B4-BE49-F238E27FC236}">
                  <a16:creationId xmlns:a16="http://schemas.microsoft.com/office/drawing/2014/main" id="{33E0C7FE-5B6D-4052-AC17-FF35271D8E2E}"/>
                </a:ext>
              </a:extLst>
            </p:cNvPr>
            <p:cNvGrpSpPr/>
            <p:nvPr/>
          </p:nvGrpSpPr>
          <p:grpSpPr>
            <a:xfrm>
              <a:off x="3923792" y="4046141"/>
              <a:ext cx="4710113" cy="534987"/>
              <a:chOff x="3923792" y="3969748"/>
              <a:chExt cx="4710113" cy="534987"/>
            </a:xfrm>
          </p:grpSpPr>
          <p:sp>
            <p:nvSpPr>
              <p:cNvPr id="105" name="文本框 126">
                <a:extLst>
                  <a:ext uri="{FF2B5EF4-FFF2-40B4-BE49-F238E27FC236}">
                    <a16:creationId xmlns:a16="http://schemas.microsoft.com/office/drawing/2014/main" id="{1917348A-A97A-41CF-8B97-6F1FBDE168D7}"/>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6" name="矩形 105">
                <a:extLst>
                  <a:ext uri="{FF2B5EF4-FFF2-40B4-BE49-F238E27FC236}">
                    <a16:creationId xmlns:a16="http://schemas.microsoft.com/office/drawing/2014/main" id="{7A19C96F-CB9C-4360-A744-B9A1FBC65DAD}"/>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7" name="直接连接符 106">
                <a:extLst>
                  <a:ext uri="{FF2B5EF4-FFF2-40B4-BE49-F238E27FC236}">
                    <a16:creationId xmlns:a16="http://schemas.microsoft.com/office/drawing/2014/main" id="{3255BE2A-76F0-4721-BA27-235057F4C560}"/>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8" name="Freeform 306">
                <a:extLst>
                  <a:ext uri="{FF2B5EF4-FFF2-40B4-BE49-F238E27FC236}">
                    <a16:creationId xmlns:a16="http://schemas.microsoft.com/office/drawing/2014/main" id="{8EBDBB50-E3C9-4548-B7D9-5CD78C2A69A2}"/>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11" name="组合 110">
            <a:extLst>
              <a:ext uri="{FF2B5EF4-FFF2-40B4-BE49-F238E27FC236}">
                <a16:creationId xmlns:a16="http://schemas.microsoft.com/office/drawing/2014/main" id="{6E899286-7F20-47E1-B2ED-E8E0B141682A}"/>
              </a:ext>
            </a:extLst>
          </p:cNvPr>
          <p:cNvGrpSpPr/>
          <p:nvPr>
            <p:custDataLst>
              <p:tags r:id="rId4"/>
            </p:custDataLst>
          </p:nvPr>
        </p:nvGrpSpPr>
        <p:grpSpPr>
          <a:xfrm>
            <a:off x="4517645" y="2868283"/>
            <a:ext cx="5370513" cy="534987"/>
            <a:chOff x="3275856" y="2348880"/>
            <a:chExt cx="5370513" cy="534987"/>
          </a:xfrm>
        </p:grpSpPr>
        <p:grpSp>
          <p:nvGrpSpPr>
            <p:cNvPr id="112" name="组合 111">
              <a:extLst>
                <a:ext uri="{FF2B5EF4-FFF2-40B4-BE49-F238E27FC236}">
                  <a16:creationId xmlns:a16="http://schemas.microsoft.com/office/drawing/2014/main" id="{4BA6BC5C-558D-4F80-BA72-FB2367AE0038}"/>
                </a:ext>
              </a:extLst>
            </p:cNvPr>
            <p:cNvGrpSpPr/>
            <p:nvPr/>
          </p:nvGrpSpPr>
          <p:grpSpPr>
            <a:xfrm>
              <a:off x="3275856" y="2348880"/>
              <a:ext cx="689474" cy="534987"/>
              <a:chOff x="3275856" y="2407756"/>
              <a:chExt cx="689474" cy="534987"/>
            </a:xfrm>
          </p:grpSpPr>
          <p:sp>
            <p:nvSpPr>
              <p:cNvPr id="118" name="矩形 117">
                <a:extLst>
                  <a:ext uri="{FF2B5EF4-FFF2-40B4-BE49-F238E27FC236}">
                    <a16:creationId xmlns:a16="http://schemas.microsoft.com/office/drawing/2014/main" id="{6D94F133-FE71-4B2B-8E63-712AE608DDD1}"/>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9" name="文本框 78">
                <a:extLst>
                  <a:ext uri="{FF2B5EF4-FFF2-40B4-BE49-F238E27FC236}">
                    <a16:creationId xmlns:a16="http://schemas.microsoft.com/office/drawing/2014/main" id="{2097678B-7C73-41B0-AED2-2C55AF0CDC1B}"/>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13" name="组合 112">
              <a:extLst>
                <a:ext uri="{FF2B5EF4-FFF2-40B4-BE49-F238E27FC236}">
                  <a16:creationId xmlns:a16="http://schemas.microsoft.com/office/drawing/2014/main" id="{6BAECBA3-AC93-47BC-A5F5-05BA922182E2}"/>
                </a:ext>
              </a:extLst>
            </p:cNvPr>
            <p:cNvGrpSpPr/>
            <p:nvPr/>
          </p:nvGrpSpPr>
          <p:grpSpPr>
            <a:xfrm>
              <a:off x="3937844" y="2348880"/>
              <a:ext cx="4708525" cy="534987"/>
              <a:chOff x="3937844" y="2407756"/>
              <a:chExt cx="4708525" cy="534987"/>
            </a:xfrm>
          </p:grpSpPr>
          <p:sp>
            <p:nvSpPr>
              <p:cNvPr id="114" name="文本框 73">
                <a:extLst>
                  <a:ext uri="{FF2B5EF4-FFF2-40B4-BE49-F238E27FC236}">
                    <a16:creationId xmlns:a16="http://schemas.microsoft.com/office/drawing/2014/main" id="{807ADF67-B2F6-42E0-87AA-E99944F224EF}"/>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15" name="矩形 114">
                <a:extLst>
                  <a:ext uri="{FF2B5EF4-FFF2-40B4-BE49-F238E27FC236}">
                    <a16:creationId xmlns:a16="http://schemas.microsoft.com/office/drawing/2014/main" id="{6F07D3AE-A3BD-4239-AEB2-2D8959570AA0}"/>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6" name="直接连接符 115">
                <a:extLst>
                  <a:ext uri="{FF2B5EF4-FFF2-40B4-BE49-F238E27FC236}">
                    <a16:creationId xmlns:a16="http://schemas.microsoft.com/office/drawing/2014/main" id="{AAF168DC-43E6-475A-BEA6-4452F6305AEB}"/>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7" name="Freeform 30">
                <a:extLst>
                  <a:ext uri="{FF2B5EF4-FFF2-40B4-BE49-F238E27FC236}">
                    <a16:creationId xmlns:a16="http://schemas.microsoft.com/office/drawing/2014/main" id="{89B56431-8D96-4FED-B784-B50002B0C8EB}"/>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dirty="0">
                  <a:solidFill>
                    <a:prstClr val="black"/>
                  </a:solidFill>
                </a:endParaRPr>
              </a:p>
            </p:txBody>
          </p:sp>
        </p:grpSp>
      </p:grpSp>
    </p:spTree>
    <p:extLst>
      <p:ext uri="{BB962C8B-B14F-4D97-AF65-F5344CB8AC3E}">
        <p14:creationId xmlns:p14="http://schemas.microsoft.com/office/powerpoint/2010/main" val="1029211285"/>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93688-CE9E-F055-588C-1EF4457E7EB6}"/>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E95E5012-9BA9-2E0C-E93D-F48DBF7BB32C}"/>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2A2D23BB-61F4-3C46-4713-3CF73911B2E3}"/>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a:extLst>
              <a:ext uri="{FF2B5EF4-FFF2-40B4-BE49-F238E27FC236}">
                <a16:creationId xmlns:a16="http://schemas.microsoft.com/office/drawing/2014/main" id="{873B6D5A-8C1E-1CE6-FCCB-8F805503E166}"/>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70</a:t>
            </a:fld>
            <a:endParaRPr lang="zh-HK" altLang="en-US">
              <a:solidFill>
                <a:prstClr val="black">
                  <a:tint val="75000"/>
                </a:prstClr>
              </a:solidFill>
            </a:endParaRPr>
          </a:p>
        </p:txBody>
      </p:sp>
      <p:grpSp>
        <p:nvGrpSpPr>
          <p:cNvPr id="55" name="组合 54">
            <a:extLst>
              <a:ext uri="{FF2B5EF4-FFF2-40B4-BE49-F238E27FC236}">
                <a16:creationId xmlns:a16="http://schemas.microsoft.com/office/drawing/2014/main" id="{B0778A3B-2F92-EE79-B509-4CD6DC49813B}"/>
              </a:ext>
            </a:extLst>
          </p:cNvPr>
          <p:cNvGrpSpPr/>
          <p:nvPr/>
        </p:nvGrpSpPr>
        <p:grpSpPr>
          <a:xfrm>
            <a:off x="-1" y="6553200"/>
            <a:ext cx="12192001" cy="304800"/>
            <a:chOff x="0" y="6569404"/>
            <a:chExt cx="9144000" cy="288000"/>
          </a:xfrm>
        </p:grpSpPr>
        <p:sp>
          <p:nvSpPr>
            <p:cNvPr id="56" name="矩形 55">
              <a:extLst>
                <a:ext uri="{FF2B5EF4-FFF2-40B4-BE49-F238E27FC236}">
                  <a16:creationId xmlns:a16="http://schemas.microsoft.com/office/drawing/2014/main" id="{C7B4FA78-DD3E-6567-EBB9-7FEB3EF9A615}"/>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7301451D-1B3B-22F1-1C8C-74C5E7C27F11}"/>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a:extLst>
              <a:ext uri="{FF2B5EF4-FFF2-40B4-BE49-F238E27FC236}">
                <a16:creationId xmlns:a16="http://schemas.microsoft.com/office/drawing/2014/main" id="{936B1198-C4F1-10DC-3A45-48E4A9AB1441}"/>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70</a:t>
            </a:fld>
            <a:endParaRPr lang="zh-HK" altLang="en-US" sz="1600" dirty="0">
              <a:solidFill>
                <a:schemeClr val="bg1"/>
              </a:solidFill>
            </a:endParaRPr>
          </a:p>
        </p:txBody>
      </p:sp>
      <p:pic>
        <p:nvPicPr>
          <p:cNvPr id="3" name="图片 2">
            <a:extLst>
              <a:ext uri="{FF2B5EF4-FFF2-40B4-BE49-F238E27FC236}">
                <a16:creationId xmlns:a16="http://schemas.microsoft.com/office/drawing/2014/main" id="{A7FDA632-9145-833C-726F-28040BE9B1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0007" y="1175800"/>
            <a:ext cx="7954164" cy="5254037"/>
          </a:xfrm>
          <a:prstGeom prst="rect">
            <a:avLst/>
          </a:prstGeom>
        </p:spPr>
      </p:pic>
      <p:pic>
        <p:nvPicPr>
          <p:cNvPr id="5" name="图片 4">
            <a:extLst>
              <a:ext uri="{FF2B5EF4-FFF2-40B4-BE49-F238E27FC236}">
                <a16:creationId xmlns:a16="http://schemas.microsoft.com/office/drawing/2014/main" id="{F2DD37A0-CA50-6506-9901-7395911E50BD}"/>
              </a:ext>
            </a:extLst>
          </p:cNvPr>
          <p:cNvPicPr>
            <a:picLocks noChangeAspect="1"/>
          </p:cNvPicPr>
          <p:nvPr/>
        </p:nvPicPr>
        <p:blipFill>
          <a:blip r:embed="rId4"/>
          <a:stretch>
            <a:fillRect/>
          </a:stretch>
        </p:blipFill>
        <p:spPr>
          <a:xfrm>
            <a:off x="126280" y="2089919"/>
            <a:ext cx="4104000" cy="3425797"/>
          </a:xfrm>
          <a:prstGeom prst="rect">
            <a:avLst/>
          </a:prstGeom>
        </p:spPr>
      </p:pic>
    </p:spTree>
    <p:extLst>
      <p:ext uri="{BB962C8B-B14F-4D97-AF65-F5344CB8AC3E}">
        <p14:creationId xmlns:p14="http://schemas.microsoft.com/office/powerpoint/2010/main" val="1275296130"/>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4AC36-282A-1396-F84A-731245473A17}"/>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CEE22AB7-A8DA-41F5-61C7-90954B34069F}"/>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2EADCA9B-5B78-1BC0-631F-0AE4D6D3B566}"/>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a:extLst>
              <a:ext uri="{FF2B5EF4-FFF2-40B4-BE49-F238E27FC236}">
                <a16:creationId xmlns:a16="http://schemas.microsoft.com/office/drawing/2014/main" id="{DB6C3C52-DD92-2F70-FB09-61CBBD04A142}"/>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71</a:t>
            </a:fld>
            <a:endParaRPr lang="zh-HK" altLang="en-US">
              <a:solidFill>
                <a:prstClr val="black">
                  <a:tint val="75000"/>
                </a:prstClr>
              </a:solidFill>
            </a:endParaRPr>
          </a:p>
        </p:txBody>
      </p:sp>
      <p:grpSp>
        <p:nvGrpSpPr>
          <p:cNvPr id="55" name="组合 54">
            <a:extLst>
              <a:ext uri="{FF2B5EF4-FFF2-40B4-BE49-F238E27FC236}">
                <a16:creationId xmlns:a16="http://schemas.microsoft.com/office/drawing/2014/main" id="{65DA4363-18BB-1B06-D8F9-22A22FEF850E}"/>
              </a:ext>
            </a:extLst>
          </p:cNvPr>
          <p:cNvGrpSpPr/>
          <p:nvPr/>
        </p:nvGrpSpPr>
        <p:grpSpPr>
          <a:xfrm>
            <a:off x="-1" y="6553200"/>
            <a:ext cx="12192001" cy="304800"/>
            <a:chOff x="0" y="6569404"/>
            <a:chExt cx="9144000" cy="288000"/>
          </a:xfrm>
        </p:grpSpPr>
        <p:sp>
          <p:nvSpPr>
            <p:cNvPr id="56" name="矩形 55">
              <a:extLst>
                <a:ext uri="{FF2B5EF4-FFF2-40B4-BE49-F238E27FC236}">
                  <a16:creationId xmlns:a16="http://schemas.microsoft.com/office/drawing/2014/main" id="{D0091AF3-13A8-F3DB-6BAE-C125F7E3DAB5}"/>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42C8B9CF-6B2D-BD10-02C6-1352F0E8B59F}"/>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a:extLst>
              <a:ext uri="{FF2B5EF4-FFF2-40B4-BE49-F238E27FC236}">
                <a16:creationId xmlns:a16="http://schemas.microsoft.com/office/drawing/2014/main" id="{575C46D1-98FF-F7DF-7F37-286F4FB5EA7F}"/>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71</a:t>
            </a:fld>
            <a:endParaRPr lang="zh-HK" altLang="en-US" sz="1600" dirty="0">
              <a:solidFill>
                <a:schemeClr val="bg1"/>
              </a:solidFill>
            </a:endParaRPr>
          </a:p>
        </p:txBody>
      </p:sp>
      <p:sp>
        <p:nvSpPr>
          <p:cNvPr id="2" name="文本框 1">
            <a:extLst>
              <a:ext uri="{FF2B5EF4-FFF2-40B4-BE49-F238E27FC236}">
                <a16:creationId xmlns:a16="http://schemas.microsoft.com/office/drawing/2014/main" id="{C9263753-DD42-E715-791F-BDD1D9805BED}"/>
              </a:ext>
            </a:extLst>
          </p:cNvPr>
          <p:cNvSpPr txBox="1"/>
          <p:nvPr/>
        </p:nvSpPr>
        <p:spPr>
          <a:xfrm>
            <a:off x="264000" y="831787"/>
            <a:ext cx="2808000" cy="400110"/>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data-level TFS fusion </a:t>
            </a:r>
            <a:endParaRPr lang="zh-CN" altLang="en-US" sz="2000" b="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0AAA5DF4-BFB5-7A43-BE82-1DD0861798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709" y="1414342"/>
            <a:ext cx="10772103" cy="4444517"/>
          </a:xfrm>
          <a:prstGeom prst="rect">
            <a:avLst/>
          </a:prstGeom>
        </p:spPr>
      </p:pic>
    </p:spTree>
    <p:extLst>
      <p:ext uri="{BB962C8B-B14F-4D97-AF65-F5344CB8AC3E}">
        <p14:creationId xmlns:p14="http://schemas.microsoft.com/office/powerpoint/2010/main" val="4270198791"/>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BBFB5-D885-DFCC-5FE9-E0358E35C105}"/>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8C4E3BE3-45FF-242B-C16C-75AD35ED8F7B}"/>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1F6E2D82-D580-19AB-F735-17A3C1604637}"/>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a:extLst>
              <a:ext uri="{FF2B5EF4-FFF2-40B4-BE49-F238E27FC236}">
                <a16:creationId xmlns:a16="http://schemas.microsoft.com/office/drawing/2014/main" id="{99A01171-5A21-A0A1-CC31-C8D86B1D2255}"/>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72</a:t>
            </a:fld>
            <a:endParaRPr lang="zh-HK" altLang="en-US">
              <a:solidFill>
                <a:prstClr val="black">
                  <a:tint val="75000"/>
                </a:prstClr>
              </a:solidFill>
            </a:endParaRPr>
          </a:p>
        </p:txBody>
      </p:sp>
      <p:grpSp>
        <p:nvGrpSpPr>
          <p:cNvPr id="55" name="组合 54">
            <a:extLst>
              <a:ext uri="{FF2B5EF4-FFF2-40B4-BE49-F238E27FC236}">
                <a16:creationId xmlns:a16="http://schemas.microsoft.com/office/drawing/2014/main" id="{65AED892-B54C-BEB7-30B6-6C0B2A82881C}"/>
              </a:ext>
            </a:extLst>
          </p:cNvPr>
          <p:cNvGrpSpPr/>
          <p:nvPr/>
        </p:nvGrpSpPr>
        <p:grpSpPr>
          <a:xfrm>
            <a:off x="-1" y="6553200"/>
            <a:ext cx="12192001" cy="304800"/>
            <a:chOff x="0" y="6569404"/>
            <a:chExt cx="9144000" cy="288000"/>
          </a:xfrm>
        </p:grpSpPr>
        <p:sp>
          <p:nvSpPr>
            <p:cNvPr id="56" name="矩形 55">
              <a:extLst>
                <a:ext uri="{FF2B5EF4-FFF2-40B4-BE49-F238E27FC236}">
                  <a16:creationId xmlns:a16="http://schemas.microsoft.com/office/drawing/2014/main" id="{39DC7C5B-B8DB-BBD2-EA36-E8FD149207BE}"/>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A9793857-5A5B-6F3B-BF48-3BE237228400}"/>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a:extLst>
              <a:ext uri="{FF2B5EF4-FFF2-40B4-BE49-F238E27FC236}">
                <a16:creationId xmlns:a16="http://schemas.microsoft.com/office/drawing/2014/main" id="{749C66DA-DBF3-3B6C-A9FE-725C04C64A49}"/>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72</a:t>
            </a:fld>
            <a:endParaRPr lang="zh-HK" altLang="en-US" sz="1600" dirty="0">
              <a:solidFill>
                <a:schemeClr val="bg1"/>
              </a:solidFill>
            </a:endParaRPr>
          </a:p>
        </p:txBody>
      </p:sp>
      <p:sp>
        <p:nvSpPr>
          <p:cNvPr id="2" name="文本框 1">
            <a:extLst>
              <a:ext uri="{FF2B5EF4-FFF2-40B4-BE49-F238E27FC236}">
                <a16:creationId xmlns:a16="http://schemas.microsoft.com/office/drawing/2014/main" id="{8F60E831-7274-C233-9576-5EB4A0DF0449}"/>
              </a:ext>
            </a:extLst>
          </p:cNvPr>
          <p:cNvSpPr txBox="1"/>
          <p:nvPr/>
        </p:nvSpPr>
        <p:spPr>
          <a:xfrm>
            <a:off x="120000" y="724890"/>
            <a:ext cx="7200000" cy="400110"/>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 Bidirectional large-kernel convolution-based feature extraction</a:t>
            </a:r>
            <a:endParaRPr lang="zh-CN" altLang="en-US" sz="2000" b="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857B9DE5-9441-B01D-CC09-79EE76C8BE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000" y="1125000"/>
            <a:ext cx="4504762" cy="1780952"/>
          </a:xfrm>
          <a:prstGeom prst="rect">
            <a:avLst/>
          </a:prstGeom>
        </p:spPr>
      </p:pic>
      <p:pic>
        <p:nvPicPr>
          <p:cNvPr id="9" name="图片 8">
            <a:extLst>
              <a:ext uri="{FF2B5EF4-FFF2-40B4-BE49-F238E27FC236}">
                <a16:creationId xmlns:a16="http://schemas.microsoft.com/office/drawing/2014/main" id="{030C6275-EF48-878F-54F1-BE98FC7DAA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9015" y="2905952"/>
            <a:ext cx="4466667" cy="3580952"/>
          </a:xfrm>
          <a:prstGeom prst="rect">
            <a:avLst/>
          </a:prstGeom>
        </p:spPr>
      </p:pic>
      <p:pic>
        <p:nvPicPr>
          <p:cNvPr id="11" name="图片 10">
            <a:extLst>
              <a:ext uri="{FF2B5EF4-FFF2-40B4-BE49-F238E27FC236}">
                <a16:creationId xmlns:a16="http://schemas.microsoft.com/office/drawing/2014/main" id="{90ED0788-FC6C-1238-942A-3B273F22DE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76571" y="262905"/>
            <a:ext cx="4457143" cy="1438095"/>
          </a:xfrm>
          <a:prstGeom prst="rect">
            <a:avLst/>
          </a:prstGeom>
        </p:spPr>
      </p:pic>
      <p:pic>
        <p:nvPicPr>
          <p:cNvPr id="13" name="图片 12">
            <a:extLst>
              <a:ext uri="{FF2B5EF4-FFF2-40B4-BE49-F238E27FC236}">
                <a16:creationId xmlns:a16="http://schemas.microsoft.com/office/drawing/2014/main" id="{1874EE2A-D4DC-6AC0-A342-0F671D7677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48000" y="1766229"/>
            <a:ext cx="4485714" cy="4895238"/>
          </a:xfrm>
          <a:prstGeom prst="rect">
            <a:avLst/>
          </a:prstGeom>
        </p:spPr>
      </p:pic>
    </p:spTree>
    <p:extLst>
      <p:ext uri="{BB962C8B-B14F-4D97-AF65-F5344CB8AC3E}">
        <p14:creationId xmlns:p14="http://schemas.microsoft.com/office/powerpoint/2010/main" val="3754029590"/>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BBFB5-D885-DFCC-5FE9-E0358E35C105}"/>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8C4E3BE3-45FF-242B-C16C-75AD35ED8F7B}"/>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72" name="文本框 71">
            <a:extLst>
              <a:ext uri="{FF2B5EF4-FFF2-40B4-BE49-F238E27FC236}">
                <a16:creationId xmlns:a16="http://schemas.microsoft.com/office/drawing/2014/main" id="{1F6E2D82-D580-19AB-F735-17A3C1604637}"/>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54" name="灯片编号占位符 53">
            <a:extLst>
              <a:ext uri="{FF2B5EF4-FFF2-40B4-BE49-F238E27FC236}">
                <a16:creationId xmlns:a16="http://schemas.microsoft.com/office/drawing/2014/main" id="{99A01171-5A21-A0A1-CC31-C8D86B1D2255}"/>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73</a:t>
            </a:fld>
            <a:endParaRPr lang="zh-HK" altLang="en-US">
              <a:solidFill>
                <a:prstClr val="black">
                  <a:tint val="75000"/>
                </a:prstClr>
              </a:solidFill>
            </a:endParaRPr>
          </a:p>
        </p:txBody>
      </p:sp>
      <p:grpSp>
        <p:nvGrpSpPr>
          <p:cNvPr id="55" name="组合 54">
            <a:extLst>
              <a:ext uri="{FF2B5EF4-FFF2-40B4-BE49-F238E27FC236}">
                <a16:creationId xmlns:a16="http://schemas.microsoft.com/office/drawing/2014/main" id="{65AED892-B54C-BEB7-30B6-6C0B2A82881C}"/>
              </a:ext>
            </a:extLst>
          </p:cNvPr>
          <p:cNvGrpSpPr/>
          <p:nvPr/>
        </p:nvGrpSpPr>
        <p:grpSpPr>
          <a:xfrm>
            <a:off x="-1" y="6553200"/>
            <a:ext cx="12192001" cy="304800"/>
            <a:chOff x="0" y="6569404"/>
            <a:chExt cx="9144000" cy="288000"/>
          </a:xfrm>
        </p:grpSpPr>
        <p:sp>
          <p:nvSpPr>
            <p:cNvPr id="56" name="矩形 55">
              <a:extLst>
                <a:ext uri="{FF2B5EF4-FFF2-40B4-BE49-F238E27FC236}">
                  <a16:creationId xmlns:a16="http://schemas.microsoft.com/office/drawing/2014/main" id="{39DC7C5B-B8DB-BBD2-EA36-E8FD149207BE}"/>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A9793857-5A5B-6F3B-BF48-3BE237228400}"/>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 name="灯片编号占位符 5">
            <a:extLst>
              <a:ext uri="{FF2B5EF4-FFF2-40B4-BE49-F238E27FC236}">
                <a16:creationId xmlns:a16="http://schemas.microsoft.com/office/drawing/2014/main" id="{749C66DA-DBF3-3B6C-A9FE-725C04C64A49}"/>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73</a:t>
            </a:fld>
            <a:endParaRPr lang="zh-HK" altLang="en-US" sz="1600" dirty="0">
              <a:solidFill>
                <a:schemeClr val="bg1"/>
              </a:solidFill>
            </a:endParaRPr>
          </a:p>
        </p:txBody>
      </p:sp>
      <p:sp>
        <p:nvSpPr>
          <p:cNvPr id="2" name="文本框 1">
            <a:extLst>
              <a:ext uri="{FF2B5EF4-FFF2-40B4-BE49-F238E27FC236}">
                <a16:creationId xmlns:a16="http://schemas.microsoft.com/office/drawing/2014/main" id="{8F60E831-7274-C233-9576-5EB4A0DF0449}"/>
              </a:ext>
            </a:extLst>
          </p:cNvPr>
          <p:cNvSpPr txBox="1"/>
          <p:nvPr/>
        </p:nvSpPr>
        <p:spPr>
          <a:xfrm>
            <a:off x="264000" y="724890"/>
            <a:ext cx="7416000" cy="400110"/>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Bidirectional large-kernel convolution (feature-level TFS fusion )</a:t>
            </a:r>
            <a:endParaRPr lang="zh-CN" altLang="en-US" sz="2000" b="1" dirty="0">
              <a:latin typeface="Times New Roman" panose="02020603050405020304" pitchFamily="18" charset="0"/>
              <a:cs typeface="Times New Roman" panose="02020603050405020304" pitchFamily="18" charset="0"/>
            </a:endParaRPr>
          </a:p>
        </p:txBody>
      </p:sp>
      <p:pic>
        <p:nvPicPr>
          <p:cNvPr id="15" name="图片 14">
            <a:extLst>
              <a:ext uri="{FF2B5EF4-FFF2-40B4-BE49-F238E27FC236}">
                <a16:creationId xmlns:a16="http://schemas.microsoft.com/office/drawing/2014/main" id="{28378735-F620-9B0C-D057-5EA81E97B9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48788"/>
            <a:ext cx="4552381" cy="4019048"/>
          </a:xfrm>
          <a:prstGeom prst="rect">
            <a:avLst/>
          </a:prstGeom>
        </p:spPr>
      </p:pic>
      <p:pic>
        <p:nvPicPr>
          <p:cNvPr id="17" name="图片 16">
            <a:extLst>
              <a:ext uri="{FF2B5EF4-FFF2-40B4-BE49-F238E27FC236}">
                <a16:creationId xmlns:a16="http://schemas.microsoft.com/office/drawing/2014/main" id="{C77EEDD8-373C-ABCB-4736-8A38F767BD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70219" y="4491739"/>
            <a:ext cx="4514286" cy="2285714"/>
          </a:xfrm>
          <a:prstGeom prst="rect">
            <a:avLst/>
          </a:prstGeom>
        </p:spPr>
      </p:pic>
      <p:pic>
        <p:nvPicPr>
          <p:cNvPr id="20" name="图片 19">
            <a:extLst>
              <a:ext uri="{FF2B5EF4-FFF2-40B4-BE49-F238E27FC236}">
                <a16:creationId xmlns:a16="http://schemas.microsoft.com/office/drawing/2014/main" id="{6AF4AC20-70D9-BE3B-9C26-BD0AD79914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95238" y="0"/>
            <a:ext cx="4504762" cy="5428571"/>
          </a:xfrm>
          <a:prstGeom prst="rect">
            <a:avLst/>
          </a:prstGeom>
        </p:spPr>
      </p:pic>
      <p:pic>
        <p:nvPicPr>
          <p:cNvPr id="22" name="图片 21">
            <a:extLst>
              <a:ext uri="{FF2B5EF4-FFF2-40B4-BE49-F238E27FC236}">
                <a16:creationId xmlns:a16="http://schemas.microsoft.com/office/drawing/2014/main" id="{8353BCF8-E13C-74FF-B153-3F29F8382F7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61904" y="5472703"/>
            <a:ext cx="4571429" cy="1390476"/>
          </a:xfrm>
          <a:prstGeom prst="rect">
            <a:avLst/>
          </a:prstGeom>
        </p:spPr>
      </p:pic>
    </p:spTree>
    <p:extLst>
      <p:ext uri="{BB962C8B-B14F-4D97-AF65-F5344CB8AC3E}">
        <p14:creationId xmlns:p14="http://schemas.microsoft.com/office/powerpoint/2010/main" val="1812873921"/>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A12DB193-F8DD-6FCA-B5E9-7121D87439AB}"/>
              </a:ext>
            </a:extLst>
          </p:cNvPr>
          <p:cNvGrpSpPr/>
          <p:nvPr/>
        </p:nvGrpSpPr>
        <p:grpSpPr>
          <a:xfrm>
            <a:off x="-1" y="6553200"/>
            <a:ext cx="12192001" cy="304800"/>
            <a:chOff x="0" y="6569404"/>
            <a:chExt cx="9144000" cy="288000"/>
          </a:xfrm>
        </p:grpSpPr>
        <p:sp>
          <p:nvSpPr>
            <p:cNvPr id="7" name="矩形 6">
              <a:extLst>
                <a:ext uri="{FF2B5EF4-FFF2-40B4-BE49-F238E27FC236}">
                  <a16:creationId xmlns:a16="http://schemas.microsoft.com/office/drawing/2014/main" id="{00980EC1-C6F8-0E50-82B5-760A984290C4}"/>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8" name="矩形 7">
              <a:extLst>
                <a:ext uri="{FF2B5EF4-FFF2-40B4-BE49-F238E27FC236}">
                  <a16:creationId xmlns:a16="http://schemas.microsoft.com/office/drawing/2014/main" id="{8D956A88-734D-3030-DA71-6B1F2DAC6F50}"/>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9" name="灯片编号占位符 5">
            <a:extLst>
              <a:ext uri="{FF2B5EF4-FFF2-40B4-BE49-F238E27FC236}">
                <a16:creationId xmlns:a16="http://schemas.microsoft.com/office/drawing/2014/main" id="{D5816DBB-D797-AED8-3BE7-1DAEC92B0450}"/>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74</a:t>
            </a:fld>
            <a:endParaRPr lang="zh-HK" altLang="en-US" sz="1600" dirty="0">
              <a:solidFill>
                <a:schemeClr val="bg1"/>
              </a:solidFill>
            </a:endParaRPr>
          </a:p>
        </p:txBody>
      </p:sp>
      <p:pic>
        <p:nvPicPr>
          <p:cNvPr id="21" name="图片 20">
            <a:extLst>
              <a:ext uri="{FF2B5EF4-FFF2-40B4-BE49-F238E27FC236}">
                <a16:creationId xmlns:a16="http://schemas.microsoft.com/office/drawing/2014/main" id="{64B072C6-BD53-F038-B3AE-39D5EE3AD758}"/>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55" name="组合 18">
            <a:extLst>
              <a:ext uri="{FF2B5EF4-FFF2-40B4-BE49-F238E27FC236}">
                <a16:creationId xmlns:a16="http://schemas.microsoft.com/office/drawing/2014/main" id="{E32F0986-EAFC-42AC-BAF2-0E44F28EF569}"/>
              </a:ext>
            </a:extLst>
          </p:cNvPr>
          <p:cNvGrpSpPr/>
          <p:nvPr/>
        </p:nvGrpSpPr>
        <p:grpSpPr bwMode="auto">
          <a:xfrm>
            <a:off x="2409457" y="2650330"/>
            <a:ext cx="1505450" cy="1479472"/>
            <a:chOff x="1709739" y="2636838"/>
            <a:chExt cx="1590160" cy="1584325"/>
          </a:xfrm>
          <a:solidFill>
            <a:srgbClr val="044875"/>
          </a:solidFill>
        </p:grpSpPr>
        <p:sp>
          <p:nvSpPr>
            <p:cNvPr id="56" name="Freeform 6">
              <a:extLst>
                <a:ext uri="{FF2B5EF4-FFF2-40B4-BE49-F238E27FC236}">
                  <a16:creationId xmlns:a16="http://schemas.microsoft.com/office/drawing/2014/main" id="{6BC668FF-4F10-4586-ADC4-36BED2D9F29B}"/>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59" name="Freeform 7">
              <a:extLst>
                <a:ext uri="{FF2B5EF4-FFF2-40B4-BE49-F238E27FC236}">
                  <a16:creationId xmlns:a16="http://schemas.microsoft.com/office/drawing/2014/main" id="{FD6CF2D6-7E21-41AC-A49D-1EACB43374B2}"/>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0" name="Freeform 8">
              <a:extLst>
                <a:ext uri="{FF2B5EF4-FFF2-40B4-BE49-F238E27FC236}">
                  <a16:creationId xmlns:a16="http://schemas.microsoft.com/office/drawing/2014/main" id="{5649D085-732C-4910-92D1-EC6327B63455}"/>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3" name="Freeform 9">
              <a:extLst>
                <a:ext uri="{FF2B5EF4-FFF2-40B4-BE49-F238E27FC236}">
                  <a16:creationId xmlns:a16="http://schemas.microsoft.com/office/drawing/2014/main" id="{3B614722-3B3E-439B-8B0F-812039E7B78D}"/>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6" name="Freeform 10">
              <a:extLst>
                <a:ext uri="{FF2B5EF4-FFF2-40B4-BE49-F238E27FC236}">
                  <a16:creationId xmlns:a16="http://schemas.microsoft.com/office/drawing/2014/main" id="{598065AD-DB07-44F3-B049-C24DFCB73558}"/>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7" name="Freeform 11">
              <a:extLst>
                <a:ext uri="{FF2B5EF4-FFF2-40B4-BE49-F238E27FC236}">
                  <a16:creationId xmlns:a16="http://schemas.microsoft.com/office/drawing/2014/main" id="{37FCEFB3-9BFF-470A-83A2-F782D70A1905}"/>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8" name="Freeform 12">
              <a:extLst>
                <a:ext uri="{FF2B5EF4-FFF2-40B4-BE49-F238E27FC236}">
                  <a16:creationId xmlns:a16="http://schemas.microsoft.com/office/drawing/2014/main" id="{D85DB7BE-3FBE-4B92-BC67-1D6589E5B53E}"/>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13">
              <a:extLst>
                <a:ext uri="{FF2B5EF4-FFF2-40B4-BE49-F238E27FC236}">
                  <a16:creationId xmlns:a16="http://schemas.microsoft.com/office/drawing/2014/main" id="{F304822D-4C18-4D70-85FF-0E738FA7C775}"/>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14">
              <a:extLst>
                <a:ext uri="{FF2B5EF4-FFF2-40B4-BE49-F238E27FC236}">
                  <a16:creationId xmlns:a16="http://schemas.microsoft.com/office/drawing/2014/main" id="{F00A4AFA-242A-4BD3-8FEB-47D699EE62B0}"/>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1" name="文本框 70">
            <a:extLst>
              <a:ext uri="{FF2B5EF4-FFF2-40B4-BE49-F238E27FC236}">
                <a16:creationId xmlns:a16="http://schemas.microsoft.com/office/drawing/2014/main" id="{52902BA6-C3BA-4B40-948A-83EBCD156303}"/>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2" name="组合 71">
            <a:extLst>
              <a:ext uri="{FF2B5EF4-FFF2-40B4-BE49-F238E27FC236}">
                <a16:creationId xmlns:a16="http://schemas.microsoft.com/office/drawing/2014/main" id="{68AEDE16-70EB-4628-BBE4-60E215EFAD6B}"/>
              </a:ext>
            </a:extLst>
          </p:cNvPr>
          <p:cNvGrpSpPr/>
          <p:nvPr>
            <p:custDataLst>
              <p:tags r:id="rId1"/>
            </p:custDataLst>
          </p:nvPr>
        </p:nvGrpSpPr>
        <p:grpSpPr>
          <a:xfrm>
            <a:off x="4523741" y="2047924"/>
            <a:ext cx="5370513" cy="534987"/>
            <a:chOff x="3281952" y="1484784"/>
            <a:chExt cx="5370513" cy="534987"/>
          </a:xfrm>
        </p:grpSpPr>
        <p:grpSp>
          <p:nvGrpSpPr>
            <p:cNvPr id="73" name="组合 72">
              <a:extLst>
                <a:ext uri="{FF2B5EF4-FFF2-40B4-BE49-F238E27FC236}">
                  <a16:creationId xmlns:a16="http://schemas.microsoft.com/office/drawing/2014/main" id="{01B9E524-2C2B-48D1-A176-38D4DA3E9C9E}"/>
                </a:ext>
              </a:extLst>
            </p:cNvPr>
            <p:cNvGrpSpPr/>
            <p:nvPr/>
          </p:nvGrpSpPr>
          <p:grpSpPr>
            <a:xfrm>
              <a:off x="3943940" y="1484784"/>
              <a:ext cx="4708525" cy="534987"/>
              <a:chOff x="3943940" y="1626760"/>
              <a:chExt cx="4708525" cy="534987"/>
            </a:xfrm>
          </p:grpSpPr>
          <p:sp>
            <p:nvSpPr>
              <p:cNvPr id="77" name="Freeform 74">
                <a:extLst>
                  <a:ext uri="{FF2B5EF4-FFF2-40B4-BE49-F238E27FC236}">
                    <a16:creationId xmlns:a16="http://schemas.microsoft.com/office/drawing/2014/main" id="{F172DBB6-F293-4E47-BBD5-E9800BD4C7F5}"/>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78" name="文本框 20">
                <a:extLst>
                  <a:ext uri="{FF2B5EF4-FFF2-40B4-BE49-F238E27FC236}">
                    <a16:creationId xmlns:a16="http://schemas.microsoft.com/office/drawing/2014/main" id="{52690CAE-BD52-4ACC-AC77-8610A13EA445}"/>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79" name="矩形 78">
                <a:extLst>
                  <a:ext uri="{FF2B5EF4-FFF2-40B4-BE49-F238E27FC236}">
                    <a16:creationId xmlns:a16="http://schemas.microsoft.com/office/drawing/2014/main" id="{4A5EB640-CFBB-4A2E-BE7D-047779D5100E}"/>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0" name="直接连接符 79">
                <a:extLst>
                  <a:ext uri="{FF2B5EF4-FFF2-40B4-BE49-F238E27FC236}">
                    <a16:creationId xmlns:a16="http://schemas.microsoft.com/office/drawing/2014/main" id="{7B9537FB-B653-464D-AB58-0410D8E93B39}"/>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4" name="组合 73">
              <a:extLst>
                <a:ext uri="{FF2B5EF4-FFF2-40B4-BE49-F238E27FC236}">
                  <a16:creationId xmlns:a16="http://schemas.microsoft.com/office/drawing/2014/main" id="{6D08EDEB-5994-4A0C-91AF-BD15CFEEF026}"/>
                </a:ext>
              </a:extLst>
            </p:cNvPr>
            <p:cNvGrpSpPr/>
            <p:nvPr/>
          </p:nvGrpSpPr>
          <p:grpSpPr>
            <a:xfrm>
              <a:off x="3281952" y="1484784"/>
              <a:ext cx="689642" cy="534987"/>
              <a:chOff x="3281952" y="1626760"/>
              <a:chExt cx="689642" cy="534987"/>
            </a:xfrm>
          </p:grpSpPr>
          <p:sp>
            <p:nvSpPr>
              <p:cNvPr id="75" name="矩形 74">
                <a:extLst>
                  <a:ext uri="{FF2B5EF4-FFF2-40B4-BE49-F238E27FC236}">
                    <a16:creationId xmlns:a16="http://schemas.microsoft.com/office/drawing/2014/main" id="{0F00C43A-D7C4-44D9-A7B4-C822845B6F74}"/>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6" name="文本框 18">
                <a:extLst>
                  <a:ext uri="{FF2B5EF4-FFF2-40B4-BE49-F238E27FC236}">
                    <a16:creationId xmlns:a16="http://schemas.microsoft.com/office/drawing/2014/main" id="{7E1B7378-43CE-4807-853D-F03E4DF42EBC}"/>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1" name="组合 80">
            <a:extLst>
              <a:ext uri="{FF2B5EF4-FFF2-40B4-BE49-F238E27FC236}">
                <a16:creationId xmlns:a16="http://schemas.microsoft.com/office/drawing/2014/main" id="{15421B80-2078-4A16-8A20-8A66F551F862}"/>
              </a:ext>
            </a:extLst>
          </p:cNvPr>
          <p:cNvGrpSpPr/>
          <p:nvPr>
            <p:custDataLst>
              <p:tags r:id="rId2"/>
            </p:custDataLst>
          </p:nvPr>
        </p:nvGrpSpPr>
        <p:grpSpPr>
          <a:xfrm>
            <a:off x="4503593" y="3688642"/>
            <a:ext cx="5372100" cy="534987"/>
            <a:chOff x="3261805" y="3188752"/>
            <a:chExt cx="5372100" cy="534987"/>
          </a:xfrm>
        </p:grpSpPr>
        <p:grpSp>
          <p:nvGrpSpPr>
            <p:cNvPr id="82" name="组合 81">
              <a:extLst>
                <a:ext uri="{FF2B5EF4-FFF2-40B4-BE49-F238E27FC236}">
                  <a16:creationId xmlns:a16="http://schemas.microsoft.com/office/drawing/2014/main" id="{14C26344-E1B8-4938-B9B7-348B29FC2C6D}"/>
                </a:ext>
              </a:extLst>
            </p:cNvPr>
            <p:cNvGrpSpPr/>
            <p:nvPr/>
          </p:nvGrpSpPr>
          <p:grpSpPr>
            <a:xfrm>
              <a:off x="3261805" y="3188752"/>
              <a:ext cx="689593" cy="534987"/>
              <a:chOff x="3261805" y="3188752"/>
              <a:chExt cx="689593" cy="534987"/>
            </a:xfrm>
          </p:grpSpPr>
          <p:sp>
            <p:nvSpPr>
              <p:cNvPr id="91" name="矩形 90">
                <a:extLst>
                  <a:ext uri="{FF2B5EF4-FFF2-40B4-BE49-F238E27FC236}">
                    <a16:creationId xmlns:a16="http://schemas.microsoft.com/office/drawing/2014/main" id="{0E0D74A3-90BD-4C6A-BF14-805B8661BC77}"/>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5" name="文本框 86">
                <a:extLst>
                  <a:ext uri="{FF2B5EF4-FFF2-40B4-BE49-F238E27FC236}">
                    <a16:creationId xmlns:a16="http://schemas.microsoft.com/office/drawing/2014/main" id="{4B242D75-C539-490D-B91C-2BB3C09F57FB}"/>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83" name="组合 82">
              <a:extLst>
                <a:ext uri="{FF2B5EF4-FFF2-40B4-BE49-F238E27FC236}">
                  <a16:creationId xmlns:a16="http://schemas.microsoft.com/office/drawing/2014/main" id="{C0CD5E4A-EC86-4A42-A22A-5C3263F309F2}"/>
                </a:ext>
              </a:extLst>
            </p:cNvPr>
            <p:cNvGrpSpPr/>
            <p:nvPr/>
          </p:nvGrpSpPr>
          <p:grpSpPr>
            <a:xfrm>
              <a:off x="3923792" y="3188752"/>
              <a:ext cx="4710113" cy="534987"/>
              <a:chOff x="3923792" y="3188752"/>
              <a:chExt cx="4710113" cy="534987"/>
            </a:xfrm>
          </p:grpSpPr>
          <p:sp>
            <p:nvSpPr>
              <p:cNvPr id="84" name="文本框 81">
                <a:extLst>
                  <a:ext uri="{FF2B5EF4-FFF2-40B4-BE49-F238E27FC236}">
                    <a16:creationId xmlns:a16="http://schemas.microsoft.com/office/drawing/2014/main" id="{F808113E-2EAF-48C5-BB2D-69D2AED47DD3}"/>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85" name="矩形 84">
                <a:extLst>
                  <a:ext uri="{FF2B5EF4-FFF2-40B4-BE49-F238E27FC236}">
                    <a16:creationId xmlns:a16="http://schemas.microsoft.com/office/drawing/2014/main" id="{E06B6AC1-F989-49FD-8B61-E5F716FBB948}"/>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7" name="直接连接符 86">
                <a:extLst>
                  <a:ext uri="{FF2B5EF4-FFF2-40B4-BE49-F238E27FC236}">
                    <a16:creationId xmlns:a16="http://schemas.microsoft.com/office/drawing/2014/main" id="{B695C450-73F0-43D2-A3DE-88257C1E6FBC}"/>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71">
                <a:extLst>
                  <a:ext uri="{FF2B5EF4-FFF2-40B4-BE49-F238E27FC236}">
                    <a16:creationId xmlns:a16="http://schemas.microsoft.com/office/drawing/2014/main" id="{BD527E85-1200-4867-AA8D-829DEB908AF4}"/>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srgbClr val="044875"/>
                  </a:solidFill>
                </a:endParaRPr>
              </a:p>
            </p:txBody>
          </p:sp>
        </p:grpSp>
      </p:grpSp>
      <p:grpSp>
        <p:nvGrpSpPr>
          <p:cNvPr id="99" name="组合 98">
            <a:extLst>
              <a:ext uri="{FF2B5EF4-FFF2-40B4-BE49-F238E27FC236}">
                <a16:creationId xmlns:a16="http://schemas.microsoft.com/office/drawing/2014/main" id="{A63A5674-B78C-45AE-A8D6-E7B7B6D5CF20}"/>
              </a:ext>
            </a:extLst>
          </p:cNvPr>
          <p:cNvGrpSpPr/>
          <p:nvPr>
            <p:custDataLst>
              <p:tags r:id="rId3"/>
            </p:custDataLst>
          </p:nvPr>
        </p:nvGrpSpPr>
        <p:grpSpPr>
          <a:xfrm>
            <a:off x="4503593" y="4509001"/>
            <a:ext cx="5372100" cy="534987"/>
            <a:chOff x="3261805" y="4046141"/>
            <a:chExt cx="5372100" cy="534987"/>
          </a:xfrm>
        </p:grpSpPr>
        <p:grpSp>
          <p:nvGrpSpPr>
            <p:cNvPr id="100" name="组合 99">
              <a:extLst>
                <a:ext uri="{FF2B5EF4-FFF2-40B4-BE49-F238E27FC236}">
                  <a16:creationId xmlns:a16="http://schemas.microsoft.com/office/drawing/2014/main" id="{EDE6C491-C2D7-41A3-9525-AACBB0298712}"/>
                </a:ext>
              </a:extLst>
            </p:cNvPr>
            <p:cNvGrpSpPr/>
            <p:nvPr/>
          </p:nvGrpSpPr>
          <p:grpSpPr>
            <a:xfrm>
              <a:off x="3261805" y="4046141"/>
              <a:ext cx="689447" cy="534987"/>
              <a:chOff x="3261805" y="3969748"/>
              <a:chExt cx="689447" cy="534987"/>
            </a:xfrm>
          </p:grpSpPr>
          <p:sp>
            <p:nvSpPr>
              <p:cNvPr id="106" name="矩形 105">
                <a:extLst>
                  <a:ext uri="{FF2B5EF4-FFF2-40B4-BE49-F238E27FC236}">
                    <a16:creationId xmlns:a16="http://schemas.microsoft.com/office/drawing/2014/main" id="{0F51E61D-28AF-41B7-855B-9FAD43BCFC3D}"/>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7" name="文本框 131">
                <a:extLst>
                  <a:ext uri="{FF2B5EF4-FFF2-40B4-BE49-F238E27FC236}">
                    <a16:creationId xmlns:a16="http://schemas.microsoft.com/office/drawing/2014/main" id="{B048DE40-4DBF-4716-BD03-A282282B8999}"/>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01" name="组合 100">
              <a:extLst>
                <a:ext uri="{FF2B5EF4-FFF2-40B4-BE49-F238E27FC236}">
                  <a16:creationId xmlns:a16="http://schemas.microsoft.com/office/drawing/2014/main" id="{F19223D8-0841-477F-89CE-054EDA35463B}"/>
                </a:ext>
              </a:extLst>
            </p:cNvPr>
            <p:cNvGrpSpPr/>
            <p:nvPr/>
          </p:nvGrpSpPr>
          <p:grpSpPr>
            <a:xfrm>
              <a:off x="3923792" y="4046141"/>
              <a:ext cx="4710113" cy="534987"/>
              <a:chOff x="3923792" y="3969748"/>
              <a:chExt cx="4710113" cy="534987"/>
            </a:xfrm>
          </p:grpSpPr>
          <p:sp>
            <p:nvSpPr>
              <p:cNvPr id="102" name="文本框 126">
                <a:extLst>
                  <a:ext uri="{FF2B5EF4-FFF2-40B4-BE49-F238E27FC236}">
                    <a16:creationId xmlns:a16="http://schemas.microsoft.com/office/drawing/2014/main" id="{26B380BB-72C1-4CE0-9903-CBDE07089714}"/>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3" name="矩形 102">
                <a:extLst>
                  <a:ext uri="{FF2B5EF4-FFF2-40B4-BE49-F238E27FC236}">
                    <a16:creationId xmlns:a16="http://schemas.microsoft.com/office/drawing/2014/main" id="{A38D2A4B-1834-4430-A642-D4140C17E14E}"/>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4" name="直接连接符 103">
                <a:extLst>
                  <a:ext uri="{FF2B5EF4-FFF2-40B4-BE49-F238E27FC236}">
                    <a16:creationId xmlns:a16="http://schemas.microsoft.com/office/drawing/2014/main" id="{81099C73-A91C-4B1D-9806-029495F65FE1}"/>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5" name="Freeform 306">
                <a:extLst>
                  <a:ext uri="{FF2B5EF4-FFF2-40B4-BE49-F238E27FC236}">
                    <a16:creationId xmlns:a16="http://schemas.microsoft.com/office/drawing/2014/main" id="{49024CD1-4517-4925-8BAE-3C4AE3F25764}"/>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8" name="组合 107">
            <a:extLst>
              <a:ext uri="{FF2B5EF4-FFF2-40B4-BE49-F238E27FC236}">
                <a16:creationId xmlns:a16="http://schemas.microsoft.com/office/drawing/2014/main" id="{F9E3C90D-DB3C-470A-8E04-8A571753BE0D}"/>
              </a:ext>
            </a:extLst>
          </p:cNvPr>
          <p:cNvGrpSpPr/>
          <p:nvPr>
            <p:custDataLst>
              <p:tags r:id="rId4"/>
            </p:custDataLst>
          </p:nvPr>
        </p:nvGrpSpPr>
        <p:grpSpPr>
          <a:xfrm>
            <a:off x="4517645" y="2868283"/>
            <a:ext cx="5370513" cy="534987"/>
            <a:chOff x="3275856" y="2348880"/>
            <a:chExt cx="5370513" cy="534987"/>
          </a:xfrm>
        </p:grpSpPr>
        <p:grpSp>
          <p:nvGrpSpPr>
            <p:cNvPr id="109" name="组合 108">
              <a:extLst>
                <a:ext uri="{FF2B5EF4-FFF2-40B4-BE49-F238E27FC236}">
                  <a16:creationId xmlns:a16="http://schemas.microsoft.com/office/drawing/2014/main" id="{37D2DD6E-6602-41A9-B3DB-DCCAA4E5DFD8}"/>
                </a:ext>
              </a:extLst>
            </p:cNvPr>
            <p:cNvGrpSpPr/>
            <p:nvPr/>
          </p:nvGrpSpPr>
          <p:grpSpPr>
            <a:xfrm>
              <a:off x="3275856" y="2348880"/>
              <a:ext cx="689474" cy="534987"/>
              <a:chOff x="3275856" y="2407756"/>
              <a:chExt cx="689474" cy="534987"/>
            </a:xfrm>
          </p:grpSpPr>
          <p:sp>
            <p:nvSpPr>
              <p:cNvPr id="115" name="矩形 114">
                <a:extLst>
                  <a:ext uri="{FF2B5EF4-FFF2-40B4-BE49-F238E27FC236}">
                    <a16:creationId xmlns:a16="http://schemas.microsoft.com/office/drawing/2014/main" id="{86728190-32D9-4D1A-A7FF-0FC39D0989C2}"/>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6" name="文本框 78">
                <a:extLst>
                  <a:ext uri="{FF2B5EF4-FFF2-40B4-BE49-F238E27FC236}">
                    <a16:creationId xmlns:a16="http://schemas.microsoft.com/office/drawing/2014/main" id="{20C8D3CF-C265-4C8B-82E5-F65D35A29C70}"/>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10" name="组合 109">
              <a:extLst>
                <a:ext uri="{FF2B5EF4-FFF2-40B4-BE49-F238E27FC236}">
                  <a16:creationId xmlns:a16="http://schemas.microsoft.com/office/drawing/2014/main" id="{A603605D-6EE9-46CB-93F5-13C15E9CB57A}"/>
                </a:ext>
              </a:extLst>
            </p:cNvPr>
            <p:cNvGrpSpPr/>
            <p:nvPr/>
          </p:nvGrpSpPr>
          <p:grpSpPr>
            <a:xfrm>
              <a:off x="3937844" y="2348880"/>
              <a:ext cx="4708525" cy="534987"/>
              <a:chOff x="3937844" y="2407756"/>
              <a:chExt cx="4708525" cy="534987"/>
            </a:xfrm>
          </p:grpSpPr>
          <p:sp>
            <p:nvSpPr>
              <p:cNvPr id="111" name="文本框 73">
                <a:extLst>
                  <a:ext uri="{FF2B5EF4-FFF2-40B4-BE49-F238E27FC236}">
                    <a16:creationId xmlns:a16="http://schemas.microsoft.com/office/drawing/2014/main" id="{A6A5D10E-9D49-46CD-8037-38EE4F9BE4B8}"/>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12" name="矩形 111">
                <a:extLst>
                  <a:ext uri="{FF2B5EF4-FFF2-40B4-BE49-F238E27FC236}">
                    <a16:creationId xmlns:a16="http://schemas.microsoft.com/office/drawing/2014/main" id="{09503885-09FC-442E-8A05-CFD25C72C1F1}"/>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3" name="直接连接符 112">
                <a:extLst>
                  <a:ext uri="{FF2B5EF4-FFF2-40B4-BE49-F238E27FC236}">
                    <a16:creationId xmlns:a16="http://schemas.microsoft.com/office/drawing/2014/main" id="{9606E423-0DFD-4F5C-ABF2-C830FF107C98}"/>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4" name="Freeform 30">
                <a:extLst>
                  <a:ext uri="{FF2B5EF4-FFF2-40B4-BE49-F238E27FC236}">
                    <a16:creationId xmlns:a16="http://schemas.microsoft.com/office/drawing/2014/main" id="{79C00B4E-7E08-4080-B379-8587A352960E}"/>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extLst>
      <p:ext uri="{BB962C8B-B14F-4D97-AF65-F5344CB8AC3E}">
        <p14:creationId xmlns:p14="http://schemas.microsoft.com/office/powerpoint/2010/main" val="2085449383"/>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82A679D0-E305-1F7A-3B94-48731AC19AC6}"/>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761AB956-2F19-005D-A097-C7AD8580158A}"/>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9425AC57-ED3D-1321-84DB-1FF865DC4A6D}"/>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B0401898-C936-B805-5660-13A90DC422A6}"/>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75</a:t>
            </a:fld>
            <a:endParaRPr lang="zh-HK" altLang="en-US" sz="1600" dirty="0">
              <a:solidFill>
                <a:schemeClr val="bg1"/>
              </a:solidFill>
            </a:endParaRPr>
          </a:p>
        </p:txBody>
      </p:sp>
      <p:sp>
        <p:nvSpPr>
          <p:cNvPr id="4" name="文本框 3">
            <a:extLst>
              <a:ext uri="{FF2B5EF4-FFF2-40B4-BE49-F238E27FC236}">
                <a16:creationId xmlns:a16="http://schemas.microsoft.com/office/drawing/2014/main" id="{AE485FB7-DB8B-5069-70FD-E611D3B1A572}"/>
              </a:ext>
            </a:extLst>
          </p:cNvPr>
          <p:cNvSpPr txBox="1"/>
          <p:nvPr/>
        </p:nvSpPr>
        <p:spPr>
          <a:xfrm>
            <a:off x="552000" y="837000"/>
            <a:ext cx="4392000" cy="400110"/>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dataset</a:t>
            </a:r>
            <a:endParaRPr lang="zh-CN" altLang="en-US" sz="2000" b="1"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17B01E2E-D995-A569-DE76-C98989A242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20000" y="1355593"/>
            <a:ext cx="5128904" cy="2801275"/>
          </a:xfrm>
          <a:prstGeom prst="rect">
            <a:avLst/>
          </a:prstGeom>
        </p:spPr>
      </p:pic>
    </p:spTree>
    <p:extLst>
      <p:ext uri="{BB962C8B-B14F-4D97-AF65-F5344CB8AC3E}">
        <p14:creationId xmlns:p14="http://schemas.microsoft.com/office/powerpoint/2010/main" val="1163979885"/>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DF7B0-979A-FAE7-1C81-60D8A8D9D453}"/>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38D7EE2F-167B-70C1-1006-45AC8DD9A758}"/>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F11AF994-6A0B-CC9A-9FB1-C8188DC1B5AD}"/>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EE6F800C-E97F-5C3E-222B-7587D0CA24FA}"/>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41969B77-C8D6-F17C-0670-7171671D66CA}"/>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3F722DFB-3BDA-E146-F756-029BCEE9D11F}"/>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6C565C75-13BB-E6FC-469E-777B8B30071E}"/>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76</a:t>
            </a:fld>
            <a:endParaRPr lang="zh-HK" altLang="en-US" sz="1600" dirty="0">
              <a:solidFill>
                <a:schemeClr val="bg1"/>
              </a:solidFill>
            </a:endParaRPr>
          </a:p>
        </p:txBody>
      </p:sp>
      <p:sp>
        <p:nvSpPr>
          <p:cNvPr id="2" name="文本框 1">
            <a:extLst>
              <a:ext uri="{FF2B5EF4-FFF2-40B4-BE49-F238E27FC236}">
                <a16:creationId xmlns:a16="http://schemas.microsoft.com/office/drawing/2014/main" id="{2A6DD574-ABE1-72B4-A4D4-E9E5B1A47AA4}"/>
              </a:ext>
            </a:extLst>
          </p:cNvPr>
          <p:cNvSpPr txBox="1"/>
          <p:nvPr/>
        </p:nvSpPr>
        <p:spPr>
          <a:xfrm>
            <a:off x="552000" y="837000"/>
            <a:ext cx="6192000" cy="400110"/>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DS point determination:</a:t>
            </a:r>
            <a:r>
              <a:rPr lang="zh-CN" altLang="en-US" sz="2000" b="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XJTU-SY dataset</a:t>
            </a:r>
            <a:endParaRPr lang="zh-CN" altLang="en-US" sz="2000" b="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A80211BE-23A2-EDA5-4657-F6C7362405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50441" y="1267273"/>
            <a:ext cx="9091117" cy="4975238"/>
          </a:xfrm>
          <a:prstGeom prst="rect">
            <a:avLst/>
          </a:prstGeom>
        </p:spPr>
      </p:pic>
    </p:spTree>
    <p:extLst>
      <p:ext uri="{BB962C8B-B14F-4D97-AF65-F5344CB8AC3E}">
        <p14:creationId xmlns:p14="http://schemas.microsoft.com/office/powerpoint/2010/main" val="3555597454"/>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86556-9984-D2DE-C930-86E029CAEC69}"/>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B8677805-136F-EE27-7B5E-DDAE464515EE}"/>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E875BDD3-C781-5A73-7046-865B7E626497}"/>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043C4801-2858-8088-BC52-B5E23A73A218}"/>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B0B9AC98-249D-6E1F-A44F-CA3642CDD6E7}"/>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87A41DC6-D8EA-D2B7-DDDF-5A2C7541FF59}"/>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3928D245-3A3F-4266-8C69-DF769B386762}"/>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77</a:t>
            </a:fld>
            <a:endParaRPr lang="zh-HK" altLang="en-US" sz="1600" dirty="0">
              <a:solidFill>
                <a:schemeClr val="bg1"/>
              </a:solidFill>
            </a:endParaRPr>
          </a:p>
        </p:txBody>
      </p:sp>
      <p:sp>
        <p:nvSpPr>
          <p:cNvPr id="2" name="文本框 1">
            <a:extLst>
              <a:ext uri="{FF2B5EF4-FFF2-40B4-BE49-F238E27FC236}">
                <a16:creationId xmlns:a16="http://schemas.microsoft.com/office/drawing/2014/main" id="{08D7F6BC-9CB9-D168-ECD2-F75B0DC8C158}"/>
              </a:ext>
            </a:extLst>
          </p:cNvPr>
          <p:cNvSpPr txBox="1"/>
          <p:nvPr/>
        </p:nvSpPr>
        <p:spPr>
          <a:xfrm>
            <a:off x="552000" y="909000"/>
            <a:ext cx="4752000" cy="400110"/>
          </a:xfrm>
          <a:prstGeom prst="rect">
            <a:avLst/>
          </a:prstGeom>
          <a:noFill/>
        </p:spPr>
        <p:txBody>
          <a:bodyPr wrap="square">
            <a:spAutoFit/>
          </a:bodyPr>
          <a:lstStyle/>
          <a:p>
            <a:r>
              <a:rPr lang="en-US" altLang="zh-CN" sz="2000" b="1">
                <a:latin typeface="Times New Roman" panose="02020603050405020304" pitchFamily="18" charset="0"/>
                <a:cs typeface="Times New Roman" panose="02020603050405020304" pitchFamily="18" charset="0"/>
              </a:rPr>
              <a:t>Accuracy analysis</a:t>
            </a:r>
            <a:endParaRPr lang="zh-CN" altLang="en-US" sz="2000" b="1"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E7E8881F-AC52-8701-90F0-1EAAD173AE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88000" y="-27000"/>
            <a:ext cx="6272570" cy="6818010"/>
          </a:xfrm>
          <a:prstGeom prst="rect">
            <a:avLst/>
          </a:prstGeom>
        </p:spPr>
      </p:pic>
    </p:spTree>
    <p:extLst>
      <p:ext uri="{BB962C8B-B14F-4D97-AF65-F5344CB8AC3E}">
        <p14:creationId xmlns:p14="http://schemas.microsoft.com/office/powerpoint/2010/main" val="3966814493"/>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22411-C6C4-2E6C-876B-E52EC1F2F592}"/>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58E67D22-0EB2-9BEA-B0EA-826699A4C80D}"/>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111D1E90-4CCF-B463-5370-8CEEA5BF3711}"/>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CC93A6FC-5BE6-1B9C-A1A2-948A74F0A0F9}"/>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DB6ECACD-97F7-5A0F-7FCA-C201DB9914BB}"/>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39D10BB5-7D99-2FBE-CDAB-281272502014}"/>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BA01CDF7-ABE3-27A8-4D01-6F4E9B142A1A}"/>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78</a:t>
            </a:fld>
            <a:endParaRPr lang="zh-HK" altLang="en-US" sz="1600" dirty="0">
              <a:solidFill>
                <a:schemeClr val="bg1"/>
              </a:solidFill>
            </a:endParaRPr>
          </a:p>
        </p:txBody>
      </p:sp>
      <p:sp>
        <p:nvSpPr>
          <p:cNvPr id="2" name="文本框 1">
            <a:extLst>
              <a:ext uri="{FF2B5EF4-FFF2-40B4-BE49-F238E27FC236}">
                <a16:creationId xmlns:a16="http://schemas.microsoft.com/office/drawing/2014/main" id="{22EC84E0-839B-4FF3-B2C0-7FB92615E6AB}"/>
              </a:ext>
            </a:extLst>
          </p:cNvPr>
          <p:cNvSpPr txBox="1"/>
          <p:nvPr/>
        </p:nvSpPr>
        <p:spPr>
          <a:xfrm>
            <a:off x="552000" y="837000"/>
            <a:ext cx="8568000" cy="400110"/>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Ablation experiments-Effectiveness of time-frequency-spatial joint </a:t>
            </a:r>
            <a:r>
              <a:rPr lang="en-US" altLang="zh-CN" sz="2000" b="1" dirty="0" err="1">
                <a:latin typeface="Times New Roman" panose="02020603050405020304" pitchFamily="18" charset="0"/>
                <a:cs typeface="Times New Roman" panose="02020603050405020304" pitchFamily="18" charset="0"/>
              </a:rPr>
              <a:t>learnin</a:t>
            </a:r>
            <a:endParaRPr lang="zh-CN" altLang="en-US" sz="2000" b="1"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66169D26-0DC1-587D-34C9-596EECA042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10286" y="1914714"/>
            <a:ext cx="9771428" cy="3028571"/>
          </a:xfrm>
          <a:prstGeom prst="rect">
            <a:avLst/>
          </a:prstGeom>
        </p:spPr>
      </p:pic>
    </p:spTree>
    <p:extLst>
      <p:ext uri="{BB962C8B-B14F-4D97-AF65-F5344CB8AC3E}">
        <p14:creationId xmlns:p14="http://schemas.microsoft.com/office/powerpoint/2010/main" val="3306547971"/>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FE6FB-2C68-2C80-FBB8-C5823760F049}"/>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E399D42F-9E38-2520-6325-25F4F3E17AB2}"/>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1F704A4C-9DD4-F2C9-5AB2-717A3465B56E}"/>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6CBE041F-6F0A-0120-1313-FF5FA2395EC7}"/>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639FB1F6-1B08-EF95-8E43-9C879B86E40B}"/>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8934E098-D26E-ECAB-06B3-F052372328F2}"/>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E453FC57-11F2-8E50-FD99-46B53468367A}"/>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79</a:t>
            </a:fld>
            <a:endParaRPr lang="zh-HK" altLang="en-US" sz="1600" dirty="0">
              <a:solidFill>
                <a:schemeClr val="bg1"/>
              </a:solidFill>
            </a:endParaRPr>
          </a:p>
        </p:txBody>
      </p:sp>
      <p:pic>
        <p:nvPicPr>
          <p:cNvPr id="6" name="图片 5">
            <a:extLst>
              <a:ext uri="{FF2B5EF4-FFF2-40B4-BE49-F238E27FC236}">
                <a16:creationId xmlns:a16="http://schemas.microsoft.com/office/drawing/2014/main" id="{322A3D8A-8F96-DB0C-423F-820A96F5AF7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1714" y="1354109"/>
            <a:ext cx="9828571" cy="4752381"/>
          </a:xfrm>
          <a:prstGeom prst="rect">
            <a:avLst/>
          </a:prstGeom>
        </p:spPr>
      </p:pic>
      <p:sp>
        <p:nvSpPr>
          <p:cNvPr id="8" name="文本框 7">
            <a:extLst>
              <a:ext uri="{FF2B5EF4-FFF2-40B4-BE49-F238E27FC236}">
                <a16:creationId xmlns:a16="http://schemas.microsoft.com/office/drawing/2014/main" id="{E2B72B27-603E-8CDC-95F6-AF0C8DAAF7D1}"/>
              </a:ext>
            </a:extLst>
          </p:cNvPr>
          <p:cNvSpPr txBox="1"/>
          <p:nvPr/>
        </p:nvSpPr>
        <p:spPr>
          <a:xfrm>
            <a:off x="552000" y="874279"/>
            <a:ext cx="8352000" cy="369332"/>
          </a:xfrm>
          <a:prstGeom prst="rect">
            <a:avLst/>
          </a:prstGeom>
          <a:noFill/>
        </p:spPr>
        <p:txBody>
          <a:bodyPr wrap="square">
            <a:spAutoFit/>
          </a:bodyPr>
          <a:lstStyle/>
          <a:p>
            <a:r>
              <a:rPr lang="en-US" altLang="zh-CN" sz="1800" b="1" dirty="0">
                <a:latin typeface="Times New Roman" panose="02020603050405020304" pitchFamily="18" charset="0"/>
                <a:cs typeface="Times New Roman" panose="02020603050405020304" pitchFamily="18" charset="0"/>
              </a:rPr>
              <a:t>Ablation experiments-Effectiveness of orthogonal tensor decomposition</a:t>
            </a:r>
            <a:endParaRPr lang="zh-CN" alt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7237978"/>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 name="组合 108"/>
          <p:cNvGrpSpPr/>
          <p:nvPr/>
        </p:nvGrpSpPr>
        <p:grpSpPr>
          <a:xfrm>
            <a:off x="1524000" y="6569404"/>
            <a:ext cx="9144000" cy="288596"/>
            <a:chOff x="0" y="6569404"/>
            <a:chExt cx="9144000" cy="288596"/>
          </a:xfrm>
        </p:grpSpPr>
        <p:sp>
          <p:nvSpPr>
            <p:cNvPr id="110"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11"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3"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66"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sp>
        <p:nvSpPr>
          <p:cNvPr id="7" name="灯片编号占位符 6">
            <a:extLst>
              <a:ext uri="{FF2B5EF4-FFF2-40B4-BE49-F238E27FC236}">
                <a16:creationId xmlns:a16="http://schemas.microsoft.com/office/drawing/2014/main" id="{D72DC067-6454-5C44-5478-3C2D99CA6DBC}"/>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80</a:t>
            </a:fld>
            <a:endParaRPr lang="zh-HK" altLang="en-US">
              <a:solidFill>
                <a:prstClr val="black">
                  <a:tint val="75000"/>
                </a:prstClr>
              </a:solidFill>
            </a:endParaRPr>
          </a:p>
        </p:txBody>
      </p:sp>
      <p:grpSp>
        <p:nvGrpSpPr>
          <p:cNvPr id="8" name="组合 7">
            <a:extLst>
              <a:ext uri="{FF2B5EF4-FFF2-40B4-BE49-F238E27FC236}">
                <a16:creationId xmlns:a16="http://schemas.microsoft.com/office/drawing/2014/main" id="{0A1864C7-D576-1BFC-9C32-9970CA7847B7}"/>
              </a:ext>
            </a:extLst>
          </p:cNvPr>
          <p:cNvGrpSpPr/>
          <p:nvPr/>
        </p:nvGrpSpPr>
        <p:grpSpPr>
          <a:xfrm>
            <a:off x="-1" y="6553200"/>
            <a:ext cx="12192001" cy="304800"/>
            <a:chOff x="0" y="6569404"/>
            <a:chExt cx="9144000" cy="288000"/>
          </a:xfrm>
        </p:grpSpPr>
        <p:sp>
          <p:nvSpPr>
            <p:cNvPr id="9" name="矩形 8">
              <a:extLst>
                <a:ext uri="{FF2B5EF4-FFF2-40B4-BE49-F238E27FC236}">
                  <a16:creationId xmlns:a16="http://schemas.microsoft.com/office/drawing/2014/main" id="{AF016458-5FED-AF55-ADAE-409033E334EA}"/>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CC8E0358-54C8-7C0C-D39E-08D973659E64}"/>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a:extLst>
              <a:ext uri="{FF2B5EF4-FFF2-40B4-BE49-F238E27FC236}">
                <a16:creationId xmlns:a16="http://schemas.microsoft.com/office/drawing/2014/main" id="{065D8500-7A0C-7EA1-C76B-C1DF81943882}"/>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80</a:t>
            </a:fld>
            <a:endParaRPr lang="zh-HK" altLang="en-US" sz="1600" dirty="0">
              <a:solidFill>
                <a:schemeClr val="bg1"/>
              </a:solidFill>
            </a:endParaRPr>
          </a:p>
        </p:txBody>
      </p:sp>
      <p:pic>
        <p:nvPicPr>
          <p:cNvPr id="24" name="图片 23">
            <a:extLst>
              <a:ext uri="{FF2B5EF4-FFF2-40B4-BE49-F238E27FC236}">
                <a16:creationId xmlns:a16="http://schemas.microsoft.com/office/drawing/2014/main" id="{2E7D5127-C24F-6A7D-5B34-F0A1F5CA65D7}"/>
              </a:ext>
            </a:extLst>
          </p:cNvPr>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67" name="组合 18">
            <a:extLst>
              <a:ext uri="{FF2B5EF4-FFF2-40B4-BE49-F238E27FC236}">
                <a16:creationId xmlns:a16="http://schemas.microsoft.com/office/drawing/2014/main" id="{4F4B3B72-1112-4CE0-9C55-56CA3A0F8C45}"/>
              </a:ext>
            </a:extLst>
          </p:cNvPr>
          <p:cNvGrpSpPr/>
          <p:nvPr/>
        </p:nvGrpSpPr>
        <p:grpSpPr bwMode="auto">
          <a:xfrm>
            <a:off x="2409457" y="2650330"/>
            <a:ext cx="1505450" cy="1479472"/>
            <a:chOff x="1709739" y="2636838"/>
            <a:chExt cx="1590160" cy="1584325"/>
          </a:xfrm>
          <a:solidFill>
            <a:srgbClr val="044875"/>
          </a:solidFill>
        </p:grpSpPr>
        <p:sp>
          <p:nvSpPr>
            <p:cNvPr id="68" name="Freeform 6">
              <a:extLst>
                <a:ext uri="{FF2B5EF4-FFF2-40B4-BE49-F238E27FC236}">
                  <a16:creationId xmlns:a16="http://schemas.microsoft.com/office/drawing/2014/main" id="{6D56F852-A466-426C-8419-DA70488DF3BF}"/>
                </a:ext>
              </a:extLst>
            </p:cNvPr>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69" name="Freeform 7">
              <a:extLst>
                <a:ext uri="{FF2B5EF4-FFF2-40B4-BE49-F238E27FC236}">
                  <a16:creationId xmlns:a16="http://schemas.microsoft.com/office/drawing/2014/main" id="{1CAFAF37-C2C2-4B4E-A11F-6688675D38E7}"/>
                </a:ext>
              </a:extLst>
            </p:cNvPr>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0" name="Freeform 8">
              <a:extLst>
                <a:ext uri="{FF2B5EF4-FFF2-40B4-BE49-F238E27FC236}">
                  <a16:creationId xmlns:a16="http://schemas.microsoft.com/office/drawing/2014/main" id="{A7E6BDDD-830F-4C38-8C40-869A13E61944}"/>
                </a:ext>
              </a:extLst>
            </p:cNvPr>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1" name="Freeform 9">
              <a:extLst>
                <a:ext uri="{FF2B5EF4-FFF2-40B4-BE49-F238E27FC236}">
                  <a16:creationId xmlns:a16="http://schemas.microsoft.com/office/drawing/2014/main" id="{47B9CF8A-402F-44C7-9B6C-3981649071BF}"/>
                </a:ext>
              </a:extLst>
            </p:cNvPr>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2" name="Freeform 10">
              <a:extLst>
                <a:ext uri="{FF2B5EF4-FFF2-40B4-BE49-F238E27FC236}">
                  <a16:creationId xmlns:a16="http://schemas.microsoft.com/office/drawing/2014/main" id="{B66EAF6B-0748-472B-943C-1070775E93B1}"/>
                </a:ext>
              </a:extLst>
            </p:cNvPr>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3" name="Freeform 11">
              <a:extLst>
                <a:ext uri="{FF2B5EF4-FFF2-40B4-BE49-F238E27FC236}">
                  <a16:creationId xmlns:a16="http://schemas.microsoft.com/office/drawing/2014/main" id="{7D24E581-A7A5-4CDB-BB32-CD61869E6752}"/>
                </a:ext>
              </a:extLst>
            </p:cNvPr>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4" name="Freeform 12">
              <a:extLst>
                <a:ext uri="{FF2B5EF4-FFF2-40B4-BE49-F238E27FC236}">
                  <a16:creationId xmlns:a16="http://schemas.microsoft.com/office/drawing/2014/main" id="{FDA1F43C-7CE0-4598-B8BE-744ED67238FD}"/>
                </a:ext>
              </a:extLst>
            </p:cNvPr>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5" name="Freeform 13">
              <a:extLst>
                <a:ext uri="{FF2B5EF4-FFF2-40B4-BE49-F238E27FC236}">
                  <a16:creationId xmlns:a16="http://schemas.microsoft.com/office/drawing/2014/main" id="{058DAFF1-766E-48D2-B288-B90CE383D4FC}"/>
                </a:ext>
              </a:extLst>
            </p:cNvPr>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sp>
          <p:nvSpPr>
            <p:cNvPr id="76" name="Freeform 14">
              <a:extLst>
                <a:ext uri="{FF2B5EF4-FFF2-40B4-BE49-F238E27FC236}">
                  <a16:creationId xmlns:a16="http://schemas.microsoft.com/office/drawing/2014/main" id="{42CC6597-35D9-43B5-A3ED-63614DD410DA}"/>
                </a:ext>
              </a:extLst>
            </p:cNvPr>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ea typeface="PMingLiU-ExtB" panose="02020500000000000000" charset="-120"/>
              </a:endParaRPr>
            </a:p>
          </p:txBody>
        </p:sp>
      </p:grpSp>
      <p:sp>
        <p:nvSpPr>
          <p:cNvPr id="77" name="文本框 76">
            <a:extLst>
              <a:ext uri="{FF2B5EF4-FFF2-40B4-BE49-F238E27FC236}">
                <a16:creationId xmlns:a16="http://schemas.microsoft.com/office/drawing/2014/main" id="{57DAAB26-BD15-492B-97E8-B6E4D7B680B6}"/>
              </a:ext>
            </a:extLst>
          </p:cNvPr>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8" name="组合 77">
            <a:extLst>
              <a:ext uri="{FF2B5EF4-FFF2-40B4-BE49-F238E27FC236}">
                <a16:creationId xmlns:a16="http://schemas.microsoft.com/office/drawing/2014/main" id="{D2344DC4-9F2C-4ED8-8B17-C227EEA5B48D}"/>
              </a:ext>
            </a:extLst>
          </p:cNvPr>
          <p:cNvGrpSpPr/>
          <p:nvPr>
            <p:custDataLst>
              <p:tags r:id="rId1"/>
            </p:custDataLst>
          </p:nvPr>
        </p:nvGrpSpPr>
        <p:grpSpPr>
          <a:xfrm>
            <a:off x="4523741" y="2047924"/>
            <a:ext cx="5370513" cy="534987"/>
            <a:chOff x="3281952" y="1484784"/>
            <a:chExt cx="5370513" cy="534987"/>
          </a:xfrm>
        </p:grpSpPr>
        <p:grpSp>
          <p:nvGrpSpPr>
            <p:cNvPr id="79" name="组合 78">
              <a:extLst>
                <a:ext uri="{FF2B5EF4-FFF2-40B4-BE49-F238E27FC236}">
                  <a16:creationId xmlns:a16="http://schemas.microsoft.com/office/drawing/2014/main" id="{89972190-B8B9-4CDB-98A6-E09DCD77CDD2}"/>
                </a:ext>
              </a:extLst>
            </p:cNvPr>
            <p:cNvGrpSpPr/>
            <p:nvPr/>
          </p:nvGrpSpPr>
          <p:grpSpPr>
            <a:xfrm>
              <a:off x="3943940" y="1484784"/>
              <a:ext cx="4708525" cy="534987"/>
              <a:chOff x="3943940" y="1626760"/>
              <a:chExt cx="4708525" cy="534987"/>
            </a:xfrm>
          </p:grpSpPr>
          <p:sp>
            <p:nvSpPr>
              <p:cNvPr id="83" name="Freeform 74">
                <a:extLst>
                  <a:ext uri="{FF2B5EF4-FFF2-40B4-BE49-F238E27FC236}">
                    <a16:creationId xmlns:a16="http://schemas.microsoft.com/office/drawing/2014/main" id="{965C614A-78EF-4F5B-8B7B-F2A84706EA05}"/>
                  </a:ext>
                </a:extLst>
              </p:cNvPr>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pPr>
                  <a:defRPr/>
                </a:pPr>
                <a:endParaRPr lang="zh-CN" altLang="en-US" b="1">
                  <a:solidFill>
                    <a:prstClr val="black"/>
                  </a:solidFill>
                </a:endParaRPr>
              </a:p>
            </p:txBody>
          </p:sp>
          <p:sp>
            <p:nvSpPr>
              <p:cNvPr id="84" name="文本框 20">
                <a:extLst>
                  <a:ext uri="{FF2B5EF4-FFF2-40B4-BE49-F238E27FC236}">
                    <a16:creationId xmlns:a16="http://schemas.microsoft.com/office/drawing/2014/main" id="{0AECAA5A-E96F-4BBF-B707-57EA00AE266E}"/>
                  </a:ext>
                </a:extLst>
              </p:cNvPr>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85" name="矩形 84">
                <a:extLst>
                  <a:ext uri="{FF2B5EF4-FFF2-40B4-BE49-F238E27FC236}">
                    <a16:creationId xmlns:a16="http://schemas.microsoft.com/office/drawing/2014/main" id="{24283366-B30C-441B-888B-3F54623FE6B2}"/>
                  </a:ext>
                </a:extLst>
              </p:cNvPr>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87" name="直接连接符 86">
                <a:extLst>
                  <a:ext uri="{FF2B5EF4-FFF2-40B4-BE49-F238E27FC236}">
                    <a16:creationId xmlns:a16="http://schemas.microsoft.com/office/drawing/2014/main" id="{1BDB7EE8-BB2D-40E3-AE5F-51E9C9E1C8B1}"/>
                  </a:ext>
                </a:extLst>
              </p:cNvPr>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80" name="组合 79">
              <a:extLst>
                <a:ext uri="{FF2B5EF4-FFF2-40B4-BE49-F238E27FC236}">
                  <a16:creationId xmlns:a16="http://schemas.microsoft.com/office/drawing/2014/main" id="{B405A948-24DE-4B52-B45E-88718AC2C2A9}"/>
                </a:ext>
              </a:extLst>
            </p:cNvPr>
            <p:cNvGrpSpPr/>
            <p:nvPr/>
          </p:nvGrpSpPr>
          <p:grpSpPr>
            <a:xfrm>
              <a:off x="3281952" y="1484784"/>
              <a:ext cx="689642" cy="534987"/>
              <a:chOff x="3281952" y="1626760"/>
              <a:chExt cx="689642" cy="534987"/>
            </a:xfrm>
          </p:grpSpPr>
          <p:sp>
            <p:nvSpPr>
              <p:cNvPr id="81" name="矩形 80">
                <a:extLst>
                  <a:ext uri="{FF2B5EF4-FFF2-40B4-BE49-F238E27FC236}">
                    <a16:creationId xmlns:a16="http://schemas.microsoft.com/office/drawing/2014/main" id="{20DA4F1E-C999-485D-B24D-50BA390E67EF}"/>
                  </a:ext>
                </a:extLst>
              </p:cNvPr>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2" name="文本框 18">
                <a:extLst>
                  <a:ext uri="{FF2B5EF4-FFF2-40B4-BE49-F238E27FC236}">
                    <a16:creationId xmlns:a16="http://schemas.microsoft.com/office/drawing/2014/main" id="{C041ABC9-E4EE-42E5-887A-075619736F15}"/>
                  </a:ext>
                </a:extLst>
              </p:cNvPr>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88" name="组合 87">
            <a:extLst>
              <a:ext uri="{FF2B5EF4-FFF2-40B4-BE49-F238E27FC236}">
                <a16:creationId xmlns:a16="http://schemas.microsoft.com/office/drawing/2014/main" id="{A2C0EBBD-46D7-4207-957B-ED21CEE3930E}"/>
              </a:ext>
            </a:extLst>
          </p:cNvPr>
          <p:cNvGrpSpPr/>
          <p:nvPr>
            <p:custDataLst>
              <p:tags r:id="rId2"/>
            </p:custDataLst>
          </p:nvPr>
        </p:nvGrpSpPr>
        <p:grpSpPr>
          <a:xfrm>
            <a:off x="4503593" y="3688642"/>
            <a:ext cx="5372100" cy="534987"/>
            <a:chOff x="3261805" y="3188752"/>
            <a:chExt cx="5372100" cy="534987"/>
          </a:xfrm>
        </p:grpSpPr>
        <p:grpSp>
          <p:nvGrpSpPr>
            <p:cNvPr id="91" name="组合 90">
              <a:extLst>
                <a:ext uri="{FF2B5EF4-FFF2-40B4-BE49-F238E27FC236}">
                  <a16:creationId xmlns:a16="http://schemas.microsoft.com/office/drawing/2014/main" id="{F92C03BE-65E4-4480-82C0-9DB5A99A3CC7}"/>
                </a:ext>
              </a:extLst>
            </p:cNvPr>
            <p:cNvGrpSpPr/>
            <p:nvPr/>
          </p:nvGrpSpPr>
          <p:grpSpPr>
            <a:xfrm>
              <a:off x="3261805" y="3188752"/>
              <a:ext cx="689593" cy="534987"/>
              <a:chOff x="3261805" y="3188752"/>
              <a:chExt cx="689593" cy="534987"/>
            </a:xfrm>
          </p:grpSpPr>
          <p:sp>
            <p:nvSpPr>
              <p:cNvPr id="103" name="矩形 102">
                <a:extLst>
                  <a:ext uri="{FF2B5EF4-FFF2-40B4-BE49-F238E27FC236}">
                    <a16:creationId xmlns:a16="http://schemas.microsoft.com/office/drawing/2014/main" id="{0088DFEA-7C96-4145-8936-3E750168ED57}"/>
                  </a:ext>
                </a:extLst>
              </p:cNvPr>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4" name="文本框 86">
                <a:extLst>
                  <a:ext uri="{FF2B5EF4-FFF2-40B4-BE49-F238E27FC236}">
                    <a16:creationId xmlns:a16="http://schemas.microsoft.com/office/drawing/2014/main" id="{20E3A24E-D6F7-49F3-B639-A64E3A6BCF0D}"/>
                  </a:ext>
                </a:extLst>
              </p:cNvPr>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95" name="组合 94">
              <a:extLst>
                <a:ext uri="{FF2B5EF4-FFF2-40B4-BE49-F238E27FC236}">
                  <a16:creationId xmlns:a16="http://schemas.microsoft.com/office/drawing/2014/main" id="{2C607980-899F-4ED3-AB4F-FF72F2E12BFA}"/>
                </a:ext>
              </a:extLst>
            </p:cNvPr>
            <p:cNvGrpSpPr/>
            <p:nvPr/>
          </p:nvGrpSpPr>
          <p:grpSpPr>
            <a:xfrm>
              <a:off x="3923792" y="3188752"/>
              <a:ext cx="4710113" cy="534987"/>
              <a:chOff x="3923792" y="3188752"/>
              <a:chExt cx="4710113" cy="534987"/>
            </a:xfrm>
          </p:grpSpPr>
          <p:sp>
            <p:nvSpPr>
              <p:cNvPr id="99" name="文本框 81">
                <a:extLst>
                  <a:ext uri="{FF2B5EF4-FFF2-40B4-BE49-F238E27FC236}">
                    <a16:creationId xmlns:a16="http://schemas.microsoft.com/office/drawing/2014/main" id="{3B659916-9D0E-4555-B612-38751A98F437}"/>
                  </a:ext>
                </a:extLst>
              </p:cNvPr>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0" name="矩形 99">
                <a:extLst>
                  <a:ext uri="{FF2B5EF4-FFF2-40B4-BE49-F238E27FC236}">
                    <a16:creationId xmlns:a16="http://schemas.microsoft.com/office/drawing/2014/main" id="{C8AEA70D-0605-436F-9FAB-4DFAD5EB981E}"/>
                  </a:ext>
                </a:extLst>
              </p:cNvPr>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01" name="直接连接符 100">
                <a:extLst>
                  <a:ext uri="{FF2B5EF4-FFF2-40B4-BE49-F238E27FC236}">
                    <a16:creationId xmlns:a16="http://schemas.microsoft.com/office/drawing/2014/main" id="{B2F39B48-40EE-4AE9-A60D-F033E79E09BC}"/>
                  </a:ext>
                </a:extLst>
              </p:cNvPr>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2" name="Freeform 71">
                <a:extLst>
                  <a:ext uri="{FF2B5EF4-FFF2-40B4-BE49-F238E27FC236}">
                    <a16:creationId xmlns:a16="http://schemas.microsoft.com/office/drawing/2014/main" id="{1BD051D1-9D87-42D9-8659-9F6B8796AB83}"/>
                  </a:ext>
                </a:extLst>
              </p:cNvPr>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pPr>
                  <a:defRPr/>
                </a:pPr>
                <a:endParaRPr lang="zh-CN" altLang="en-US" b="1">
                  <a:solidFill>
                    <a:prstClr val="black"/>
                  </a:solidFill>
                </a:endParaRPr>
              </a:p>
            </p:txBody>
          </p:sp>
        </p:grpSp>
      </p:grpSp>
      <p:grpSp>
        <p:nvGrpSpPr>
          <p:cNvPr id="105" name="组合 104">
            <a:extLst>
              <a:ext uri="{FF2B5EF4-FFF2-40B4-BE49-F238E27FC236}">
                <a16:creationId xmlns:a16="http://schemas.microsoft.com/office/drawing/2014/main" id="{C611EC0C-7CEC-462C-96FC-1D09093E5D30}"/>
              </a:ext>
            </a:extLst>
          </p:cNvPr>
          <p:cNvGrpSpPr/>
          <p:nvPr>
            <p:custDataLst>
              <p:tags r:id="rId3"/>
            </p:custDataLst>
          </p:nvPr>
        </p:nvGrpSpPr>
        <p:grpSpPr>
          <a:xfrm>
            <a:off x="4503593" y="4509001"/>
            <a:ext cx="5372100" cy="534987"/>
            <a:chOff x="3261805" y="4046141"/>
            <a:chExt cx="5372100" cy="534987"/>
          </a:xfrm>
        </p:grpSpPr>
        <p:grpSp>
          <p:nvGrpSpPr>
            <p:cNvPr id="106" name="组合 105">
              <a:extLst>
                <a:ext uri="{FF2B5EF4-FFF2-40B4-BE49-F238E27FC236}">
                  <a16:creationId xmlns:a16="http://schemas.microsoft.com/office/drawing/2014/main" id="{7BE24A72-8444-4978-A874-447324F54CF3}"/>
                </a:ext>
              </a:extLst>
            </p:cNvPr>
            <p:cNvGrpSpPr/>
            <p:nvPr/>
          </p:nvGrpSpPr>
          <p:grpSpPr>
            <a:xfrm>
              <a:off x="3261805" y="4046141"/>
              <a:ext cx="689447" cy="534987"/>
              <a:chOff x="3261805" y="3969748"/>
              <a:chExt cx="689447" cy="534987"/>
            </a:xfrm>
          </p:grpSpPr>
          <p:sp>
            <p:nvSpPr>
              <p:cNvPr id="115" name="矩形 114">
                <a:extLst>
                  <a:ext uri="{FF2B5EF4-FFF2-40B4-BE49-F238E27FC236}">
                    <a16:creationId xmlns:a16="http://schemas.microsoft.com/office/drawing/2014/main" id="{E8F5DB9C-16BD-4CD5-9CE2-B9CFECD87AF4}"/>
                  </a:ext>
                </a:extLst>
              </p:cNvPr>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6" name="文本框 131">
                <a:extLst>
                  <a:ext uri="{FF2B5EF4-FFF2-40B4-BE49-F238E27FC236}">
                    <a16:creationId xmlns:a16="http://schemas.microsoft.com/office/drawing/2014/main" id="{7F2523E2-4A08-4AD4-B339-97137A301499}"/>
                  </a:ext>
                </a:extLst>
              </p:cNvPr>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107" name="组合 106">
              <a:extLst>
                <a:ext uri="{FF2B5EF4-FFF2-40B4-BE49-F238E27FC236}">
                  <a16:creationId xmlns:a16="http://schemas.microsoft.com/office/drawing/2014/main" id="{FA47ACB0-DE5F-48DB-AFD5-10E93E9AAFFD}"/>
                </a:ext>
              </a:extLst>
            </p:cNvPr>
            <p:cNvGrpSpPr/>
            <p:nvPr/>
          </p:nvGrpSpPr>
          <p:grpSpPr>
            <a:xfrm>
              <a:off x="3923792" y="4046141"/>
              <a:ext cx="4710113" cy="534987"/>
              <a:chOff x="3923792" y="3969748"/>
              <a:chExt cx="4710113" cy="534987"/>
            </a:xfrm>
          </p:grpSpPr>
          <p:sp>
            <p:nvSpPr>
              <p:cNvPr id="108" name="文本框 126">
                <a:extLst>
                  <a:ext uri="{FF2B5EF4-FFF2-40B4-BE49-F238E27FC236}">
                    <a16:creationId xmlns:a16="http://schemas.microsoft.com/office/drawing/2014/main" id="{716FD88E-995F-426B-A5C1-F56B657F2788}"/>
                  </a:ext>
                </a:extLst>
              </p:cNvPr>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12" name="矩形 111">
                <a:extLst>
                  <a:ext uri="{FF2B5EF4-FFF2-40B4-BE49-F238E27FC236}">
                    <a16:creationId xmlns:a16="http://schemas.microsoft.com/office/drawing/2014/main" id="{6D02989E-C02A-4DC4-89A8-1A3FE4067E8B}"/>
                  </a:ext>
                </a:extLst>
              </p:cNvPr>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13" name="直接连接符 112">
                <a:extLst>
                  <a:ext uri="{FF2B5EF4-FFF2-40B4-BE49-F238E27FC236}">
                    <a16:creationId xmlns:a16="http://schemas.microsoft.com/office/drawing/2014/main" id="{1C90C3CE-0D58-48FA-AE66-1C3EAFB3896C}"/>
                  </a:ext>
                </a:extLst>
              </p:cNvPr>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4" name="Freeform 306">
                <a:extLst>
                  <a:ext uri="{FF2B5EF4-FFF2-40B4-BE49-F238E27FC236}">
                    <a16:creationId xmlns:a16="http://schemas.microsoft.com/office/drawing/2014/main" id="{E466659E-8FE1-4BA3-919D-2AB4C1CB8B41}"/>
                  </a:ext>
                </a:extLst>
              </p:cNvPr>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endParaRPr>
              </a:p>
            </p:txBody>
          </p:sp>
        </p:grpSp>
      </p:grpSp>
      <p:grpSp>
        <p:nvGrpSpPr>
          <p:cNvPr id="117" name="组合 116">
            <a:extLst>
              <a:ext uri="{FF2B5EF4-FFF2-40B4-BE49-F238E27FC236}">
                <a16:creationId xmlns:a16="http://schemas.microsoft.com/office/drawing/2014/main" id="{072634BD-43B4-4F9C-8BC7-9DA097FCDD50}"/>
              </a:ext>
            </a:extLst>
          </p:cNvPr>
          <p:cNvGrpSpPr/>
          <p:nvPr>
            <p:custDataLst>
              <p:tags r:id="rId4"/>
            </p:custDataLst>
          </p:nvPr>
        </p:nvGrpSpPr>
        <p:grpSpPr>
          <a:xfrm>
            <a:off x="4517645" y="2868283"/>
            <a:ext cx="5370513" cy="534987"/>
            <a:chOff x="3275856" y="2348880"/>
            <a:chExt cx="5370513" cy="534987"/>
          </a:xfrm>
        </p:grpSpPr>
        <p:grpSp>
          <p:nvGrpSpPr>
            <p:cNvPr id="118" name="组合 117">
              <a:extLst>
                <a:ext uri="{FF2B5EF4-FFF2-40B4-BE49-F238E27FC236}">
                  <a16:creationId xmlns:a16="http://schemas.microsoft.com/office/drawing/2014/main" id="{B0F98D02-F491-47E1-A265-8F60B171BCF7}"/>
                </a:ext>
              </a:extLst>
            </p:cNvPr>
            <p:cNvGrpSpPr/>
            <p:nvPr/>
          </p:nvGrpSpPr>
          <p:grpSpPr>
            <a:xfrm>
              <a:off x="3275856" y="2348880"/>
              <a:ext cx="689474" cy="534987"/>
              <a:chOff x="3275856" y="2407756"/>
              <a:chExt cx="689474" cy="534987"/>
            </a:xfrm>
          </p:grpSpPr>
          <p:sp>
            <p:nvSpPr>
              <p:cNvPr id="124" name="矩形 123">
                <a:extLst>
                  <a:ext uri="{FF2B5EF4-FFF2-40B4-BE49-F238E27FC236}">
                    <a16:creationId xmlns:a16="http://schemas.microsoft.com/office/drawing/2014/main" id="{367B2F9B-9FB2-498C-AD93-DAC733D47948}"/>
                  </a:ext>
                </a:extLst>
              </p:cNvPr>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5" name="文本框 78">
                <a:extLst>
                  <a:ext uri="{FF2B5EF4-FFF2-40B4-BE49-F238E27FC236}">
                    <a16:creationId xmlns:a16="http://schemas.microsoft.com/office/drawing/2014/main" id="{DAD6E879-E510-40FC-87E1-4935F06844FD}"/>
                  </a:ext>
                </a:extLst>
              </p:cNvPr>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19" name="组合 118">
              <a:extLst>
                <a:ext uri="{FF2B5EF4-FFF2-40B4-BE49-F238E27FC236}">
                  <a16:creationId xmlns:a16="http://schemas.microsoft.com/office/drawing/2014/main" id="{CDF420F0-3708-4C04-934E-AAEAB0788A2E}"/>
                </a:ext>
              </a:extLst>
            </p:cNvPr>
            <p:cNvGrpSpPr/>
            <p:nvPr/>
          </p:nvGrpSpPr>
          <p:grpSpPr>
            <a:xfrm>
              <a:off x="3937844" y="2348880"/>
              <a:ext cx="4708525" cy="534987"/>
              <a:chOff x="3937844" y="2407756"/>
              <a:chExt cx="4708525" cy="534987"/>
            </a:xfrm>
          </p:grpSpPr>
          <p:sp>
            <p:nvSpPr>
              <p:cNvPr id="120" name="文本框 73">
                <a:extLst>
                  <a:ext uri="{FF2B5EF4-FFF2-40B4-BE49-F238E27FC236}">
                    <a16:creationId xmlns:a16="http://schemas.microsoft.com/office/drawing/2014/main" id="{02730070-61B1-49F7-9068-492DABCD78C8}"/>
                  </a:ext>
                </a:extLst>
              </p:cNvPr>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21" name="矩形 120">
                <a:extLst>
                  <a:ext uri="{FF2B5EF4-FFF2-40B4-BE49-F238E27FC236}">
                    <a16:creationId xmlns:a16="http://schemas.microsoft.com/office/drawing/2014/main" id="{A61893DD-082A-48F3-8F5C-5D39568D1CCB}"/>
                  </a:ext>
                </a:extLst>
              </p:cNvPr>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p>
            </p:txBody>
          </p:sp>
          <p:cxnSp>
            <p:nvCxnSpPr>
              <p:cNvPr id="122" name="直接连接符 121">
                <a:extLst>
                  <a:ext uri="{FF2B5EF4-FFF2-40B4-BE49-F238E27FC236}">
                    <a16:creationId xmlns:a16="http://schemas.microsoft.com/office/drawing/2014/main" id="{2975DF1B-F386-4182-B0F3-C5E835BCF4C6}"/>
                  </a:ext>
                </a:extLst>
              </p:cNvPr>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3" name="Freeform 30">
                <a:extLst>
                  <a:ext uri="{FF2B5EF4-FFF2-40B4-BE49-F238E27FC236}">
                    <a16:creationId xmlns:a16="http://schemas.microsoft.com/office/drawing/2014/main" id="{92B711A4-043B-4289-9DCD-651E549DD05B}"/>
                  </a:ext>
                </a:extLst>
              </p:cNvPr>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pPr>
                  <a:defRPr/>
                </a:pPr>
                <a:endParaRPr lang="zh-CN" altLang="en-US" b="1" dirty="0">
                  <a:solidFill>
                    <a:prstClr val="black"/>
                  </a:solidFill>
                </a:endParaRPr>
              </a:p>
            </p:txBody>
          </p:sp>
        </p:grpSp>
      </p:grpSp>
    </p:spTree>
    <p:extLst>
      <p:ext uri="{BB962C8B-B14F-4D97-AF65-F5344CB8AC3E}">
        <p14:creationId xmlns:p14="http://schemas.microsoft.com/office/powerpoint/2010/main" val="1794758967"/>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C01C5-4734-B4D3-A1D1-BC731CA513D8}"/>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84078FC1-DB1C-3C67-12D2-899D4C857A70}"/>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2" name="文本框 71">
            <a:extLst>
              <a:ext uri="{FF2B5EF4-FFF2-40B4-BE49-F238E27FC236}">
                <a16:creationId xmlns:a16="http://schemas.microsoft.com/office/drawing/2014/main" id="{14817927-FB57-9EFA-F9DD-727074665DB3}"/>
              </a:ext>
            </a:extLst>
          </p:cNvPr>
          <p:cNvSpPr txBox="1"/>
          <p:nvPr/>
        </p:nvSpPr>
        <p:spPr>
          <a:xfrm>
            <a:off x="-8687" y="72603"/>
            <a:ext cx="4914152" cy="58477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2" name="矩形 1">
            <a:extLst>
              <a:ext uri="{FF2B5EF4-FFF2-40B4-BE49-F238E27FC236}">
                <a16:creationId xmlns:a16="http://schemas.microsoft.com/office/drawing/2014/main" id="{4431E380-4A09-C24A-94EC-EB11C98C78F1}"/>
              </a:ext>
            </a:extLst>
          </p:cNvPr>
          <p:cNvSpPr/>
          <p:nvPr/>
        </p:nvSpPr>
        <p:spPr>
          <a:xfrm>
            <a:off x="336000" y="936001"/>
            <a:ext cx="11469725" cy="2469383"/>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3" name="矩形 2">
            <a:extLst>
              <a:ext uri="{FF2B5EF4-FFF2-40B4-BE49-F238E27FC236}">
                <a16:creationId xmlns:a16="http://schemas.microsoft.com/office/drawing/2014/main" id="{80140D62-1AC6-4D2F-3080-A43CE9C88F45}"/>
              </a:ext>
            </a:extLst>
          </p:cNvPr>
          <p:cNvSpPr/>
          <p:nvPr/>
        </p:nvSpPr>
        <p:spPr>
          <a:xfrm>
            <a:off x="1999212" y="693000"/>
            <a:ext cx="1033145" cy="5041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174AB"/>
                </a:solidFill>
                <a:effectLst/>
                <a:uLnTx/>
                <a:uFillTx/>
                <a:latin typeface="Calibri" panose="020F0502020204030204" pitchFamily="34" charset="0"/>
                <a:ea typeface="Calibri" panose="020F0502020204030204" pitchFamily="34" charset="0"/>
                <a:cs typeface="Calibri" panose="020F0502020204030204" pitchFamily="34" charset="0"/>
              </a:rPr>
              <a:t>①</a:t>
            </a:r>
            <a:endParaRPr kumimoji="0" lang="en-US" altLang="zh-CN" sz="2000" b="1" i="0" u="none" strike="noStrike" kern="1200" cap="none" spc="0" normalizeH="0" baseline="0" noProof="0" dirty="0">
              <a:ln>
                <a:noFill/>
              </a:ln>
              <a:solidFill>
                <a:srgbClr val="0174AB"/>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A002AF59-CA1E-7676-1B44-6108DDCADF07}"/>
              </a:ext>
            </a:extLst>
          </p:cNvPr>
          <p:cNvSpPr/>
          <p:nvPr/>
        </p:nvSpPr>
        <p:spPr>
          <a:xfrm>
            <a:off x="336000" y="4005001"/>
            <a:ext cx="11469725" cy="1720727"/>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765CE33D-65B4-EA0A-6DF9-018F71BD16B5}"/>
              </a:ext>
            </a:extLst>
          </p:cNvPr>
          <p:cNvSpPr/>
          <p:nvPr/>
        </p:nvSpPr>
        <p:spPr>
          <a:xfrm>
            <a:off x="2098359" y="3745285"/>
            <a:ext cx="933999" cy="5041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174AB"/>
                </a:solidFill>
                <a:effectLst/>
                <a:uLnTx/>
                <a:uFillTx/>
                <a:latin typeface="Calibri" panose="020F0502020204030204" pitchFamily="34" charset="0"/>
                <a:ea typeface="Calibri" panose="020F0502020204030204" pitchFamily="34" charset="0"/>
                <a:cs typeface="Calibri" panose="020F0502020204030204" pitchFamily="34" charset="0"/>
              </a:rPr>
              <a:t>②</a:t>
            </a:r>
            <a:endParaRPr kumimoji="0" lang="en-US" altLang="zh-CN" sz="2000" b="1" i="0" u="none" strike="noStrike" kern="1200" cap="none" spc="0" normalizeH="0" baseline="0" noProof="0" dirty="0">
              <a:ln>
                <a:noFill/>
              </a:ln>
              <a:solidFill>
                <a:srgbClr val="0174AB"/>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2" name="文本框 11">
            <a:extLst>
              <a:ext uri="{FF2B5EF4-FFF2-40B4-BE49-F238E27FC236}">
                <a16:creationId xmlns:a16="http://schemas.microsoft.com/office/drawing/2014/main" id="{4EA5037F-7FCC-0EE9-D723-A3E4833744B2}"/>
              </a:ext>
            </a:extLst>
          </p:cNvPr>
          <p:cNvSpPr txBox="1"/>
          <p:nvPr/>
        </p:nvSpPr>
        <p:spPr>
          <a:xfrm>
            <a:off x="479999" y="4355428"/>
            <a:ext cx="11215537" cy="873572"/>
          </a:xfrm>
          <a:prstGeom prst="rect">
            <a:avLst/>
          </a:prstGeom>
          <a:noFill/>
        </p:spPr>
        <p:txBody>
          <a:bodyPr wrap="square">
            <a:spAutoFit/>
          </a:bodyPr>
          <a:lstStyle>
            <a:defPPr>
              <a:defRPr lang="zh-CN"/>
            </a:defPPr>
            <a:lvl1pPr algn="just">
              <a:lnSpc>
                <a:spcPct val="150000"/>
              </a:lnSpc>
              <a:defRPr>
                <a:latin typeface="Arial" panose="020B0604020202020204" pitchFamily="34" charset="0"/>
                <a:cs typeface="Arial" panose="020B0604020202020204" pitchFamily="34" charset="0"/>
              </a:defRPr>
            </a:lvl1pPr>
          </a:lstStyle>
          <a:p>
            <a:pPr marR="0" lvl="0" algn="just" defTabSz="914400" rtl="0" eaLnBrk="1" fontAlgn="auto" latinLnBrk="0" hangingPunct="1">
              <a:lnSpc>
                <a:spcPct val="150000"/>
              </a:lnSpc>
              <a:spcBef>
                <a:spcPts val="0"/>
              </a:spcBef>
              <a:spcAft>
                <a:spcPts val="0"/>
              </a:spcAft>
              <a:buClrTx/>
              <a:buSzTx/>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TFSAD exhibits good efficiency, satisfactory inference speed and low resource consumption owing to its compact model size.</a:t>
            </a:r>
          </a:p>
        </p:txBody>
      </p:sp>
      <p:sp>
        <p:nvSpPr>
          <p:cNvPr id="14" name="文本框 13">
            <a:extLst>
              <a:ext uri="{FF2B5EF4-FFF2-40B4-BE49-F238E27FC236}">
                <a16:creationId xmlns:a16="http://schemas.microsoft.com/office/drawing/2014/main" id="{F5BECA80-58C8-76A6-CD32-8E6D98924F75}"/>
              </a:ext>
            </a:extLst>
          </p:cNvPr>
          <p:cNvSpPr txBox="1"/>
          <p:nvPr/>
        </p:nvSpPr>
        <p:spPr>
          <a:xfrm>
            <a:off x="463093" y="1629000"/>
            <a:ext cx="11215537" cy="873572"/>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marR="0" lvl="0" algn="just" defTabSz="914400" rtl="0" eaLnBrk="1" fontAlgn="auto" latinLnBrk="0" hangingPunct="1">
              <a:lnSpc>
                <a:spcPct val="150000"/>
              </a:lnSpc>
              <a:spcBef>
                <a:spcPts val="0"/>
              </a:spcBef>
              <a:spcAft>
                <a:spcPts val="0"/>
              </a:spcAft>
              <a:buClrTx/>
              <a:buSzTx/>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TFSAD addresses an underexplored research gap by introducing time-frequency-spatial multi-level fusion for the TSAD task.</a:t>
            </a:r>
          </a:p>
        </p:txBody>
      </p:sp>
      <p:grpSp>
        <p:nvGrpSpPr>
          <p:cNvPr id="20" name="组合 19">
            <a:extLst>
              <a:ext uri="{FF2B5EF4-FFF2-40B4-BE49-F238E27FC236}">
                <a16:creationId xmlns:a16="http://schemas.microsoft.com/office/drawing/2014/main" id="{674138F3-9187-F3FD-459B-F6CB7F08177D}"/>
              </a:ext>
            </a:extLst>
          </p:cNvPr>
          <p:cNvGrpSpPr/>
          <p:nvPr/>
        </p:nvGrpSpPr>
        <p:grpSpPr>
          <a:xfrm>
            <a:off x="-1" y="6553200"/>
            <a:ext cx="12192001" cy="304800"/>
            <a:chOff x="0" y="6569404"/>
            <a:chExt cx="9144000" cy="288000"/>
          </a:xfrm>
        </p:grpSpPr>
        <p:sp>
          <p:nvSpPr>
            <p:cNvPr id="21" name="矩形 20">
              <a:extLst>
                <a:ext uri="{FF2B5EF4-FFF2-40B4-BE49-F238E27FC236}">
                  <a16:creationId xmlns:a16="http://schemas.microsoft.com/office/drawing/2014/main" id="{73A3FCB3-5E60-A9BD-2FEB-34E08032D4A9}"/>
                </a:ext>
              </a:extLst>
            </p:cNvPr>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2" name="矩形 21">
              <a:extLst>
                <a:ext uri="{FF2B5EF4-FFF2-40B4-BE49-F238E27FC236}">
                  <a16:creationId xmlns:a16="http://schemas.microsoft.com/office/drawing/2014/main" id="{9865C9E4-D901-C7B2-29C1-8D78F5F88074}"/>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3" name="灯片编号占位符 5">
            <a:extLst>
              <a:ext uri="{FF2B5EF4-FFF2-40B4-BE49-F238E27FC236}">
                <a16:creationId xmlns:a16="http://schemas.microsoft.com/office/drawing/2014/main" id="{3754CEFA-DFD9-DE0F-A339-6B3ECB633037}"/>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812518386"/>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473E3-7472-D9B4-A2FC-26D816FDD235}"/>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EAE2FA13-3B77-2877-D656-D62905348643}"/>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DDB6D63C-5812-6F74-5439-BAFED95C16AA}"/>
              </a:ext>
            </a:extLst>
          </p:cNvPr>
          <p:cNvSpPr txBox="1"/>
          <p:nvPr/>
        </p:nvSpPr>
        <p:spPr>
          <a:xfrm>
            <a:off x="-8687" y="72603"/>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Inspiration</a:t>
            </a:r>
          </a:p>
        </p:txBody>
      </p:sp>
      <p:sp>
        <p:nvSpPr>
          <p:cNvPr id="2" name="矩形 1">
            <a:extLst>
              <a:ext uri="{FF2B5EF4-FFF2-40B4-BE49-F238E27FC236}">
                <a16:creationId xmlns:a16="http://schemas.microsoft.com/office/drawing/2014/main" id="{F9360CE2-9524-0582-BE7E-E11F007F9616}"/>
              </a:ext>
            </a:extLst>
          </p:cNvPr>
          <p:cNvSpPr/>
          <p:nvPr/>
        </p:nvSpPr>
        <p:spPr>
          <a:xfrm>
            <a:off x="228000" y="1545374"/>
            <a:ext cx="11736000" cy="2315626"/>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4" name="文本框 13">
            <a:extLst>
              <a:ext uri="{FF2B5EF4-FFF2-40B4-BE49-F238E27FC236}">
                <a16:creationId xmlns:a16="http://schemas.microsoft.com/office/drawing/2014/main" id="{15DAAA6E-8B08-F1A9-90CD-89D8EF2C4BCA}"/>
              </a:ext>
            </a:extLst>
          </p:cNvPr>
          <p:cNvSpPr txBox="1"/>
          <p:nvPr/>
        </p:nvSpPr>
        <p:spPr>
          <a:xfrm>
            <a:off x="426575" y="1629000"/>
            <a:ext cx="11357425" cy="2120068"/>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marL="285750" indent="-285750">
              <a:lnSpc>
                <a:spcPct val="150000"/>
              </a:lnSpc>
              <a:buFont typeface="Wingdings" panose="05000000000000000000" pitchFamily="2" charset="2"/>
              <a:buChar char="n"/>
            </a:pPr>
            <a:r>
              <a:rPr lang="en-US" altLang="zh-CN" dirty="0">
                <a:latin typeface="Times New Roman" panose="02020603050405020304" pitchFamily="18" charset="0"/>
                <a:cs typeface="Times New Roman" panose="02020603050405020304" pitchFamily="18" charset="0"/>
              </a:rPr>
              <a:t>Heterogeneous multi-sensor alignment should be built as a multi-level alignment framework, rather than alignment at a single level.</a:t>
            </a:r>
          </a:p>
          <a:p>
            <a:pPr marL="285750" indent="-285750">
              <a:lnSpc>
                <a:spcPct val="150000"/>
              </a:lnSpc>
              <a:buFont typeface="Wingdings" panose="05000000000000000000" pitchFamily="2" charset="2"/>
              <a:buChar char="n"/>
            </a:pPr>
            <a:r>
              <a:rPr lang="en-US" altLang="zh-CN" dirty="0">
                <a:latin typeface="Times New Roman" panose="02020603050405020304" pitchFamily="18" charset="0"/>
                <a:cs typeface="Times New Roman" panose="02020603050405020304" pitchFamily="18" charset="0"/>
              </a:rPr>
              <a:t>The alignment target should include both the features themselves and the relationships among features.</a:t>
            </a:r>
          </a:p>
          <a:p>
            <a:pPr marL="285750" indent="-285750">
              <a:lnSpc>
                <a:spcPct val="150000"/>
              </a:lnSpc>
              <a:buFont typeface="Wingdings" panose="05000000000000000000" pitchFamily="2" charset="2"/>
              <a:buChar char="n"/>
            </a:pPr>
            <a:r>
              <a:rPr lang="en-US" altLang="zh-CN" dirty="0">
                <a:latin typeface="Times New Roman" panose="02020603050405020304" pitchFamily="18" charset="0"/>
                <a:cs typeface="Times New Roman" panose="02020603050405020304" pitchFamily="18" charset="0"/>
              </a:rPr>
              <a:t>Removing redundancy and decoupling heterogeneous components before alignment can significantly improve the alignment performance.</a:t>
            </a:r>
          </a:p>
        </p:txBody>
      </p:sp>
      <p:grpSp>
        <p:nvGrpSpPr>
          <p:cNvPr id="20" name="组合 19">
            <a:extLst>
              <a:ext uri="{FF2B5EF4-FFF2-40B4-BE49-F238E27FC236}">
                <a16:creationId xmlns:a16="http://schemas.microsoft.com/office/drawing/2014/main" id="{CD04330B-3D08-9BD3-1012-A9D3F1EFDE12}"/>
              </a:ext>
            </a:extLst>
          </p:cNvPr>
          <p:cNvGrpSpPr/>
          <p:nvPr/>
        </p:nvGrpSpPr>
        <p:grpSpPr>
          <a:xfrm>
            <a:off x="-1" y="6553200"/>
            <a:ext cx="12192001" cy="304800"/>
            <a:chOff x="0" y="6569404"/>
            <a:chExt cx="9144000" cy="288000"/>
          </a:xfrm>
        </p:grpSpPr>
        <p:sp>
          <p:nvSpPr>
            <p:cNvPr id="21" name="矩形 20">
              <a:extLst>
                <a:ext uri="{FF2B5EF4-FFF2-40B4-BE49-F238E27FC236}">
                  <a16:creationId xmlns:a16="http://schemas.microsoft.com/office/drawing/2014/main" id="{92899B7B-4F86-CCBF-B89A-060A69B1678D}"/>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F6D69A3C-3BBF-3790-6BA5-47A786D5AD77}"/>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3" name="灯片编号占位符 5">
            <a:extLst>
              <a:ext uri="{FF2B5EF4-FFF2-40B4-BE49-F238E27FC236}">
                <a16:creationId xmlns:a16="http://schemas.microsoft.com/office/drawing/2014/main" id="{C8B858B4-78E6-C943-6897-CD90BD1A2F73}"/>
              </a:ext>
            </a:extLst>
          </p:cNvPr>
          <p:cNvSpPr txBox="1">
            <a:spLocks/>
          </p:cNvSpPr>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pPr/>
              <a:t>82</a:t>
            </a:fld>
            <a:endParaRPr lang="zh-HK" altLang="en-US" sz="1600" dirty="0">
              <a:solidFill>
                <a:schemeClr val="bg1"/>
              </a:solidFill>
            </a:endParaRPr>
          </a:p>
        </p:txBody>
      </p:sp>
    </p:spTree>
    <p:extLst>
      <p:ext uri="{BB962C8B-B14F-4D97-AF65-F5344CB8AC3E}">
        <p14:creationId xmlns:p14="http://schemas.microsoft.com/office/powerpoint/2010/main" val="2586129377"/>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152196" y="2564905"/>
            <a:ext cx="7887608" cy="1311449"/>
          </a:xfrm>
          <a:prstGeom prst="rect">
            <a:avLst/>
          </a:prstGeom>
        </p:spPr>
        <p:txBody>
          <a:bodyPr wrap="none" anchor="ctr">
            <a:spAutoFit/>
          </a:bodyPr>
          <a:lstStyle/>
          <a:p>
            <a:pPr algn="ctr">
              <a:lnSpc>
                <a:spcPct val="150000"/>
              </a:lnSpc>
              <a:defRPr/>
            </a:pPr>
            <a:r>
              <a:rPr lang="en-US" altLang="zh-CN" sz="6000" b="1" dirty="0">
                <a:solidFill>
                  <a:srgbClr val="0174AB"/>
                </a:solidFill>
                <a:latin typeface="Times New Roman" panose="02020603050405020304" pitchFamily="18" charset="0"/>
                <a:ea typeface="微软雅黑" panose="020B0503020204020204" charset="-122"/>
                <a:cs typeface="Times New Roman" panose="02020603050405020304" pitchFamily="18" charset="0"/>
              </a:rPr>
              <a:t>Thank you for listening</a:t>
            </a:r>
            <a:endParaRPr lang="zh-CN" altLang="en-US" sz="6000" b="1" dirty="0">
              <a:solidFill>
                <a:srgbClr val="0174AB"/>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F465ADBF-EE2C-1726-B00A-9A7397C4D9B8}"/>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83</a:t>
            </a:fld>
            <a:endParaRPr lang="zh-HK" altLang="en-US">
              <a:solidFill>
                <a:prstClr val="black">
                  <a:tint val="75000"/>
                </a:prstClr>
              </a:solidFill>
            </a:endParaRPr>
          </a:p>
        </p:txBody>
      </p:sp>
      <p:pic>
        <p:nvPicPr>
          <p:cNvPr id="4" name="图片 3">
            <a:extLst>
              <a:ext uri="{FF2B5EF4-FFF2-40B4-BE49-F238E27FC236}">
                <a16:creationId xmlns:a16="http://schemas.microsoft.com/office/drawing/2014/main" id="{0924D049-BA61-AE6A-9209-4A72F2A5EF75}"/>
              </a:ext>
            </a:extLst>
          </p:cNvPr>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e35275c8-fa89-42ce-a201-5e038b2f618b"/>
  <p:tag name="COMMONDATA" val="eyJoZGlkIjoiZDBlMDgwNDdjMmVhNjUyMGUxOTg4ODYyM2Q5ZDM4ZWEifQ=="/>
</p:tagLst>
</file>

<file path=ppt/tags/tag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65826771653543,&quot;top&quot;:193.01251968503936,&quot;width&quot;:947.7148818897638}"/>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65826771653543,&quot;top&quot;:193.01251968503936,&quot;width&quot;:947.7148818897638}"/>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65826771653543,&quot;top&quot;:193.01251968503936,&quot;width&quot;:947.7148818897638}"/>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65826771653543,&quot;top&quot;:193.01251968503936,&quot;width&quot;:947.7148818897638}"/>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65826771653543,&quot;top&quot;:193.01251968503936,&quot;width&quot;:947.7148818897638}"/>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65826771653543,&quot;top&quot;:193.01251968503936,&quot;width&quot;:947.714881889763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65826771653543,&quot;top&quot;:193.01251968503936,&quot;width&quot;:947.714881889763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65826771653543,&quot;top&quot;:193.01251968503936,&quot;width&quot;:947.7148818897638}"/>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65826771653543,&quot;top&quot;:193.01251968503936,&quot;width&quot;:947.7148818897638}"/>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65826771653543,&quot;top&quot;:193.01251968503936,&quot;width&quot;:947.7148818897638}"/>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heme/theme1.xml><?xml version="1.0" encoding="utf-8"?>
<a:theme xmlns:a="http://schemas.openxmlformats.org/drawingml/2006/main" name="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1_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21564</TotalTime>
  <Words>5362</Words>
  <Application>Microsoft Office PowerPoint</Application>
  <PresentationFormat>宽屏</PresentationFormat>
  <Paragraphs>889</Paragraphs>
  <Slides>83</Slides>
  <Notes>83</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83</vt:i4>
      </vt:variant>
    </vt:vector>
  </HeadingPairs>
  <TitlesOfParts>
    <vt:vector size="94" baseType="lpstr">
      <vt:lpstr>PMingLiU-ExtB</vt:lpstr>
      <vt:lpstr>quote-cjk-patch</vt:lpstr>
      <vt:lpstr>微软雅黑</vt:lpstr>
      <vt:lpstr>Arial</vt:lpstr>
      <vt:lpstr>Calibri</vt:lpstr>
      <vt:lpstr>Calibri Light</vt:lpstr>
      <vt:lpstr>Impact</vt:lpstr>
      <vt:lpstr>Times New Roman</vt:lpstr>
      <vt:lpstr>Wingdings</vt:lpstr>
      <vt:lpstr>Office 2013 - 2022 主题</vt:lpstr>
      <vt:lpstr>1_Office 2013 - 2022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北京工业大学研究生开题报告</dc:title>
  <dc:creator>唐泽诚</dc:creator>
  <cp:lastModifiedBy>JUNNAN HE</cp:lastModifiedBy>
  <cp:revision>3138</cp:revision>
  <dcterms:created xsi:type="dcterms:W3CDTF">2019-05-02T06:45:00Z</dcterms:created>
  <dcterms:modified xsi:type="dcterms:W3CDTF">2026-09-21T08:45:03Z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2052-12.1.0.17827</vt:lpwstr>
  </property>
  <property fmtid="{D5CDD505-2E9C-101B-9397-08002B2CF9AE}" pid="3" name="ICV">
    <vt:lpwstr>D87C3B92FDC749DEB59DD32930CFB9ED_13</vt:lpwstr>
  </property>
</Properties>
</file>